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1" r:id="rId1"/>
  </p:sldMasterIdLst>
  <p:notesMasterIdLst>
    <p:notesMasterId r:id="rId58"/>
  </p:notesMasterIdLst>
  <p:handoutMasterIdLst>
    <p:handoutMasterId r:id="rId59"/>
  </p:handoutMasterIdLst>
  <p:sldIdLst>
    <p:sldId id="756" r:id="rId2"/>
    <p:sldId id="758" r:id="rId3"/>
    <p:sldId id="759" r:id="rId4"/>
    <p:sldId id="760" r:id="rId5"/>
    <p:sldId id="761" r:id="rId6"/>
    <p:sldId id="762" r:id="rId7"/>
    <p:sldId id="787" r:id="rId8"/>
    <p:sldId id="764" r:id="rId9"/>
    <p:sldId id="765" r:id="rId10"/>
    <p:sldId id="766" r:id="rId11"/>
    <p:sldId id="768" r:id="rId12"/>
    <p:sldId id="770" r:id="rId13"/>
    <p:sldId id="769" r:id="rId14"/>
    <p:sldId id="771" r:id="rId15"/>
    <p:sldId id="775" r:id="rId16"/>
    <p:sldId id="796" r:id="rId17"/>
    <p:sldId id="795" r:id="rId18"/>
    <p:sldId id="776" r:id="rId19"/>
    <p:sldId id="777" r:id="rId20"/>
    <p:sldId id="797" r:id="rId21"/>
    <p:sldId id="779" r:id="rId22"/>
    <p:sldId id="798" r:id="rId23"/>
    <p:sldId id="780" r:id="rId24"/>
    <p:sldId id="781" r:id="rId25"/>
    <p:sldId id="778" r:id="rId26"/>
    <p:sldId id="799" r:id="rId27"/>
    <p:sldId id="782" r:id="rId28"/>
    <p:sldId id="800" r:id="rId29"/>
    <p:sldId id="783" r:id="rId30"/>
    <p:sldId id="784" r:id="rId31"/>
    <p:sldId id="785" r:id="rId32"/>
    <p:sldId id="801" r:id="rId33"/>
    <p:sldId id="802" r:id="rId34"/>
    <p:sldId id="803" r:id="rId35"/>
    <p:sldId id="817" r:id="rId36"/>
    <p:sldId id="804" r:id="rId37"/>
    <p:sldId id="805" r:id="rId38"/>
    <p:sldId id="806" r:id="rId39"/>
    <p:sldId id="807" r:id="rId40"/>
    <p:sldId id="808" r:id="rId41"/>
    <p:sldId id="786" r:id="rId42"/>
    <p:sldId id="788" r:id="rId43"/>
    <p:sldId id="789" r:id="rId44"/>
    <p:sldId id="790" r:id="rId45"/>
    <p:sldId id="791" r:id="rId46"/>
    <p:sldId id="809" r:id="rId47"/>
    <p:sldId id="792" r:id="rId48"/>
    <p:sldId id="793" r:id="rId49"/>
    <p:sldId id="810" r:id="rId50"/>
    <p:sldId id="811" r:id="rId51"/>
    <p:sldId id="812" r:id="rId52"/>
    <p:sldId id="794" r:id="rId53"/>
    <p:sldId id="813" r:id="rId54"/>
    <p:sldId id="814" r:id="rId55"/>
    <p:sldId id="815" r:id="rId56"/>
    <p:sldId id="816" r:id="rId57"/>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00CC66"/>
    <a:srgbClr val="CCFF99"/>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94694" autoAdjust="0"/>
  </p:normalViewPr>
  <p:slideViewPr>
    <p:cSldViewPr>
      <p:cViewPr varScale="1">
        <p:scale>
          <a:sx n="76" d="100"/>
          <a:sy n="76" d="100"/>
        </p:scale>
        <p:origin x="88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48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6722" name="Rectangle 2">
            <a:extLst>
              <a:ext uri="{FF2B5EF4-FFF2-40B4-BE49-F238E27FC236}">
                <a16:creationId xmlns:a16="http://schemas.microsoft.com/office/drawing/2014/main" id="{FC5F856C-D478-392F-0EBD-E8F2C8A90AA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b="0">
                <a:latin typeface="Times New Roman" panose="02020603050405020304" pitchFamily="18" charset="0"/>
              </a:defRPr>
            </a:lvl1pPr>
          </a:lstStyle>
          <a:p>
            <a:pPr>
              <a:defRPr/>
            </a:pPr>
            <a:endParaRPr lang="en-US"/>
          </a:p>
        </p:txBody>
      </p:sp>
      <p:sp>
        <p:nvSpPr>
          <p:cNvPr id="926723" name="Rectangle 3">
            <a:extLst>
              <a:ext uri="{FF2B5EF4-FFF2-40B4-BE49-F238E27FC236}">
                <a16:creationId xmlns:a16="http://schemas.microsoft.com/office/drawing/2014/main" id="{F16CC2FE-95CA-F4B9-7014-A2EE00909CB0}"/>
              </a:ext>
            </a:extLst>
          </p:cNvPr>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b="0">
                <a:latin typeface="Times New Roman" panose="02020603050405020304" pitchFamily="18" charset="0"/>
              </a:defRPr>
            </a:lvl1pPr>
          </a:lstStyle>
          <a:p>
            <a:pPr>
              <a:defRPr/>
            </a:pPr>
            <a:endParaRPr lang="en-US"/>
          </a:p>
        </p:txBody>
      </p:sp>
      <p:sp>
        <p:nvSpPr>
          <p:cNvPr id="926724" name="Rectangle 4">
            <a:extLst>
              <a:ext uri="{FF2B5EF4-FFF2-40B4-BE49-F238E27FC236}">
                <a16:creationId xmlns:a16="http://schemas.microsoft.com/office/drawing/2014/main" id="{9D643F1B-474B-83B0-1526-88B709BE6DE7}"/>
              </a:ext>
            </a:extLst>
          </p:cNvPr>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b="0">
                <a:latin typeface="Times New Roman" panose="02020603050405020304" pitchFamily="18" charset="0"/>
              </a:defRPr>
            </a:lvl1pPr>
          </a:lstStyle>
          <a:p>
            <a:pPr>
              <a:defRPr/>
            </a:pPr>
            <a:endParaRPr lang="en-US"/>
          </a:p>
        </p:txBody>
      </p:sp>
      <p:sp>
        <p:nvSpPr>
          <p:cNvPr id="926725" name="Rectangle 5">
            <a:extLst>
              <a:ext uri="{FF2B5EF4-FFF2-40B4-BE49-F238E27FC236}">
                <a16:creationId xmlns:a16="http://schemas.microsoft.com/office/drawing/2014/main" id="{034D8CE4-8FA0-14BD-31DA-B2BC01873D83}"/>
              </a:ext>
            </a:extLst>
          </p:cNvPr>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b="0">
                <a:latin typeface="Times New Roman" panose="02020603050405020304" pitchFamily="18" charset="0"/>
              </a:defRPr>
            </a:lvl1pPr>
          </a:lstStyle>
          <a:p>
            <a:pPr>
              <a:defRPr/>
            </a:pPr>
            <a:fld id="{A4266049-387D-4EF8-A67F-0ADD6317B2E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6066" name="Rectangle 2">
            <a:extLst>
              <a:ext uri="{FF2B5EF4-FFF2-40B4-BE49-F238E27FC236}">
                <a16:creationId xmlns:a16="http://schemas.microsoft.com/office/drawing/2014/main" id="{175AFCAF-A6A3-C55D-B363-C85F02A4C25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b="0">
                <a:latin typeface="Times New Roman" panose="02020603050405020304" pitchFamily="18" charset="0"/>
              </a:defRPr>
            </a:lvl1pPr>
          </a:lstStyle>
          <a:p>
            <a:pPr>
              <a:defRPr/>
            </a:pPr>
            <a:endParaRPr lang="en-US"/>
          </a:p>
        </p:txBody>
      </p:sp>
      <p:sp>
        <p:nvSpPr>
          <p:cNvPr id="856067" name="Rectangle 3">
            <a:extLst>
              <a:ext uri="{FF2B5EF4-FFF2-40B4-BE49-F238E27FC236}">
                <a16:creationId xmlns:a16="http://schemas.microsoft.com/office/drawing/2014/main" id="{192E8050-9131-86D1-9D76-0D6637D22E63}"/>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b="0">
                <a:latin typeface="Times New Roman" panose="02020603050405020304" pitchFamily="18" charset="0"/>
              </a:defRPr>
            </a:lvl1pPr>
          </a:lstStyle>
          <a:p>
            <a:pPr>
              <a:defRPr/>
            </a:pPr>
            <a:endParaRPr lang="en-US"/>
          </a:p>
        </p:txBody>
      </p:sp>
      <p:sp>
        <p:nvSpPr>
          <p:cNvPr id="6148" name="Rectangle 4">
            <a:extLst>
              <a:ext uri="{FF2B5EF4-FFF2-40B4-BE49-F238E27FC236}">
                <a16:creationId xmlns:a16="http://schemas.microsoft.com/office/drawing/2014/main" id="{D7C142EB-2DD5-E8D1-A11A-2B8F6175CAD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56069" name="Rectangle 5">
            <a:extLst>
              <a:ext uri="{FF2B5EF4-FFF2-40B4-BE49-F238E27FC236}">
                <a16:creationId xmlns:a16="http://schemas.microsoft.com/office/drawing/2014/main" id="{B977366E-736D-9E92-EDAF-A4E79B513AA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56070" name="Rectangle 6">
            <a:extLst>
              <a:ext uri="{FF2B5EF4-FFF2-40B4-BE49-F238E27FC236}">
                <a16:creationId xmlns:a16="http://schemas.microsoft.com/office/drawing/2014/main" id="{AA03A0BE-2C81-28BD-BEEF-3EBC38ABD67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b="0">
                <a:latin typeface="Times New Roman" panose="02020603050405020304" pitchFamily="18" charset="0"/>
              </a:defRPr>
            </a:lvl1pPr>
          </a:lstStyle>
          <a:p>
            <a:pPr>
              <a:defRPr/>
            </a:pPr>
            <a:endParaRPr lang="en-US"/>
          </a:p>
        </p:txBody>
      </p:sp>
      <p:sp>
        <p:nvSpPr>
          <p:cNvPr id="856071" name="Rectangle 7">
            <a:extLst>
              <a:ext uri="{FF2B5EF4-FFF2-40B4-BE49-F238E27FC236}">
                <a16:creationId xmlns:a16="http://schemas.microsoft.com/office/drawing/2014/main" id="{282AAAA2-B47B-5F29-D93B-681BF67B08B2}"/>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b="0">
                <a:latin typeface="Times New Roman" panose="02020603050405020304" pitchFamily="18" charset="0"/>
              </a:defRPr>
            </a:lvl1pPr>
          </a:lstStyle>
          <a:p>
            <a:pPr>
              <a:defRPr/>
            </a:pPr>
            <a:fld id="{C7C44FA7-F5A4-4A0D-956B-5ADA117BEDE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Text Box 17">
            <a:extLst>
              <a:ext uri="{FF2B5EF4-FFF2-40B4-BE49-F238E27FC236}">
                <a16:creationId xmlns:a16="http://schemas.microsoft.com/office/drawing/2014/main" id="{22CC6362-BE63-B36B-B486-10D04372D4FB}"/>
              </a:ext>
            </a:extLst>
          </p:cNvPr>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fontAlgn="auto" hangingPunct="1">
              <a:spcBef>
                <a:spcPct val="50000"/>
              </a:spcBef>
              <a:spcAft>
                <a:spcPts val="0"/>
              </a:spcAft>
              <a:defRPr/>
            </a:pPr>
            <a:r>
              <a:rPr lang="en-US" sz="1400" b="0">
                <a:latin typeface="McGrawHill-Italic" pitchFamily="2" charset="0"/>
              </a:rPr>
              <a:t>McGraw-Hill</a:t>
            </a:r>
            <a:endParaRPr lang="en-US" sz="2400" b="0">
              <a:latin typeface="Times New Roman" panose="02020603050405020304" pitchFamily="18" charset="0"/>
            </a:endParaRPr>
          </a:p>
        </p:txBody>
      </p:sp>
      <p:sp>
        <p:nvSpPr>
          <p:cNvPr id="5" name="Text Box 18">
            <a:extLst>
              <a:ext uri="{FF2B5EF4-FFF2-40B4-BE49-F238E27FC236}">
                <a16:creationId xmlns:a16="http://schemas.microsoft.com/office/drawing/2014/main" id="{7F27CB6B-D468-2B0A-797A-ECDFB6F7E8E9}"/>
              </a:ext>
            </a:extLst>
          </p:cNvPr>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fontAlgn="auto" hangingPunct="1">
              <a:spcBef>
                <a:spcPct val="50000"/>
              </a:spcBef>
              <a:spcAft>
                <a:spcPts val="0"/>
              </a:spcAft>
              <a:buFontTx/>
              <a:buChar char="©"/>
              <a:defRPr/>
            </a:pPr>
            <a:r>
              <a:rPr lang="en-US" sz="1400" b="0">
                <a:latin typeface="McGrawHill-Italic" pitchFamily="2" charset="0"/>
              </a:rPr>
              <a:t>The McGraw-Hill Companies, Inc., 2000</a:t>
            </a:r>
            <a:endParaRPr lang="en-US" sz="2400" b="0">
              <a:latin typeface="Times New Roman" panose="02020603050405020304" pitchFamily="18" charset="0"/>
            </a:endParaRPr>
          </a:p>
        </p:txBody>
      </p:sp>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id="{0EF59389-531D-2B40-7E6C-443EA38D1D1D}"/>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94E027D6-28E6-D15C-9676-DC24BF99150D}"/>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879064F1-B90B-9145-3467-F71F3F0538F6}"/>
              </a:ext>
            </a:extLst>
          </p:cNvPr>
          <p:cNvSpPr>
            <a:spLocks noGrp="1"/>
          </p:cNvSpPr>
          <p:nvPr>
            <p:ph type="sldNum" sz="quarter" idx="12"/>
          </p:nvPr>
        </p:nvSpPr>
        <p:spPr/>
        <p:txBody>
          <a:bodyPr/>
          <a:lstStyle>
            <a:lvl1pPr>
              <a:defRPr/>
            </a:lvl1pPr>
          </a:lstStyle>
          <a:p>
            <a:pPr>
              <a:defRPr/>
            </a:pPr>
            <a:fld id="{25417EF4-C190-498E-A523-DA260557ED8C}" type="slidenum">
              <a:rPr lang="en-US" altLang="en-US"/>
              <a:pPr>
                <a:defRPr/>
              </a:pPr>
              <a:t>‹#›</a:t>
            </a:fld>
            <a:endParaRPr lang="en-US" altLang="en-US"/>
          </a:p>
        </p:txBody>
      </p:sp>
    </p:spTree>
    <p:extLst>
      <p:ext uri="{BB962C8B-B14F-4D97-AF65-F5344CB8AC3E}">
        <p14:creationId xmlns:p14="http://schemas.microsoft.com/office/powerpoint/2010/main" val="1023570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DE3223E-BACD-215A-CE1E-6920D6B0A18C}"/>
              </a:ext>
            </a:extLst>
          </p:cNvPr>
          <p:cNvSpPr>
            <a:spLocks noGrp="1"/>
          </p:cNvSpPr>
          <p:nvPr>
            <p:ph type="dt" sz="half" idx="10"/>
          </p:nvPr>
        </p:nvSpPr>
        <p:spPr/>
        <p:txBody>
          <a:bodyPr/>
          <a:lstStyle>
            <a:lvl1pPr>
              <a:defRPr/>
            </a:lvl1pPr>
          </a:lstStyle>
          <a:p>
            <a:pPr>
              <a:defRPr/>
            </a:pPr>
            <a:fld id="{69956FAE-C462-4D7E-A8E0-C90E39C90A56}" type="datetimeFigureOut">
              <a:rPr lang="en-US"/>
              <a:pPr>
                <a:defRPr/>
              </a:pPr>
              <a:t>8/10/2026</a:t>
            </a:fld>
            <a:endParaRPr lang="en-US"/>
          </a:p>
        </p:txBody>
      </p:sp>
      <p:sp>
        <p:nvSpPr>
          <p:cNvPr id="5" name="Footer Placeholder 4">
            <a:extLst>
              <a:ext uri="{FF2B5EF4-FFF2-40B4-BE49-F238E27FC236}">
                <a16:creationId xmlns:a16="http://schemas.microsoft.com/office/drawing/2014/main" id="{0252808F-691A-12E4-BDEB-57A14F19578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8F42CFA-4091-27A1-FA04-DC7C26289A96}"/>
              </a:ext>
            </a:extLst>
          </p:cNvPr>
          <p:cNvSpPr>
            <a:spLocks noGrp="1"/>
          </p:cNvSpPr>
          <p:nvPr>
            <p:ph type="sldNum" sz="quarter" idx="12"/>
          </p:nvPr>
        </p:nvSpPr>
        <p:spPr/>
        <p:txBody>
          <a:bodyPr/>
          <a:lstStyle>
            <a:lvl1pPr>
              <a:defRPr/>
            </a:lvl1pPr>
          </a:lstStyle>
          <a:p>
            <a:pPr>
              <a:defRPr/>
            </a:pPr>
            <a:r>
              <a:rPr lang="en-US" altLang="en-US"/>
              <a:t>6.</a:t>
            </a:r>
            <a:fld id="{EA845347-4C30-438E-A654-B1C24CB0CF58}" type="slidenum">
              <a:rPr lang="en-US" altLang="en-US" smtClean="0"/>
              <a:pPr>
                <a:defRPr/>
              </a:pPr>
              <a:t>‹#›</a:t>
            </a:fld>
            <a:endParaRPr lang="en-US" altLang="en-US"/>
          </a:p>
        </p:txBody>
      </p:sp>
    </p:spTree>
    <p:extLst>
      <p:ext uri="{BB962C8B-B14F-4D97-AF65-F5344CB8AC3E}">
        <p14:creationId xmlns:p14="http://schemas.microsoft.com/office/powerpoint/2010/main" val="4216062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FD1878-7B21-811B-1561-31E8D7144A32}"/>
              </a:ext>
            </a:extLst>
          </p:cNvPr>
          <p:cNvSpPr>
            <a:spLocks noGrp="1"/>
          </p:cNvSpPr>
          <p:nvPr>
            <p:ph type="dt" sz="half" idx="10"/>
          </p:nvPr>
        </p:nvSpPr>
        <p:spPr/>
        <p:txBody>
          <a:bodyPr/>
          <a:lstStyle>
            <a:lvl1pPr>
              <a:defRPr/>
            </a:lvl1pPr>
          </a:lstStyle>
          <a:p>
            <a:pPr>
              <a:defRPr/>
            </a:pPr>
            <a:fld id="{650D66FD-5B3B-4653-B0D7-462AE98D2B13}" type="datetimeFigureOut">
              <a:rPr lang="en-US"/>
              <a:pPr>
                <a:defRPr/>
              </a:pPr>
              <a:t>8/10/2026</a:t>
            </a:fld>
            <a:endParaRPr lang="en-US"/>
          </a:p>
        </p:txBody>
      </p:sp>
      <p:sp>
        <p:nvSpPr>
          <p:cNvPr id="5" name="Footer Placeholder 4">
            <a:extLst>
              <a:ext uri="{FF2B5EF4-FFF2-40B4-BE49-F238E27FC236}">
                <a16:creationId xmlns:a16="http://schemas.microsoft.com/office/drawing/2014/main" id="{F2AE1222-295C-92E1-2AFD-9085BBA5BC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235275F-71A7-A1C7-31F8-455B62CB9482}"/>
              </a:ext>
            </a:extLst>
          </p:cNvPr>
          <p:cNvSpPr>
            <a:spLocks noGrp="1"/>
          </p:cNvSpPr>
          <p:nvPr>
            <p:ph type="sldNum" sz="quarter" idx="12"/>
          </p:nvPr>
        </p:nvSpPr>
        <p:spPr/>
        <p:txBody>
          <a:bodyPr/>
          <a:lstStyle>
            <a:lvl1pPr>
              <a:defRPr/>
            </a:lvl1pPr>
          </a:lstStyle>
          <a:p>
            <a:pPr>
              <a:defRPr/>
            </a:pPr>
            <a:r>
              <a:rPr lang="en-US" altLang="en-US"/>
              <a:t>6.</a:t>
            </a:r>
            <a:fld id="{CC8A2092-620E-4C3F-87D9-3CAAB55C3FAD}" type="slidenum">
              <a:rPr lang="en-US" altLang="en-US" smtClean="0"/>
              <a:pPr>
                <a:defRPr/>
              </a:pPr>
              <a:t>‹#›</a:t>
            </a:fld>
            <a:endParaRPr lang="en-US" altLang="en-US"/>
          </a:p>
        </p:txBody>
      </p:sp>
    </p:spTree>
    <p:extLst>
      <p:ext uri="{BB962C8B-B14F-4D97-AF65-F5344CB8AC3E}">
        <p14:creationId xmlns:p14="http://schemas.microsoft.com/office/powerpoint/2010/main" val="3549156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A08533A7-AD99-A84C-DCD8-78231A774658}"/>
              </a:ext>
            </a:extLst>
          </p:cNvPr>
          <p:cNvSpPr>
            <a:spLocks noGrp="1"/>
          </p:cNvSpPr>
          <p:nvPr>
            <p:ph type="dt" sz="half" idx="10"/>
          </p:nvPr>
        </p:nvSpPr>
        <p:spPr/>
        <p:txBody>
          <a:bodyPr/>
          <a:lstStyle>
            <a:lvl1pPr>
              <a:defRPr/>
            </a:lvl1pPr>
          </a:lstStyle>
          <a:p>
            <a:pPr>
              <a:defRPr/>
            </a:pPr>
            <a:fld id="{B159FFA8-7FB6-434B-9747-9496D52D8DCF}" type="datetimeFigureOut">
              <a:rPr lang="en-US"/>
              <a:pPr>
                <a:defRPr/>
              </a:pPr>
              <a:t>8/10/2026</a:t>
            </a:fld>
            <a:endParaRPr lang="en-US"/>
          </a:p>
        </p:txBody>
      </p:sp>
      <p:sp>
        <p:nvSpPr>
          <p:cNvPr id="6" name="Footer Placeholder 4">
            <a:extLst>
              <a:ext uri="{FF2B5EF4-FFF2-40B4-BE49-F238E27FC236}">
                <a16:creationId xmlns:a16="http://schemas.microsoft.com/office/drawing/2014/main" id="{2639DC0E-B94D-8D63-2AB1-0304366BA01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FF8BF23-FC2A-EC55-5DEB-806184035BCE}"/>
              </a:ext>
            </a:extLst>
          </p:cNvPr>
          <p:cNvSpPr>
            <a:spLocks noGrp="1"/>
          </p:cNvSpPr>
          <p:nvPr>
            <p:ph type="sldNum" sz="quarter" idx="12"/>
          </p:nvPr>
        </p:nvSpPr>
        <p:spPr/>
        <p:txBody>
          <a:bodyPr/>
          <a:lstStyle>
            <a:lvl1pPr>
              <a:defRPr/>
            </a:lvl1pPr>
          </a:lstStyle>
          <a:p>
            <a:pPr>
              <a:defRPr/>
            </a:pPr>
            <a:r>
              <a:rPr lang="en-US" altLang="en-US"/>
              <a:t>6.</a:t>
            </a:r>
            <a:fld id="{8293A0B6-ACD9-4DCB-9734-8C3C2095B465}" type="slidenum">
              <a:rPr lang="en-US" altLang="en-US" smtClean="0"/>
              <a:pPr>
                <a:defRPr/>
              </a:pPr>
              <a:t>‹#›</a:t>
            </a:fld>
            <a:endParaRPr lang="en-US" altLang="en-US"/>
          </a:p>
        </p:txBody>
      </p:sp>
    </p:spTree>
    <p:extLst>
      <p:ext uri="{BB962C8B-B14F-4D97-AF65-F5344CB8AC3E}">
        <p14:creationId xmlns:p14="http://schemas.microsoft.com/office/powerpoint/2010/main" val="259588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F33C68CD-D5DD-D24B-8511-C59632728080}"/>
              </a:ext>
            </a:extLst>
          </p:cNvPr>
          <p:cNvSpPr>
            <a:spLocks noGrp="1"/>
          </p:cNvSpPr>
          <p:nvPr>
            <p:ph type="dt" sz="half" idx="10"/>
          </p:nvPr>
        </p:nvSpPr>
        <p:spPr/>
        <p:txBody>
          <a:bodyPr/>
          <a:lstStyle>
            <a:lvl1pPr>
              <a:defRPr/>
            </a:lvl1pPr>
          </a:lstStyle>
          <a:p>
            <a:pPr>
              <a:defRPr/>
            </a:pPr>
            <a:fld id="{C23B7A91-96D8-4351-A1F3-7976C5C78247}" type="datetimeFigureOut">
              <a:rPr lang="en-US"/>
              <a:pPr>
                <a:defRPr/>
              </a:pPr>
              <a:t>8/10/2026</a:t>
            </a:fld>
            <a:endParaRPr lang="en-US"/>
          </a:p>
        </p:txBody>
      </p:sp>
      <p:sp>
        <p:nvSpPr>
          <p:cNvPr id="8" name="Footer Placeholder 4">
            <a:extLst>
              <a:ext uri="{FF2B5EF4-FFF2-40B4-BE49-F238E27FC236}">
                <a16:creationId xmlns:a16="http://schemas.microsoft.com/office/drawing/2014/main" id="{E8241AE1-0A4D-E0FB-A653-8307930380B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F16B233-308D-DFFA-FAE8-F6616725EB2E}"/>
              </a:ext>
            </a:extLst>
          </p:cNvPr>
          <p:cNvSpPr>
            <a:spLocks noGrp="1"/>
          </p:cNvSpPr>
          <p:nvPr>
            <p:ph type="sldNum" sz="quarter" idx="12"/>
          </p:nvPr>
        </p:nvSpPr>
        <p:spPr/>
        <p:txBody>
          <a:bodyPr/>
          <a:lstStyle>
            <a:lvl1pPr>
              <a:defRPr/>
            </a:lvl1pPr>
          </a:lstStyle>
          <a:p>
            <a:pPr>
              <a:defRPr/>
            </a:pPr>
            <a:r>
              <a:rPr lang="en-US" altLang="en-US"/>
              <a:t>6.</a:t>
            </a:r>
            <a:fld id="{03FE24D2-19F5-4DAB-9FA5-6C721BFA2D16}" type="slidenum">
              <a:rPr lang="en-US" altLang="en-US" smtClean="0"/>
              <a:pPr>
                <a:defRPr/>
              </a:pPr>
              <a:t>‹#›</a:t>
            </a:fld>
            <a:endParaRPr lang="en-US" altLang="en-US"/>
          </a:p>
        </p:txBody>
      </p:sp>
    </p:spTree>
    <p:extLst>
      <p:ext uri="{BB962C8B-B14F-4D97-AF65-F5344CB8AC3E}">
        <p14:creationId xmlns:p14="http://schemas.microsoft.com/office/powerpoint/2010/main" val="4127202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21C69A5F-CBBB-2678-35AF-83F366267657}"/>
              </a:ext>
            </a:extLst>
          </p:cNvPr>
          <p:cNvSpPr>
            <a:spLocks noGrp="1"/>
          </p:cNvSpPr>
          <p:nvPr>
            <p:ph type="dt" sz="half" idx="10"/>
          </p:nvPr>
        </p:nvSpPr>
        <p:spPr/>
        <p:txBody>
          <a:bodyPr/>
          <a:lstStyle>
            <a:lvl1pPr>
              <a:defRPr/>
            </a:lvl1pPr>
          </a:lstStyle>
          <a:p>
            <a:pPr>
              <a:defRPr/>
            </a:pPr>
            <a:fld id="{9EE13823-EEFF-413E-B27C-0B32CBB7B05C}" type="datetimeFigureOut">
              <a:rPr lang="en-US"/>
              <a:pPr>
                <a:defRPr/>
              </a:pPr>
              <a:t>8/10/2026</a:t>
            </a:fld>
            <a:endParaRPr lang="en-US"/>
          </a:p>
        </p:txBody>
      </p:sp>
      <p:sp>
        <p:nvSpPr>
          <p:cNvPr id="4" name="Footer Placeholder 4">
            <a:extLst>
              <a:ext uri="{FF2B5EF4-FFF2-40B4-BE49-F238E27FC236}">
                <a16:creationId xmlns:a16="http://schemas.microsoft.com/office/drawing/2014/main" id="{4A88919E-B132-A297-EE61-FDFAFE8B8AF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19AC200-D2CF-1C09-D51F-8EE7E79B5664}"/>
              </a:ext>
            </a:extLst>
          </p:cNvPr>
          <p:cNvSpPr>
            <a:spLocks noGrp="1"/>
          </p:cNvSpPr>
          <p:nvPr>
            <p:ph type="sldNum" sz="quarter" idx="12"/>
          </p:nvPr>
        </p:nvSpPr>
        <p:spPr/>
        <p:txBody>
          <a:bodyPr/>
          <a:lstStyle>
            <a:lvl1pPr>
              <a:defRPr/>
            </a:lvl1pPr>
          </a:lstStyle>
          <a:p>
            <a:pPr>
              <a:defRPr/>
            </a:pPr>
            <a:r>
              <a:rPr lang="en-US" altLang="en-US"/>
              <a:t>6.</a:t>
            </a:r>
            <a:fld id="{AC14374E-3CA4-4C79-AF7B-367B20586A55}" type="slidenum">
              <a:rPr lang="en-US" altLang="en-US" smtClean="0"/>
              <a:pPr>
                <a:defRPr/>
              </a:pPr>
              <a:t>‹#›</a:t>
            </a:fld>
            <a:endParaRPr lang="en-US" altLang="en-US"/>
          </a:p>
        </p:txBody>
      </p:sp>
    </p:spTree>
    <p:extLst>
      <p:ext uri="{BB962C8B-B14F-4D97-AF65-F5344CB8AC3E}">
        <p14:creationId xmlns:p14="http://schemas.microsoft.com/office/powerpoint/2010/main" val="1615232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C3EFE05-3B6F-8164-AF00-5AA04E278F85}"/>
              </a:ext>
            </a:extLst>
          </p:cNvPr>
          <p:cNvSpPr>
            <a:spLocks noGrp="1"/>
          </p:cNvSpPr>
          <p:nvPr>
            <p:ph type="dt" sz="half" idx="10"/>
          </p:nvPr>
        </p:nvSpPr>
        <p:spPr/>
        <p:txBody>
          <a:bodyPr/>
          <a:lstStyle>
            <a:lvl1pPr>
              <a:defRPr/>
            </a:lvl1pPr>
          </a:lstStyle>
          <a:p>
            <a:pPr>
              <a:defRPr/>
            </a:pPr>
            <a:fld id="{6F982617-06A3-4E5D-9B33-86C4D8975399}" type="datetimeFigureOut">
              <a:rPr lang="en-US"/>
              <a:pPr>
                <a:defRPr/>
              </a:pPr>
              <a:t>8/10/2026</a:t>
            </a:fld>
            <a:endParaRPr lang="en-US"/>
          </a:p>
        </p:txBody>
      </p:sp>
      <p:sp>
        <p:nvSpPr>
          <p:cNvPr id="3" name="Footer Placeholder 4">
            <a:extLst>
              <a:ext uri="{FF2B5EF4-FFF2-40B4-BE49-F238E27FC236}">
                <a16:creationId xmlns:a16="http://schemas.microsoft.com/office/drawing/2014/main" id="{EBA10D55-C0E7-9D5F-C751-16234D37A44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A891EEA0-D463-0950-F17E-F619B3626F11}"/>
              </a:ext>
            </a:extLst>
          </p:cNvPr>
          <p:cNvSpPr>
            <a:spLocks noGrp="1"/>
          </p:cNvSpPr>
          <p:nvPr>
            <p:ph type="sldNum" sz="quarter" idx="12"/>
          </p:nvPr>
        </p:nvSpPr>
        <p:spPr/>
        <p:txBody>
          <a:bodyPr/>
          <a:lstStyle>
            <a:lvl1pPr>
              <a:defRPr/>
            </a:lvl1pPr>
          </a:lstStyle>
          <a:p>
            <a:pPr>
              <a:defRPr/>
            </a:pPr>
            <a:r>
              <a:rPr lang="en-US" altLang="en-US"/>
              <a:t>6.</a:t>
            </a:r>
            <a:fld id="{8CADF9B1-1C88-4820-9F7A-7A1C9EC1D045}" type="slidenum">
              <a:rPr lang="en-US" altLang="en-US" smtClean="0"/>
              <a:pPr>
                <a:defRPr/>
              </a:pPr>
              <a:t>‹#›</a:t>
            </a:fld>
            <a:endParaRPr lang="en-US" altLang="en-US"/>
          </a:p>
        </p:txBody>
      </p:sp>
    </p:spTree>
    <p:extLst>
      <p:ext uri="{BB962C8B-B14F-4D97-AF65-F5344CB8AC3E}">
        <p14:creationId xmlns:p14="http://schemas.microsoft.com/office/powerpoint/2010/main" val="408906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E2320E7-6E50-ADBA-47BB-B9248B4AC892}"/>
              </a:ext>
            </a:extLst>
          </p:cNvPr>
          <p:cNvSpPr>
            <a:spLocks noGrp="1"/>
          </p:cNvSpPr>
          <p:nvPr>
            <p:ph type="dt" sz="half" idx="10"/>
          </p:nvPr>
        </p:nvSpPr>
        <p:spPr/>
        <p:txBody>
          <a:bodyPr/>
          <a:lstStyle>
            <a:lvl1pPr>
              <a:defRPr/>
            </a:lvl1pPr>
          </a:lstStyle>
          <a:p>
            <a:pPr>
              <a:defRPr/>
            </a:pPr>
            <a:fld id="{00DC2DAE-E46F-4CB2-9556-ACADC5F8535C}" type="datetimeFigureOut">
              <a:rPr lang="en-US"/>
              <a:pPr>
                <a:defRPr/>
              </a:pPr>
              <a:t>8/10/2026</a:t>
            </a:fld>
            <a:endParaRPr lang="en-US"/>
          </a:p>
        </p:txBody>
      </p:sp>
      <p:sp>
        <p:nvSpPr>
          <p:cNvPr id="6" name="Footer Placeholder 4">
            <a:extLst>
              <a:ext uri="{FF2B5EF4-FFF2-40B4-BE49-F238E27FC236}">
                <a16:creationId xmlns:a16="http://schemas.microsoft.com/office/drawing/2014/main" id="{CE2CB348-D073-B386-482A-D8E8F83F0F8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FE57B41-F446-D684-4BA1-A4E0939D646D}"/>
              </a:ext>
            </a:extLst>
          </p:cNvPr>
          <p:cNvSpPr>
            <a:spLocks noGrp="1"/>
          </p:cNvSpPr>
          <p:nvPr>
            <p:ph type="sldNum" sz="quarter" idx="12"/>
          </p:nvPr>
        </p:nvSpPr>
        <p:spPr/>
        <p:txBody>
          <a:bodyPr/>
          <a:lstStyle>
            <a:lvl1pPr>
              <a:defRPr/>
            </a:lvl1pPr>
          </a:lstStyle>
          <a:p>
            <a:pPr>
              <a:defRPr/>
            </a:pPr>
            <a:r>
              <a:rPr lang="en-US" altLang="en-US"/>
              <a:t>6.</a:t>
            </a:r>
            <a:fld id="{D7D2DBBA-D771-4F1C-B1EF-5CA408EEC1A7}" type="slidenum">
              <a:rPr lang="en-US" altLang="en-US" smtClean="0"/>
              <a:pPr>
                <a:defRPr/>
              </a:pPr>
              <a:t>‹#›</a:t>
            </a:fld>
            <a:endParaRPr lang="en-US" altLang="en-US"/>
          </a:p>
        </p:txBody>
      </p:sp>
    </p:spTree>
    <p:extLst>
      <p:ext uri="{BB962C8B-B14F-4D97-AF65-F5344CB8AC3E}">
        <p14:creationId xmlns:p14="http://schemas.microsoft.com/office/powerpoint/2010/main" val="246178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A7ABF5C-6C24-4947-E495-613E64F5080F}"/>
              </a:ext>
            </a:extLst>
          </p:cNvPr>
          <p:cNvSpPr>
            <a:spLocks noGrp="1"/>
          </p:cNvSpPr>
          <p:nvPr>
            <p:ph type="dt" sz="half" idx="10"/>
          </p:nvPr>
        </p:nvSpPr>
        <p:spPr/>
        <p:txBody>
          <a:bodyPr/>
          <a:lstStyle>
            <a:lvl1pPr>
              <a:defRPr/>
            </a:lvl1pPr>
          </a:lstStyle>
          <a:p>
            <a:pPr>
              <a:defRPr/>
            </a:pPr>
            <a:fld id="{46D4E8E0-0FE2-473A-93A5-C5F44858DC49}" type="datetimeFigureOut">
              <a:rPr lang="en-US"/>
              <a:pPr>
                <a:defRPr/>
              </a:pPr>
              <a:t>8/10/2026</a:t>
            </a:fld>
            <a:endParaRPr lang="en-US"/>
          </a:p>
        </p:txBody>
      </p:sp>
      <p:sp>
        <p:nvSpPr>
          <p:cNvPr id="6" name="Footer Placeholder 4">
            <a:extLst>
              <a:ext uri="{FF2B5EF4-FFF2-40B4-BE49-F238E27FC236}">
                <a16:creationId xmlns:a16="http://schemas.microsoft.com/office/drawing/2014/main" id="{0975008C-8A19-43BE-0A7D-2211E395873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A13DEBE-4C7D-8701-B88C-BA5F300110A5}"/>
              </a:ext>
            </a:extLst>
          </p:cNvPr>
          <p:cNvSpPr>
            <a:spLocks noGrp="1"/>
          </p:cNvSpPr>
          <p:nvPr>
            <p:ph type="sldNum" sz="quarter" idx="12"/>
          </p:nvPr>
        </p:nvSpPr>
        <p:spPr/>
        <p:txBody>
          <a:bodyPr/>
          <a:lstStyle>
            <a:lvl1pPr>
              <a:defRPr/>
            </a:lvl1pPr>
          </a:lstStyle>
          <a:p>
            <a:pPr>
              <a:defRPr/>
            </a:pPr>
            <a:r>
              <a:rPr lang="en-US" altLang="en-US"/>
              <a:t>6.</a:t>
            </a:r>
            <a:fld id="{50EB4A4D-DF79-4906-A298-CDB40E07B655}" type="slidenum">
              <a:rPr lang="en-US" altLang="en-US" smtClean="0"/>
              <a:pPr>
                <a:defRPr/>
              </a:pPr>
              <a:t>‹#›</a:t>
            </a:fld>
            <a:endParaRPr lang="en-US" altLang="en-US"/>
          </a:p>
        </p:txBody>
      </p:sp>
    </p:spTree>
    <p:extLst>
      <p:ext uri="{BB962C8B-B14F-4D97-AF65-F5344CB8AC3E}">
        <p14:creationId xmlns:p14="http://schemas.microsoft.com/office/powerpoint/2010/main" val="2374803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27BFC3E-EA4D-9EF5-7663-F4AC29D41895}"/>
              </a:ext>
            </a:extLst>
          </p:cNvPr>
          <p:cNvSpPr>
            <a:spLocks noGrp="1"/>
          </p:cNvSpPr>
          <p:nvPr>
            <p:ph type="dt" sz="half" idx="10"/>
          </p:nvPr>
        </p:nvSpPr>
        <p:spPr/>
        <p:txBody>
          <a:bodyPr/>
          <a:lstStyle>
            <a:lvl1pPr>
              <a:defRPr/>
            </a:lvl1pPr>
          </a:lstStyle>
          <a:p>
            <a:pPr>
              <a:defRPr/>
            </a:pPr>
            <a:fld id="{4FED5FA6-8240-4971-9919-632F306935B2}" type="datetimeFigureOut">
              <a:rPr lang="en-US"/>
              <a:pPr>
                <a:defRPr/>
              </a:pPr>
              <a:t>8/10/2026</a:t>
            </a:fld>
            <a:endParaRPr lang="en-US"/>
          </a:p>
        </p:txBody>
      </p:sp>
      <p:sp>
        <p:nvSpPr>
          <p:cNvPr id="6" name="Footer Placeholder 4">
            <a:extLst>
              <a:ext uri="{FF2B5EF4-FFF2-40B4-BE49-F238E27FC236}">
                <a16:creationId xmlns:a16="http://schemas.microsoft.com/office/drawing/2014/main" id="{6CA31D3F-567A-2766-7D0B-3ADC762EEC3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DF397D7-BCB2-CA5C-DE8D-B9BCFD9AFC9A}"/>
              </a:ext>
            </a:extLst>
          </p:cNvPr>
          <p:cNvSpPr>
            <a:spLocks noGrp="1"/>
          </p:cNvSpPr>
          <p:nvPr>
            <p:ph type="sldNum" sz="quarter" idx="12"/>
          </p:nvPr>
        </p:nvSpPr>
        <p:spPr/>
        <p:txBody>
          <a:bodyPr/>
          <a:lstStyle>
            <a:lvl1pPr>
              <a:defRPr/>
            </a:lvl1pPr>
          </a:lstStyle>
          <a:p>
            <a:pPr>
              <a:defRPr/>
            </a:pPr>
            <a:r>
              <a:rPr lang="en-US" altLang="en-US"/>
              <a:t>6.</a:t>
            </a:r>
            <a:fld id="{A2915310-17CA-4ABD-B9F7-B31A64D43C0A}" type="slidenum">
              <a:rPr lang="en-US" altLang="en-US" smtClean="0"/>
              <a:pPr>
                <a:defRPr/>
              </a:pPr>
              <a:t>‹#›</a:t>
            </a:fld>
            <a:endParaRPr lang="en-US" altLang="en-US"/>
          </a:p>
        </p:txBody>
      </p:sp>
    </p:spTree>
    <p:extLst>
      <p:ext uri="{BB962C8B-B14F-4D97-AF65-F5344CB8AC3E}">
        <p14:creationId xmlns:p14="http://schemas.microsoft.com/office/powerpoint/2010/main" val="232678704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3">
            <a:extLst>
              <a:ext uri="{FF2B5EF4-FFF2-40B4-BE49-F238E27FC236}">
                <a16:creationId xmlns:a16="http://schemas.microsoft.com/office/drawing/2014/main" id="{345E7D89-E584-C264-A260-F76D2BD9CF00}"/>
              </a:ext>
            </a:extLst>
          </p:cNvPr>
          <p:cNvSpPr>
            <a:spLocks noGrp="1"/>
          </p:cNvSpPr>
          <p:nvPr>
            <p:ph type="dt" sz="half" idx="10"/>
          </p:nvPr>
        </p:nvSpPr>
        <p:spPr/>
        <p:txBody>
          <a:bodyPr/>
          <a:lstStyle>
            <a:lvl1pPr>
              <a:defRPr/>
            </a:lvl1pPr>
          </a:lstStyle>
          <a:p>
            <a:pPr>
              <a:defRPr/>
            </a:pPr>
            <a:fld id="{0CBF43A5-B1E5-4517-9070-EAE082D686A7}" type="datetimeFigureOut">
              <a:rPr lang="en-US"/>
              <a:pPr>
                <a:defRPr/>
              </a:pPr>
              <a:t>8/10/2026</a:t>
            </a:fld>
            <a:endParaRPr lang="en-US"/>
          </a:p>
        </p:txBody>
      </p:sp>
      <p:sp>
        <p:nvSpPr>
          <p:cNvPr id="4" name="Footer Placeholder 4">
            <a:extLst>
              <a:ext uri="{FF2B5EF4-FFF2-40B4-BE49-F238E27FC236}">
                <a16:creationId xmlns:a16="http://schemas.microsoft.com/office/drawing/2014/main" id="{D6D642A6-56FC-7027-BE38-4EBF8854516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A461AC3-6EBA-5DCF-D604-86384EC7E051}"/>
              </a:ext>
            </a:extLst>
          </p:cNvPr>
          <p:cNvSpPr>
            <a:spLocks noGrp="1"/>
          </p:cNvSpPr>
          <p:nvPr>
            <p:ph type="sldNum" sz="quarter" idx="12"/>
          </p:nvPr>
        </p:nvSpPr>
        <p:spPr/>
        <p:txBody>
          <a:bodyPr/>
          <a:lstStyle>
            <a:lvl1pPr>
              <a:defRPr/>
            </a:lvl1pPr>
          </a:lstStyle>
          <a:p>
            <a:pPr>
              <a:defRPr/>
            </a:pPr>
            <a:r>
              <a:rPr lang="en-US" altLang="en-US"/>
              <a:t>6.</a:t>
            </a:r>
            <a:fld id="{1665E559-6CAE-4FA9-BD9D-B6181B2BBE77}" type="slidenum">
              <a:rPr lang="en-US" altLang="en-US" smtClean="0"/>
              <a:pPr>
                <a:defRPr/>
              </a:pPr>
              <a:t>‹#›</a:t>
            </a:fld>
            <a:endParaRPr lang="en-US" altLang="en-US"/>
          </a:p>
        </p:txBody>
      </p:sp>
    </p:spTree>
    <p:extLst>
      <p:ext uri="{BB962C8B-B14F-4D97-AF65-F5344CB8AC3E}">
        <p14:creationId xmlns:p14="http://schemas.microsoft.com/office/powerpoint/2010/main" val="39812209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5AC32D-130D-A7E8-BCD0-EDB555987884}"/>
              </a:ext>
            </a:extLst>
          </p:cNvPr>
          <p:cNvSpPr txBox="1"/>
          <p:nvPr/>
        </p:nvSpPr>
        <p:spPr>
          <a:xfrm>
            <a:off x="674688" y="971550"/>
            <a:ext cx="600075" cy="1970088"/>
          </a:xfrm>
          <a:prstGeom prst="rect">
            <a:avLst/>
          </a:prstGeom>
          <a:noFill/>
        </p:spPr>
        <p:txBody>
          <a:bodyPr>
            <a:spAutoFit/>
          </a:bodyPr>
          <a:lstStyle>
            <a:defPPr>
              <a:defRPr lang="en-US"/>
            </a:defPPr>
            <a:lvl1pPr algn="r">
              <a:defRPr sz="12200" b="0" i="0">
                <a:solidFill>
                  <a:schemeClr val="bg2">
                    <a:lumMod val="40000"/>
                    <a:lumOff val="60000"/>
                  </a:schemeClr>
                </a:solidFill>
                <a:latin typeface="Arial"/>
                <a:ea typeface="+mj-ea"/>
                <a:cs typeface="+mj-cs"/>
              </a:defRPr>
            </a:lvl1pPr>
          </a:lstStyle>
          <a:p>
            <a:pPr eaLnBrk="1" fontAlgn="auto" hangingPunct="1">
              <a:spcBef>
                <a:spcPts val="0"/>
              </a:spcBef>
              <a:spcAft>
                <a:spcPts val="0"/>
              </a:spcAft>
              <a:defRPr/>
            </a:pPr>
            <a:r>
              <a:rPr lang="en-US" dirty="0"/>
              <a:t>“</a:t>
            </a:r>
          </a:p>
        </p:txBody>
      </p:sp>
      <p:sp>
        <p:nvSpPr>
          <p:cNvPr id="4" name="TextBox 3">
            <a:extLst>
              <a:ext uri="{FF2B5EF4-FFF2-40B4-BE49-F238E27FC236}">
                <a16:creationId xmlns:a16="http://schemas.microsoft.com/office/drawing/2014/main" id="{60001AB7-421E-4871-81B9-60F45338C692}"/>
              </a:ext>
            </a:extLst>
          </p:cNvPr>
          <p:cNvSpPr txBox="1"/>
          <p:nvPr/>
        </p:nvSpPr>
        <p:spPr>
          <a:xfrm>
            <a:off x="6999288" y="2613025"/>
            <a:ext cx="601662" cy="1970088"/>
          </a:xfrm>
          <a:prstGeom prst="rect">
            <a:avLst/>
          </a:prstGeom>
          <a:noFill/>
        </p:spPr>
        <p:txBody>
          <a:bodyPr>
            <a:spAutoFit/>
          </a:bodyPr>
          <a:lstStyle>
            <a:defPPr>
              <a:defRPr lang="en-US"/>
            </a:defPPr>
            <a:lvl1pPr algn="r">
              <a:defRPr sz="12200" b="0" i="0">
                <a:solidFill>
                  <a:schemeClr val="bg2">
                    <a:lumMod val="40000"/>
                    <a:lumOff val="60000"/>
                  </a:schemeClr>
                </a:solidFill>
                <a:latin typeface="Arial"/>
                <a:ea typeface="+mj-ea"/>
                <a:cs typeface="+mj-cs"/>
              </a:defRPr>
            </a:lvl1pPr>
          </a:lstStyle>
          <a:p>
            <a:pPr eaLnBrk="1" fontAlgn="auto" hangingPunct="1">
              <a:spcBef>
                <a:spcPts val="0"/>
              </a:spcBef>
              <a:spcAft>
                <a:spcPts val="0"/>
              </a:spcAft>
              <a:defRPr/>
            </a:pPr>
            <a:r>
              <a:rPr lang="en-US" dirty="0"/>
              <a:t>”</a:t>
            </a:r>
          </a:p>
        </p:txBody>
      </p:sp>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rtlCol="0">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5A56906-0F6C-A909-8306-841730818380}"/>
              </a:ext>
            </a:extLst>
          </p:cNvPr>
          <p:cNvSpPr>
            <a:spLocks noGrp="1"/>
          </p:cNvSpPr>
          <p:nvPr>
            <p:ph type="dt" sz="half" idx="15"/>
          </p:nvPr>
        </p:nvSpPr>
        <p:spPr/>
        <p:txBody>
          <a:bodyPr/>
          <a:lstStyle>
            <a:lvl1pPr>
              <a:defRPr/>
            </a:lvl1pPr>
          </a:lstStyle>
          <a:p>
            <a:pPr>
              <a:defRPr/>
            </a:pPr>
            <a:fld id="{1F1A8FAA-C893-49FE-915B-4E34D88DB833}" type="datetimeFigureOut">
              <a:rPr lang="en-US"/>
              <a:pPr>
                <a:defRPr/>
              </a:pPr>
              <a:t>8/10/2026</a:t>
            </a:fld>
            <a:endParaRPr lang="en-US"/>
          </a:p>
        </p:txBody>
      </p:sp>
      <p:sp>
        <p:nvSpPr>
          <p:cNvPr id="6" name="Footer Placeholder 4">
            <a:extLst>
              <a:ext uri="{FF2B5EF4-FFF2-40B4-BE49-F238E27FC236}">
                <a16:creationId xmlns:a16="http://schemas.microsoft.com/office/drawing/2014/main" id="{970EF48E-DDDA-9D73-9104-A45D80C40265}"/>
              </a:ext>
            </a:extLst>
          </p:cNvPr>
          <p:cNvSpPr>
            <a:spLocks noGrp="1"/>
          </p:cNvSpPr>
          <p:nvPr>
            <p:ph type="ftr" sz="quarter" idx="16"/>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9357EF2-D9BD-3C1E-A2FA-687A63A2F8E0}"/>
              </a:ext>
            </a:extLst>
          </p:cNvPr>
          <p:cNvSpPr>
            <a:spLocks noGrp="1"/>
          </p:cNvSpPr>
          <p:nvPr>
            <p:ph type="sldNum" sz="quarter" idx="17"/>
          </p:nvPr>
        </p:nvSpPr>
        <p:spPr/>
        <p:txBody>
          <a:bodyPr/>
          <a:lstStyle>
            <a:lvl1pPr>
              <a:defRPr/>
            </a:lvl1pPr>
          </a:lstStyle>
          <a:p>
            <a:pPr>
              <a:defRPr/>
            </a:pPr>
            <a:r>
              <a:rPr lang="en-US" altLang="en-US"/>
              <a:t>6.</a:t>
            </a:r>
            <a:fld id="{FB503E20-B5B3-41AA-95F9-68A665A09B58}" type="slidenum">
              <a:rPr lang="en-US" altLang="en-US" smtClean="0"/>
              <a:pPr>
                <a:defRPr/>
              </a:pPr>
              <a:t>‹#›</a:t>
            </a:fld>
            <a:endParaRPr lang="en-US" altLang="en-US"/>
          </a:p>
        </p:txBody>
      </p:sp>
    </p:spTree>
    <p:extLst>
      <p:ext uri="{BB962C8B-B14F-4D97-AF65-F5344CB8AC3E}">
        <p14:creationId xmlns:p14="http://schemas.microsoft.com/office/powerpoint/2010/main" val="32860787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DB6118-49AD-FB9C-F9D0-BD2ED43B4F7A}"/>
              </a:ext>
            </a:extLst>
          </p:cNvPr>
          <p:cNvSpPr>
            <a:spLocks noGrp="1"/>
          </p:cNvSpPr>
          <p:nvPr>
            <p:ph type="dt" sz="half" idx="10"/>
          </p:nvPr>
        </p:nvSpPr>
        <p:spPr/>
        <p:txBody>
          <a:bodyPr/>
          <a:lstStyle>
            <a:lvl1pPr>
              <a:defRPr/>
            </a:lvl1pPr>
          </a:lstStyle>
          <a:p>
            <a:pPr>
              <a:defRPr/>
            </a:pPr>
            <a:fld id="{A56F1D26-1149-4C4F-9FF7-CD7C91AE7AA0}" type="datetimeFigureOut">
              <a:rPr lang="en-US"/>
              <a:pPr>
                <a:defRPr/>
              </a:pPr>
              <a:t>8/10/2026</a:t>
            </a:fld>
            <a:endParaRPr lang="en-US"/>
          </a:p>
        </p:txBody>
      </p:sp>
      <p:sp>
        <p:nvSpPr>
          <p:cNvPr id="5" name="Footer Placeholder 4">
            <a:extLst>
              <a:ext uri="{FF2B5EF4-FFF2-40B4-BE49-F238E27FC236}">
                <a16:creationId xmlns:a16="http://schemas.microsoft.com/office/drawing/2014/main" id="{65935B7D-62E8-D33D-F675-33C089E2714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34AB49A-1CD0-770C-A51F-1CB962111D82}"/>
              </a:ext>
            </a:extLst>
          </p:cNvPr>
          <p:cNvSpPr>
            <a:spLocks noGrp="1"/>
          </p:cNvSpPr>
          <p:nvPr>
            <p:ph type="sldNum" sz="quarter" idx="12"/>
          </p:nvPr>
        </p:nvSpPr>
        <p:spPr/>
        <p:txBody>
          <a:bodyPr/>
          <a:lstStyle>
            <a:lvl1pPr>
              <a:defRPr/>
            </a:lvl1pPr>
          </a:lstStyle>
          <a:p>
            <a:pPr>
              <a:defRPr/>
            </a:pPr>
            <a:r>
              <a:rPr lang="en-US" altLang="en-US"/>
              <a:t>6.</a:t>
            </a:r>
            <a:fld id="{60C83E90-C6FA-463F-8A64-8AD1A04A6D29}" type="slidenum">
              <a:rPr lang="en-US" altLang="en-US" smtClean="0"/>
              <a:pPr>
                <a:defRPr/>
              </a:pPr>
              <a:t>‹#›</a:t>
            </a:fld>
            <a:endParaRPr lang="en-US" altLang="en-US"/>
          </a:p>
        </p:txBody>
      </p:sp>
    </p:spTree>
    <p:extLst>
      <p:ext uri="{BB962C8B-B14F-4D97-AF65-F5344CB8AC3E}">
        <p14:creationId xmlns:p14="http://schemas.microsoft.com/office/powerpoint/2010/main" val="236061029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B28E4A6-CC58-EED6-39F4-4F940EE46C97}"/>
              </a:ext>
            </a:extLst>
          </p:cNvPr>
          <p:cNvCxnSpPr/>
          <p:nvPr/>
        </p:nvCxnSpPr>
        <p:spPr>
          <a:xfrm>
            <a:off x="2795588"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7DCE15D-150B-A9C1-ABA1-8471A05CB7FE}"/>
              </a:ext>
            </a:extLst>
          </p:cNvPr>
          <p:cNvCxnSpPr/>
          <p:nvPr/>
        </p:nvCxnSpPr>
        <p:spPr>
          <a:xfrm>
            <a:off x="5222875" y="2133600"/>
            <a:ext cx="0" cy="396716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a:extLst>
              <a:ext uri="{FF2B5EF4-FFF2-40B4-BE49-F238E27FC236}">
                <a16:creationId xmlns:a16="http://schemas.microsoft.com/office/drawing/2014/main" id="{D20CEC29-6394-4D2E-7578-18E748C01927}"/>
              </a:ext>
            </a:extLst>
          </p:cNvPr>
          <p:cNvSpPr>
            <a:spLocks noGrp="1"/>
          </p:cNvSpPr>
          <p:nvPr>
            <p:ph type="dt" sz="half" idx="18"/>
          </p:nvPr>
        </p:nvSpPr>
        <p:spPr/>
        <p:txBody>
          <a:bodyPr/>
          <a:lstStyle>
            <a:lvl1pPr>
              <a:defRPr/>
            </a:lvl1pPr>
          </a:lstStyle>
          <a:p>
            <a:pPr>
              <a:defRPr/>
            </a:pPr>
            <a:fld id="{7A819BFB-06ED-4478-A7BD-50B6F6E5B852}" type="datetimeFigureOut">
              <a:rPr lang="en-US"/>
              <a:pPr>
                <a:defRPr/>
              </a:pPr>
              <a:t>8/10/2026</a:t>
            </a:fld>
            <a:endParaRPr lang="en-US"/>
          </a:p>
        </p:txBody>
      </p:sp>
      <p:sp>
        <p:nvSpPr>
          <p:cNvPr id="8" name="Footer Placeholder 4">
            <a:extLst>
              <a:ext uri="{FF2B5EF4-FFF2-40B4-BE49-F238E27FC236}">
                <a16:creationId xmlns:a16="http://schemas.microsoft.com/office/drawing/2014/main" id="{8B373046-AD2A-3A82-8A11-CA418C050054}"/>
              </a:ext>
            </a:extLst>
          </p:cNvPr>
          <p:cNvSpPr>
            <a:spLocks noGrp="1"/>
          </p:cNvSpPr>
          <p:nvPr>
            <p:ph type="ftr" sz="quarter" idx="19"/>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12BD887-F157-BDF0-BBE6-BF62457F5614}"/>
              </a:ext>
            </a:extLst>
          </p:cNvPr>
          <p:cNvSpPr>
            <a:spLocks noGrp="1"/>
          </p:cNvSpPr>
          <p:nvPr>
            <p:ph type="sldNum" sz="quarter" idx="20"/>
          </p:nvPr>
        </p:nvSpPr>
        <p:spPr/>
        <p:txBody>
          <a:bodyPr/>
          <a:lstStyle>
            <a:lvl1pPr>
              <a:defRPr/>
            </a:lvl1pPr>
          </a:lstStyle>
          <a:p>
            <a:pPr>
              <a:defRPr/>
            </a:pPr>
            <a:r>
              <a:rPr lang="en-US" altLang="en-US"/>
              <a:t>6.</a:t>
            </a:r>
            <a:fld id="{EB9143AA-5726-4D7E-8A90-32CA58BA3C50}" type="slidenum">
              <a:rPr lang="en-US" altLang="en-US" smtClean="0"/>
              <a:pPr>
                <a:defRPr/>
              </a:pPr>
              <a:t>‹#›</a:t>
            </a:fld>
            <a:endParaRPr lang="en-US" altLang="en-US"/>
          </a:p>
        </p:txBody>
      </p:sp>
    </p:spTree>
    <p:extLst>
      <p:ext uri="{BB962C8B-B14F-4D97-AF65-F5344CB8AC3E}">
        <p14:creationId xmlns:p14="http://schemas.microsoft.com/office/powerpoint/2010/main" val="198242263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8CB7752-E742-E548-2EC0-54846B2DC498}"/>
              </a:ext>
            </a:extLst>
          </p:cNvPr>
          <p:cNvCxnSpPr/>
          <p:nvPr/>
        </p:nvCxnSpPr>
        <p:spPr>
          <a:xfrm>
            <a:off x="2795588"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49B77D9-9A89-0461-71BD-905A4D3BFF46}"/>
              </a:ext>
            </a:extLst>
          </p:cNvPr>
          <p:cNvCxnSpPr/>
          <p:nvPr/>
        </p:nvCxnSpPr>
        <p:spPr>
          <a:xfrm>
            <a:off x="5222875" y="2133600"/>
            <a:ext cx="0" cy="396716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2" name="Text Placeholder 3"/>
          <p:cNvSpPr>
            <a:spLocks noGrp="1"/>
          </p:cNvSpPr>
          <p:nvPr>
            <p:ph type="body" sz="half" idx="18"/>
          </p:nvPr>
        </p:nvSpPr>
        <p:spPr>
          <a:xfrm>
            <a:off x="489475" y="4827212"/>
            <a:ext cx="2205612" cy="659189"/>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3" name="Text Placeholder 3"/>
          <p:cNvSpPr>
            <a:spLocks noGrp="1"/>
          </p:cNvSpPr>
          <p:nvPr>
            <p:ph type="body" sz="half" idx="19"/>
          </p:nvPr>
        </p:nvSpPr>
        <p:spPr>
          <a:xfrm>
            <a:off x="2916776" y="4827211"/>
            <a:ext cx="2201378" cy="659189"/>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4" name="Text Placeholder 3"/>
          <p:cNvSpPr>
            <a:spLocks noGrp="1"/>
          </p:cNvSpPr>
          <p:nvPr>
            <p:ph type="body" sz="half" idx="20"/>
          </p:nvPr>
        </p:nvSpPr>
        <p:spPr>
          <a:xfrm>
            <a:off x="5344824" y="4827209"/>
            <a:ext cx="2202571" cy="659189"/>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a:extLst>
              <a:ext uri="{FF2B5EF4-FFF2-40B4-BE49-F238E27FC236}">
                <a16:creationId xmlns:a16="http://schemas.microsoft.com/office/drawing/2014/main" id="{5853D124-6ECA-EE07-887B-03DEEF79826A}"/>
              </a:ext>
            </a:extLst>
          </p:cNvPr>
          <p:cNvSpPr>
            <a:spLocks noGrp="1"/>
          </p:cNvSpPr>
          <p:nvPr>
            <p:ph type="dt" sz="half" idx="23"/>
          </p:nvPr>
        </p:nvSpPr>
        <p:spPr/>
        <p:txBody>
          <a:bodyPr/>
          <a:lstStyle>
            <a:lvl1pPr>
              <a:defRPr/>
            </a:lvl1pPr>
          </a:lstStyle>
          <a:p>
            <a:pPr>
              <a:defRPr/>
            </a:pPr>
            <a:fld id="{CD11C913-8175-4A12-8D4D-EBE416237B5B}" type="datetimeFigureOut">
              <a:rPr lang="en-US"/>
              <a:pPr>
                <a:defRPr/>
              </a:pPr>
              <a:t>8/10/2026</a:t>
            </a:fld>
            <a:endParaRPr lang="en-US"/>
          </a:p>
        </p:txBody>
      </p:sp>
      <p:sp>
        <p:nvSpPr>
          <p:cNvPr id="8" name="Footer Placeholder 4">
            <a:extLst>
              <a:ext uri="{FF2B5EF4-FFF2-40B4-BE49-F238E27FC236}">
                <a16:creationId xmlns:a16="http://schemas.microsoft.com/office/drawing/2014/main" id="{67BE9BDE-357C-275E-B688-9B33A85A402B}"/>
              </a:ext>
            </a:extLst>
          </p:cNvPr>
          <p:cNvSpPr>
            <a:spLocks noGrp="1"/>
          </p:cNvSpPr>
          <p:nvPr>
            <p:ph type="ftr" sz="quarter" idx="24"/>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84D5342-2FDA-051A-AA17-E4D613F0F265}"/>
              </a:ext>
            </a:extLst>
          </p:cNvPr>
          <p:cNvSpPr>
            <a:spLocks noGrp="1"/>
          </p:cNvSpPr>
          <p:nvPr>
            <p:ph type="sldNum" sz="quarter" idx="25"/>
          </p:nvPr>
        </p:nvSpPr>
        <p:spPr/>
        <p:txBody>
          <a:bodyPr/>
          <a:lstStyle>
            <a:lvl1pPr>
              <a:defRPr/>
            </a:lvl1pPr>
          </a:lstStyle>
          <a:p>
            <a:pPr>
              <a:defRPr/>
            </a:pPr>
            <a:r>
              <a:rPr lang="en-US" altLang="en-US"/>
              <a:t>6.</a:t>
            </a:r>
            <a:fld id="{CCFEDDBB-355A-437E-BE10-7A25F88900A0}" type="slidenum">
              <a:rPr lang="en-US" altLang="en-US" smtClean="0"/>
              <a:pPr>
                <a:defRPr/>
              </a:pPr>
              <a:t>‹#›</a:t>
            </a:fld>
            <a:endParaRPr lang="en-US" altLang="en-US"/>
          </a:p>
        </p:txBody>
      </p:sp>
    </p:spTree>
    <p:extLst>
      <p:ext uri="{BB962C8B-B14F-4D97-AF65-F5344CB8AC3E}">
        <p14:creationId xmlns:p14="http://schemas.microsoft.com/office/powerpoint/2010/main" val="205856284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51F0F5-1DA7-6B67-8628-ADDF0B9C6B1F}"/>
              </a:ext>
            </a:extLst>
          </p:cNvPr>
          <p:cNvSpPr>
            <a:spLocks noGrp="1"/>
          </p:cNvSpPr>
          <p:nvPr>
            <p:ph type="dt" sz="half" idx="10"/>
          </p:nvPr>
        </p:nvSpPr>
        <p:spPr/>
        <p:txBody>
          <a:bodyPr/>
          <a:lstStyle>
            <a:lvl1pPr>
              <a:defRPr/>
            </a:lvl1pPr>
          </a:lstStyle>
          <a:p>
            <a:pPr>
              <a:defRPr/>
            </a:pPr>
            <a:fld id="{15CAC50C-3ABC-4CA5-851E-63B9C42021B2}" type="datetimeFigureOut">
              <a:rPr lang="en-US"/>
              <a:pPr>
                <a:defRPr/>
              </a:pPr>
              <a:t>8/10/2026</a:t>
            </a:fld>
            <a:endParaRPr lang="en-US"/>
          </a:p>
        </p:txBody>
      </p:sp>
      <p:sp>
        <p:nvSpPr>
          <p:cNvPr id="5" name="Footer Placeholder 4">
            <a:extLst>
              <a:ext uri="{FF2B5EF4-FFF2-40B4-BE49-F238E27FC236}">
                <a16:creationId xmlns:a16="http://schemas.microsoft.com/office/drawing/2014/main" id="{8FEA15E3-37DD-288D-7789-FC397DAD8C6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A16D265-887F-26F1-C884-98BE38684DA7}"/>
              </a:ext>
            </a:extLst>
          </p:cNvPr>
          <p:cNvSpPr>
            <a:spLocks noGrp="1"/>
          </p:cNvSpPr>
          <p:nvPr>
            <p:ph type="sldNum" sz="quarter" idx="12"/>
          </p:nvPr>
        </p:nvSpPr>
        <p:spPr/>
        <p:txBody>
          <a:bodyPr/>
          <a:lstStyle>
            <a:lvl1pPr>
              <a:defRPr/>
            </a:lvl1pPr>
          </a:lstStyle>
          <a:p>
            <a:pPr>
              <a:defRPr/>
            </a:pPr>
            <a:r>
              <a:rPr lang="en-US" altLang="en-US"/>
              <a:t>6.</a:t>
            </a:r>
            <a:fld id="{974245D5-8259-43F4-89B3-E0AD81778705}" type="slidenum">
              <a:rPr lang="en-US" altLang="en-US" smtClean="0"/>
              <a:pPr>
                <a:defRPr/>
              </a:pPr>
              <a:t>‹#›</a:t>
            </a:fld>
            <a:endParaRPr lang="en-US" altLang="en-US"/>
          </a:p>
        </p:txBody>
      </p:sp>
    </p:spTree>
    <p:extLst>
      <p:ext uri="{BB962C8B-B14F-4D97-AF65-F5344CB8AC3E}">
        <p14:creationId xmlns:p14="http://schemas.microsoft.com/office/powerpoint/2010/main" val="1624228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BF2302D-58F9-782E-7FEA-83310D95F67C}"/>
              </a:ext>
            </a:extLst>
          </p:cNvPr>
          <p:cNvSpPr>
            <a:spLocks noGrp="1"/>
          </p:cNvSpPr>
          <p:nvPr>
            <p:ph type="dt" sz="half" idx="10"/>
          </p:nvPr>
        </p:nvSpPr>
        <p:spPr/>
        <p:txBody>
          <a:bodyPr/>
          <a:lstStyle>
            <a:lvl1pPr>
              <a:defRPr/>
            </a:lvl1pPr>
          </a:lstStyle>
          <a:p>
            <a:pPr>
              <a:defRPr/>
            </a:pPr>
            <a:fld id="{B08BFB43-A87A-437D-8D0D-F5131258CDC8}" type="datetimeFigureOut">
              <a:rPr lang="en-US"/>
              <a:pPr>
                <a:defRPr/>
              </a:pPr>
              <a:t>8/10/2026</a:t>
            </a:fld>
            <a:endParaRPr lang="en-US"/>
          </a:p>
        </p:txBody>
      </p:sp>
      <p:sp>
        <p:nvSpPr>
          <p:cNvPr id="5" name="Footer Placeholder 4">
            <a:extLst>
              <a:ext uri="{FF2B5EF4-FFF2-40B4-BE49-F238E27FC236}">
                <a16:creationId xmlns:a16="http://schemas.microsoft.com/office/drawing/2014/main" id="{37DE00F7-346A-404D-CF9C-C8A35E7FFA3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9B4CB35-2818-D6D0-5A44-1B98BFA1378D}"/>
              </a:ext>
            </a:extLst>
          </p:cNvPr>
          <p:cNvSpPr>
            <a:spLocks noGrp="1"/>
          </p:cNvSpPr>
          <p:nvPr>
            <p:ph type="sldNum" sz="quarter" idx="12"/>
          </p:nvPr>
        </p:nvSpPr>
        <p:spPr/>
        <p:txBody>
          <a:bodyPr/>
          <a:lstStyle>
            <a:lvl1pPr>
              <a:defRPr/>
            </a:lvl1pPr>
          </a:lstStyle>
          <a:p>
            <a:pPr>
              <a:defRPr/>
            </a:pPr>
            <a:r>
              <a:rPr lang="en-US" altLang="en-US"/>
              <a:t>6.</a:t>
            </a:r>
            <a:fld id="{07466A57-BCB5-4A39-944E-64F8AEA36F3F}" type="slidenum">
              <a:rPr lang="en-US" altLang="en-US" smtClean="0"/>
              <a:pPr>
                <a:defRPr/>
              </a:pPr>
              <a:t>‹#›</a:t>
            </a:fld>
            <a:endParaRPr lang="en-US" altLang="en-US"/>
          </a:p>
        </p:txBody>
      </p:sp>
    </p:spTree>
    <p:extLst>
      <p:ext uri="{BB962C8B-B14F-4D97-AF65-F5344CB8AC3E}">
        <p14:creationId xmlns:p14="http://schemas.microsoft.com/office/powerpoint/2010/main" val="2151774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9"/>
          <a:srcRect/>
          <a:stretch>
            <a:fillRect/>
          </a:stretch>
        </a:blipFill>
        <a:effectLst/>
      </p:bgPr>
    </p:bg>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5ADEB7C0-EAEA-ADDD-9D82-5BABFFFC4252}"/>
              </a:ext>
            </a:extLst>
          </p:cNvPr>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a:extLst>
              <a:ext uri="{FF2B5EF4-FFF2-40B4-BE49-F238E27FC236}">
                <a16:creationId xmlns:a16="http://schemas.microsoft.com/office/drawing/2014/main" id="{E6D91052-B718-7B88-4832-70ADCB23921A}"/>
              </a:ext>
            </a:extLst>
          </p:cNvPr>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a:extLst>
              <a:ext uri="{FF2B5EF4-FFF2-40B4-BE49-F238E27FC236}">
                <a16:creationId xmlns:a16="http://schemas.microsoft.com/office/drawing/2014/main" id="{20E0BA54-D228-DFE6-84DC-4EC20DDC8959}"/>
              </a:ext>
            </a:extLst>
          </p:cNvPr>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a:extLst>
              <a:ext uri="{FF2B5EF4-FFF2-40B4-BE49-F238E27FC236}">
                <a16:creationId xmlns:a16="http://schemas.microsoft.com/office/drawing/2014/main" id="{8DEE23FF-C35C-3D81-FC00-03165EB39BC2}"/>
              </a:ext>
            </a:extLst>
          </p:cNvPr>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a:extLst>
              <a:ext uri="{FF2B5EF4-FFF2-40B4-BE49-F238E27FC236}">
                <a16:creationId xmlns:a16="http://schemas.microsoft.com/office/drawing/2014/main" id="{F94D401E-8CC8-B386-9FE1-B562A30E0EDF}"/>
              </a:ext>
            </a:extLst>
          </p:cNvPr>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1352069B-2C2E-6899-C07C-CF21518F8674}"/>
              </a:ext>
            </a:extLst>
          </p:cNvPr>
          <p:cNvSpPr/>
          <p:nvPr/>
        </p:nvSpPr>
        <p:spPr>
          <a:xfrm>
            <a:off x="7745413" y="0"/>
            <a:ext cx="685800" cy="110013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42" name="Title Placeholder 1">
            <a:extLst>
              <a:ext uri="{FF2B5EF4-FFF2-40B4-BE49-F238E27FC236}">
                <a16:creationId xmlns:a16="http://schemas.microsoft.com/office/drawing/2014/main" id="{B654D837-D8D0-A377-D9D6-45CF08A1939F}"/>
              </a:ext>
            </a:extLst>
          </p:cNvPr>
          <p:cNvSpPr>
            <a:spLocks noGrp="1" noChangeArrowheads="1"/>
          </p:cNvSpPr>
          <p:nvPr>
            <p:ph type="title"/>
          </p:nvPr>
        </p:nvSpPr>
        <p:spPr bwMode="auto">
          <a:xfrm>
            <a:off x="484188" y="452438"/>
            <a:ext cx="7056437"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43" name="Text Placeholder 2">
            <a:extLst>
              <a:ext uri="{FF2B5EF4-FFF2-40B4-BE49-F238E27FC236}">
                <a16:creationId xmlns:a16="http://schemas.microsoft.com/office/drawing/2014/main" id="{1AE3E61B-C840-D09F-CE80-7F3CF6220DC0}"/>
              </a:ext>
            </a:extLst>
          </p:cNvPr>
          <p:cNvSpPr>
            <a:spLocks noGrp="1" noChangeArrowheads="1"/>
          </p:cNvSpPr>
          <p:nvPr>
            <p:ph type="body" idx="1"/>
          </p:nvPr>
        </p:nvSpPr>
        <p:spPr bwMode="auto">
          <a:xfrm>
            <a:off x="827088" y="2052638"/>
            <a:ext cx="6711950" cy="419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434C85C-3CC2-4231-8877-949574462F6B}"/>
              </a:ext>
            </a:extLst>
          </p:cNvPr>
          <p:cNvSpPr>
            <a:spLocks noGrp="1"/>
          </p:cNvSpPr>
          <p:nvPr>
            <p:ph type="dt" sz="half" idx="2"/>
          </p:nvPr>
        </p:nvSpPr>
        <p:spPr>
          <a:xfrm rot="5400000">
            <a:off x="7494588" y="1828800"/>
            <a:ext cx="990600" cy="228600"/>
          </a:xfrm>
          <a:prstGeom prst="rect">
            <a:avLst/>
          </a:prstGeom>
        </p:spPr>
        <p:txBody>
          <a:bodyPr vert="horz" lIns="91440" tIns="45720" rIns="91440" bIns="45720" rtlCol="0" anchor="t"/>
          <a:lstStyle>
            <a:lvl1pPr algn="l" eaLnBrk="1" fontAlgn="auto" hangingPunct="1">
              <a:spcBef>
                <a:spcPts val="0"/>
              </a:spcBef>
              <a:spcAft>
                <a:spcPts val="0"/>
              </a:spcAft>
              <a:defRPr sz="1100" b="0" i="0">
                <a:solidFill>
                  <a:schemeClr val="tx1">
                    <a:tint val="75000"/>
                    <a:alpha val="60000"/>
                  </a:schemeClr>
                </a:solidFill>
                <a:latin typeface="+mn-lt"/>
              </a:defRPr>
            </a:lvl1pPr>
          </a:lstStyle>
          <a:p>
            <a:pPr>
              <a:defRPr/>
            </a:pPr>
            <a:fld id="{120DE52E-B41C-4711-87C9-A2BB81302249}" type="datetimeFigureOut">
              <a:rPr lang="en-US"/>
              <a:pPr>
                <a:defRPr/>
              </a:pPr>
              <a:t>8/10/2026</a:t>
            </a:fld>
            <a:endParaRPr lang="en-US"/>
          </a:p>
        </p:txBody>
      </p:sp>
      <p:sp>
        <p:nvSpPr>
          <p:cNvPr id="5" name="Footer Placeholder 4">
            <a:extLst>
              <a:ext uri="{FF2B5EF4-FFF2-40B4-BE49-F238E27FC236}">
                <a16:creationId xmlns:a16="http://schemas.microsoft.com/office/drawing/2014/main" id="{D4C79D05-C479-9F04-8289-66ADF7D4B7A8}"/>
              </a:ext>
            </a:extLst>
          </p:cNvPr>
          <p:cNvSpPr>
            <a:spLocks noGrp="1"/>
          </p:cNvSpPr>
          <p:nvPr>
            <p:ph type="ftr" sz="quarter" idx="3"/>
          </p:nvPr>
        </p:nvSpPr>
        <p:spPr>
          <a:xfrm rot="5400000">
            <a:off x="6233318" y="3263107"/>
            <a:ext cx="3859213" cy="228600"/>
          </a:xfrm>
          <a:prstGeom prst="rect">
            <a:avLst/>
          </a:prstGeom>
        </p:spPr>
        <p:txBody>
          <a:bodyPr vert="horz" lIns="91440" tIns="45720" rIns="91440" bIns="45720" rtlCol="0" anchor="b"/>
          <a:lstStyle>
            <a:lvl1pPr algn="l" eaLnBrk="1" fontAlgn="auto" hangingPunct="1">
              <a:spcBef>
                <a:spcPts val="0"/>
              </a:spcBef>
              <a:spcAft>
                <a:spcPts val="0"/>
              </a:spcAft>
              <a:defRPr sz="1100" b="0" i="0">
                <a:solidFill>
                  <a:schemeClr val="tx1">
                    <a:tint val="75000"/>
                    <a:alpha val="60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0FF11F8-F097-F397-2AF7-088250BDB114}"/>
              </a:ext>
            </a:extLst>
          </p:cNvPr>
          <p:cNvSpPr>
            <a:spLocks noGrp="1"/>
          </p:cNvSpPr>
          <p:nvPr>
            <p:ph type="sldNum" sz="quarter" idx="4"/>
          </p:nvPr>
        </p:nvSpPr>
        <p:spPr bwMode="gray">
          <a:xfrm>
            <a:off x="7766050" y="295275"/>
            <a:ext cx="628650" cy="768350"/>
          </a:xfrm>
          <a:prstGeom prst="rect">
            <a:avLst/>
          </a:prstGeom>
        </p:spPr>
        <p:txBody>
          <a:bodyPr vert="horz" lIns="91440" tIns="45720" rIns="91440" bIns="45720" rtlCol="0" anchor="b"/>
          <a:lstStyle>
            <a:lvl1pPr algn="ctr" eaLnBrk="1" fontAlgn="auto" hangingPunct="1">
              <a:spcBef>
                <a:spcPts val="0"/>
              </a:spcBef>
              <a:spcAft>
                <a:spcPts val="0"/>
              </a:spcAft>
              <a:defRPr sz="2801" b="0" i="0">
                <a:solidFill>
                  <a:schemeClr val="tx1">
                    <a:tint val="75000"/>
                  </a:schemeClr>
                </a:solidFill>
                <a:latin typeface="+mn-lt"/>
              </a:defRPr>
            </a:lvl1pPr>
          </a:lstStyle>
          <a:p>
            <a:pPr>
              <a:defRPr/>
            </a:pPr>
            <a:r>
              <a:rPr lang="en-US" altLang="en-US"/>
              <a:t>6.</a:t>
            </a:r>
            <a:fld id="{8303A438-5A4D-4E9A-89E6-F44189200A7F}" type="slidenum">
              <a:rPr lang="en-US" altLang="en-US" smtClean="0"/>
              <a:pPr>
                <a:defRPr/>
              </a:pPr>
              <a:t>‹#›</a:t>
            </a:fld>
            <a:endParaRPr lang="en-US" altLang="en-US"/>
          </a:p>
        </p:txBody>
      </p:sp>
    </p:spTree>
  </p:cSld>
  <p:clrMap bg1="dk1" tx1="lt1" bg2="dk2" tx2="lt2" accent1="accent1" accent2="accent2" accent3="accent3" accent4="accent4" accent5="accent5" accent6="accent6" hlink="hlink" folHlink="folHlink"/>
  <p:sldLayoutIdLst>
    <p:sldLayoutId id="2147484253" r:id="rId1"/>
    <p:sldLayoutId id="2147484240" r:id="rId2"/>
    <p:sldLayoutId id="2147484241" r:id="rId3"/>
    <p:sldLayoutId id="2147484242" r:id="rId4"/>
    <p:sldLayoutId id="2147484243" r:id="rId5"/>
    <p:sldLayoutId id="2147484244" r:id="rId6"/>
    <p:sldLayoutId id="2147484245" r:id="rId7"/>
    <p:sldLayoutId id="2147484246" r:id="rId8"/>
    <p:sldLayoutId id="2147484247" r:id="rId9"/>
    <p:sldLayoutId id="2147484248" r:id="rId10"/>
    <p:sldLayoutId id="2147484249" r:id="rId11"/>
    <p:sldLayoutId id="2147484254" r:id="rId12"/>
    <p:sldLayoutId id="2147484250" r:id="rId13"/>
    <p:sldLayoutId id="2147484255" r:id="rId14"/>
    <p:sldLayoutId id="2147484256" r:id="rId15"/>
    <p:sldLayoutId id="2147484251" r:id="rId16"/>
    <p:sldLayoutId id="2147484252" r:id="rId17"/>
  </p:sldLayoutIdLst>
  <p:hf hdr="0" ftr="0" dt="0"/>
  <p:txStyles>
    <p:titleStyle>
      <a:lvl1pPr algn="l" defTabSz="457200" rtl="0" eaLnBrk="0" fontAlgn="base" hangingPunct="0">
        <a:spcBef>
          <a:spcPct val="0"/>
        </a:spcBef>
        <a:spcAft>
          <a:spcPct val="0"/>
        </a:spcAft>
        <a:defRPr sz="4200" kern="1200">
          <a:solidFill>
            <a:schemeClr val="tx2"/>
          </a:solidFill>
          <a:latin typeface="+mj-lt"/>
          <a:ea typeface="+mj-ea"/>
          <a:cs typeface="+mj-cs"/>
        </a:defRPr>
      </a:lvl1pPr>
      <a:lvl2pPr algn="l" defTabSz="457200" rtl="0" eaLnBrk="0" fontAlgn="base" hangingPunct="0">
        <a:spcBef>
          <a:spcPct val="0"/>
        </a:spcBef>
        <a:spcAft>
          <a:spcPct val="0"/>
        </a:spcAft>
        <a:defRPr sz="4200">
          <a:solidFill>
            <a:schemeClr val="tx2"/>
          </a:solidFill>
          <a:latin typeface="Century Gothic" panose="020B0502020202020204" pitchFamily="34" charset="0"/>
        </a:defRPr>
      </a:lvl2pPr>
      <a:lvl3pPr algn="l" defTabSz="457200" rtl="0" eaLnBrk="0" fontAlgn="base" hangingPunct="0">
        <a:spcBef>
          <a:spcPct val="0"/>
        </a:spcBef>
        <a:spcAft>
          <a:spcPct val="0"/>
        </a:spcAft>
        <a:defRPr sz="4200">
          <a:solidFill>
            <a:schemeClr val="tx2"/>
          </a:solidFill>
          <a:latin typeface="Century Gothic" panose="020B0502020202020204" pitchFamily="34" charset="0"/>
        </a:defRPr>
      </a:lvl3pPr>
      <a:lvl4pPr algn="l" defTabSz="457200" rtl="0" eaLnBrk="0" fontAlgn="base" hangingPunct="0">
        <a:spcBef>
          <a:spcPct val="0"/>
        </a:spcBef>
        <a:spcAft>
          <a:spcPct val="0"/>
        </a:spcAft>
        <a:defRPr sz="4200">
          <a:solidFill>
            <a:schemeClr val="tx2"/>
          </a:solidFill>
          <a:latin typeface="Century Gothic" panose="020B0502020202020204" pitchFamily="34" charset="0"/>
        </a:defRPr>
      </a:lvl4pPr>
      <a:lvl5pPr algn="l" defTabSz="457200" rtl="0" eaLnBrk="0" fontAlgn="base" hangingPunct="0">
        <a:spcBef>
          <a:spcPct val="0"/>
        </a:spcBef>
        <a:spcAft>
          <a:spcPct val="0"/>
        </a:spcAft>
        <a:defRPr sz="4200">
          <a:solidFill>
            <a:schemeClr val="tx2"/>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rgbClr val="8AD0D6"/>
        </a:buClr>
        <a:buSzPct val="80000"/>
        <a:buFont typeface="Wingdings 3" panose="05040102010807070707" pitchFamily="18" charset="2"/>
        <a:buChar char=""/>
        <a:defRPr sz="2000" kern="1200">
          <a:solidFill>
            <a:schemeClr val="tx1"/>
          </a:solidFill>
          <a:latin typeface="+mj-lt"/>
          <a:ea typeface="+mj-ea"/>
          <a:cs typeface="+mj-cs"/>
        </a:defRPr>
      </a:lvl1pPr>
      <a:lvl2pPr marL="742950" indent="-285750" algn="l" defTabSz="457200" rtl="0" eaLnBrk="0" fontAlgn="base" hangingPunct="0">
        <a:spcBef>
          <a:spcPts val="1000"/>
        </a:spcBef>
        <a:spcAft>
          <a:spcPct val="0"/>
        </a:spcAft>
        <a:buClr>
          <a:srgbClr val="8AD0D6"/>
        </a:buClr>
        <a:buSzPct val="80000"/>
        <a:buFont typeface="Wingdings 3" panose="05040102010807070707" pitchFamily="18" charset="2"/>
        <a:buChar char=""/>
        <a:defRPr kern="1200">
          <a:solidFill>
            <a:schemeClr val="tx1"/>
          </a:solidFill>
          <a:latin typeface="+mj-lt"/>
          <a:ea typeface="+mj-ea"/>
          <a:cs typeface="+mj-cs"/>
        </a:defRPr>
      </a:lvl2pPr>
      <a:lvl3pPr marL="1143000" indent="-228600" algn="l" defTabSz="457200" rtl="0" eaLnBrk="0" fontAlgn="base" hangingPunct="0">
        <a:spcBef>
          <a:spcPts val="1000"/>
        </a:spcBef>
        <a:spcAft>
          <a:spcPct val="0"/>
        </a:spcAft>
        <a:buClr>
          <a:srgbClr val="8AD0D6"/>
        </a:buClr>
        <a:buSzPct val="80000"/>
        <a:buFont typeface="Wingdings 3" panose="05040102010807070707" pitchFamily="18" charset="2"/>
        <a:buChar char=""/>
        <a:defRPr sz="1600" kern="1200">
          <a:solidFill>
            <a:schemeClr val="tx1"/>
          </a:solidFill>
          <a:latin typeface="+mj-lt"/>
          <a:ea typeface="+mj-ea"/>
          <a:cs typeface="+mj-cs"/>
        </a:defRPr>
      </a:lvl3pPr>
      <a:lvl4pPr marL="1600200" indent="-228600" algn="l" defTabSz="457200" rtl="0" eaLnBrk="0" fontAlgn="base" hangingPunct="0">
        <a:spcBef>
          <a:spcPts val="1000"/>
        </a:spcBef>
        <a:spcAft>
          <a:spcPct val="0"/>
        </a:spcAft>
        <a:buClr>
          <a:srgbClr val="8AD0D6"/>
        </a:buClr>
        <a:buSzPct val="80000"/>
        <a:buFont typeface="Wingdings 3" panose="05040102010807070707" pitchFamily="18" charset="2"/>
        <a:buChar char=""/>
        <a:defRPr sz="1400" kern="1200">
          <a:solidFill>
            <a:schemeClr val="tx1"/>
          </a:solidFill>
          <a:latin typeface="+mj-lt"/>
          <a:ea typeface="+mj-ea"/>
          <a:cs typeface="+mj-cs"/>
        </a:defRPr>
      </a:lvl4pPr>
      <a:lvl5pPr marL="2057400" indent="-228600" algn="l" defTabSz="457200" rtl="0" eaLnBrk="0" fontAlgn="base" hangingPunct="0">
        <a:spcBef>
          <a:spcPts val="1000"/>
        </a:spcBef>
        <a:spcAft>
          <a:spcPct val="0"/>
        </a:spcAft>
        <a:buClr>
          <a:srgbClr val="8AD0D6"/>
        </a:buClr>
        <a:buSzPct val="80000"/>
        <a:buFont typeface="Wingdings 3" panose="05040102010807070707" pitchFamily="18" charset="2"/>
        <a:buChar char=""/>
        <a:defRPr sz="140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6FAC500-5FB3-42C3-CCB3-2A544C9D4DA8}"/>
              </a:ext>
            </a:extLst>
          </p:cNvPr>
          <p:cNvSpPr>
            <a:spLocks noGrp="1" noChangeArrowheads="1"/>
          </p:cNvSpPr>
          <p:nvPr>
            <p:ph type="title"/>
          </p:nvPr>
        </p:nvSpPr>
        <p:spPr>
          <a:xfrm>
            <a:off x="0" y="2409825"/>
            <a:ext cx="9601200" cy="1400175"/>
          </a:xfrm>
        </p:spPr>
        <p:txBody>
          <a:bodyPr/>
          <a:lstStyle/>
          <a:p>
            <a:pPr algn="ctr" eaLnBrk="1" hangingPunct="1"/>
            <a:r>
              <a:rPr lang="en-US" altLang="en-US" sz="3000" b="1" i="1">
                <a:solidFill>
                  <a:srgbClr val="CCFF99"/>
                </a:solidFill>
                <a:latin typeface="Times New Roman" panose="02020603050405020304" pitchFamily="18" charset="0"/>
                <a:cs typeface="Times New Roman" panose="02020603050405020304" pitchFamily="18" charset="0"/>
              </a:rPr>
              <a:t>Chapter 6 </a:t>
            </a:r>
            <a:br>
              <a:rPr lang="en-US" altLang="en-US" sz="3000" b="1" i="1">
                <a:solidFill>
                  <a:srgbClr val="CCFF99"/>
                </a:solidFill>
                <a:latin typeface="Times New Roman" panose="02020603050405020304" pitchFamily="18" charset="0"/>
                <a:cs typeface="Times New Roman" panose="02020603050405020304" pitchFamily="18" charset="0"/>
              </a:rPr>
            </a:br>
            <a:r>
              <a:rPr lang="en-US" altLang="en-US" sz="3000" b="1" i="1">
                <a:solidFill>
                  <a:srgbClr val="CCFF99"/>
                </a:solidFill>
                <a:latin typeface="Times New Roman" panose="02020603050405020304" pitchFamily="18" charset="0"/>
                <a:cs typeface="Times New Roman" panose="02020603050405020304" pitchFamily="18" charset="0"/>
              </a:rPr>
              <a:t>Bandwidth Utilization:</a:t>
            </a:r>
            <a:br>
              <a:rPr lang="en-US" altLang="en-US" sz="3000" b="1" i="1">
                <a:solidFill>
                  <a:srgbClr val="CCFF99"/>
                </a:solidFill>
                <a:latin typeface="Times New Roman" panose="02020603050405020304" pitchFamily="18" charset="0"/>
                <a:cs typeface="Times New Roman" panose="02020603050405020304" pitchFamily="18" charset="0"/>
              </a:rPr>
            </a:br>
            <a:r>
              <a:rPr lang="en-US" altLang="en-US" sz="3000" b="1" i="1">
                <a:solidFill>
                  <a:srgbClr val="CCFF99"/>
                </a:solidFill>
                <a:latin typeface="Times New Roman" panose="02020603050405020304" pitchFamily="18" charset="0"/>
                <a:cs typeface="Times New Roman" panose="02020603050405020304" pitchFamily="18" charset="0"/>
              </a:rPr>
              <a:t>Multiplexing and Spreading </a:t>
            </a:r>
          </a:p>
        </p:txBody>
      </p:sp>
      <p:sp>
        <p:nvSpPr>
          <p:cNvPr id="4" name="Slide Number Placeholder 3">
            <a:extLst>
              <a:ext uri="{FF2B5EF4-FFF2-40B4-BE49-F238E27FC236}">
                <a16:creationId xmlns:a16="http://schemas.microsoft.com/office/drawing/2014/main" id="{F88A5766-D342-9E89-334E-FE88B63F4B0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a:t>
            </a:r>
          </a:p>
        </p:txBody>
      </p:sp>
      <p:sp>
        <p:nvSpPr>
          <p:cNvPr id="8196" name="Line 2">
            <a:extLst>
              <a:ext uri="{FF2B5EF4-FFF2-40B4-BE49-F238E27FC236}">
                <a16:creationId xmlns:a16="http://schemas.microsoft.com/office/drawing/2014/main" id="{FA3BDBB1-577E-3D6C-4906-18A137F8023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7" name="Line 3">
            <a:extLst>
              <a:ext uri="{FF2B5EF4-FFF2-40B4-BE49-F238E27FC236}">
                <a16:creationId xmlns:a16="http://schemas.microsoft.com/office/drawing/2014/main" id="{EBAEDFDA-DB28-C739-8132-19AE4B67056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8" name="Line 5">
            <a:extLst>
              <a:ext uri="{FF2B5EF4-FFF2-40B4-BE49-F238E27FC236}">
                <a16:creationId xmlns:a16="http://schemas.microsoft.com/office/drawing/2014/main" id="{4B13FCF8-55DA-E4C7-88F7-158AAD4530C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BB01506-99C8-042C-5A0C-B1F86CFF3D0D}"/>
              </a:ext>
            </a:extLst>
          </p:cNvPr>
          <p:cNvSpPr>
            <a:spLocks noGrp="1" noChangeArrowheads="1"/>
          </p:cNvSpPr>
          <p:nvPr>
            <p:ph type="title"/>
          </p:nvPr>
        </p:nvSpPr>
        <p:spPr>
          <a:xfrm>
            <a:off x="1230313" y="671513"/>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Multiplexing &amp; Spreading</a:t>
            </a:r>
          </a:p>
        </p:txBody>
      </p:sp>
      <p:sp>
        <p:nvSpPr>
          <p:cNvPr id="3" name="Content Placeholder 2">
            <a:extLst>
              <a:ext uri="{FF2B5EF4-FFF2-40B4-BE49-F238E27FC236}">
                <a16:creationId xmlns:a16="http://schemas.microsoft.com/office/drawing/2014/main" id="{A2CB490E-8270-F6D9-A5D0-B07CC4544A4F}"/>
              </a:ext>
            </a:extLst>
          </p:cNvPr>
          <p:cNvSpPr>
            <a:spLocks noGrp="1"/>
          </p:cNvSpPr>
          <p:nvPr>
            <p:ph idx="1"/>
          </p:nvPr>
        </p:nvSpPr>
        <p:spPr>
          <a:xfrm>
            <a:off x="381000" y="1851025"/>
            <a:ext cx="8305800" cy="4111625"/>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cs typeface="Times New Roman" panose="02020603050405020304" pitchFamily="18" charset="0"/>
              </a:rPr>
              <a:t>Bandwidth utilization is the wise use of available bandwidth to achieve specific goals.</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cs typeface="Times New Roman" panose="02020603050405020304" pitchFamily="18" charset="0"/>
              </a:rPr>
              <a:t>Efficiency can be achieved by multiplexing; i.e., sharing of the bandwidth between multiple users. </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cs typeface="Times New Roman" panose="02020603050405020304" pitchFamily="18" charset="0"/>
              </a:rPr>
              <a:t>Privacy and anti-jamming can be achieved by spreading</a:t>
            </a: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3000" dirty="0">
              <a:solidFill>
                <a:srgbClr val="CCFF99"/>
              </a:solidFill>
              <a:latin typeface="Times New Roman" panose="02020603050405020304" pitchFamily="18" charset="0"/>
              <a:cs typeface="Times New Roman" panose="02020603050405020304" pitchFamily="18" charset="0"/>
            </a:endParaRP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DAFA63C-080D-0543-0311-E061E3E18977}"/>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a:t>
            </a:r>
          </a:p>
        </p:txBody>
      </p:sp>
      <p:sp>
        <p:nvSpPr>
          <p:cNvPr id="9221" name="Line 2">
            <a:extLst>
              <a:ext uri="{FF2B5EF4-FFF2-40B4-BE49-F238E27FC236}">
                <a16:creationId xmlns:a16="http://schemas.microsoft.com/office/drawing/2014/main" id="{5D099778-134D-CBD1-1AC6-43DA8D896FE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2" name="Line 3">
            <a:extLst>
              <a:ext uri="{FF2B5EF4-FFF2-40B4-BE49-F238E27FC236}">
                <a16:creationId xmlns:a16="http://schemas.microsoft.com/office/drawing/2014/main" id="{7B5D05FA-548F-78F4-F917-39F9C129281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3" name="Line 5">
            <a:extLst>
              <a:ext uri="{FF2B5EF4-FFF2-40B4-BE49-F238E27FC236}">
                <a16:creationId xmlns:a16="http://schemas.microsoft.com/office/drawing/2014/main" id="{732C41DE-AF0C-C157-3497-96A08EAAF84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4D3B900-0F43-0769-6800-98ABE07BDD23}"/>
              </a:ext>
            </a:extLst>
          </p:cNvPr>
          <p:cNvSpPr>
            <a:spLocks noGrp="1" noChangeArrowheads="1"/>
          </p:cNvSpPr>
          <p:nvPr>
            <p:ph type="title"/>
          </p:nvPr>
        </p:nvSpPr>
        <p:spPr>
          <a:xfrm>
            <a:off x="1208088" y="528638"/>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Multiplexing</a:t>
            </a:r>
          </a:p>
        </p:txBody>
      </p:sp>
      <p:sp>
        <p:nvSpPr>
          <p:cNvPr id="3" name="Content Placeholder 2">
            <a:extLst>
              <a:ext uri="{FF2B5EF4-FFF2-40B4-BE49-F238E27FC236}">
                <a16:creationId xmlns:a16="http://schemas.microsoft.com/office/drawing/2014/main" id="{D616DC24-946B-3D56-22DD-3F6E9161C0A7}"/>
              </a:ext>
            </a:extLst>
          </p:cNvPr>
          <p:cNvSpPr>
            <a:spLocks noGrp="1"/>
          </p:cNvSpPr>
          <p:nvPr>
            <p:ph idx="1"/>
          </p:nvPr>
        </p:nvSpPr>
        <p:spPr>
          <a:xfrm>
            <a:off x="482600" y="1423988"/>
            <a:ext cx="8154988" cy="4111625"/>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Whenever the bandwidth of a medium linking two devices is greater than the bandwidth needs of the devices, the link can be shared. Multiplexing is the set of techniques that allows the (simultaneous) transmission of multiple signals across a single data link.</a:t>
            </a: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sz="3000" dirty="0">
              <a:solidFill>
                <a:srgbClr val="CCFF99"/>
              </a:solidFill>
              <a:effectLst>
                <a:outerShdw blurRad="38100" dist="38100" dir="2700000" algn="tl">
                  <a:srgbClr val="000000">
                    <a:alpha val="43137"/>
                  </a:srgbClr>
                </a:outerShdw>
              </a:effectLst>
              <a:latin typeface="Garamond" panose="02020404030301010803" pitchFamily="18" charset="0"/>
            </a:endParaRPr>
          </a:p>
        </p:txBody>
      </p:sp>
      <p:sp>
        <p:nvSpPr>
          <p:cNvPr id="4" name="Slide Number Placeholder 3">
            <a:extLst>
              <a:ext uri="{FF2B5EF4-FFF2-40B4-BE49-F238E27FC236}">
                <a16:creationId xmlns:a16="http://schemas.microsoft.com/office/drawing/2014/main" id="{1BD9723F-0AE1-6349-ECDE-0365232B5D5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a:t>
            </a:r>
          </a:p>
        </p:txBody>
      </p:sp>
      <p:sp>
        <p:nvSpPr>
          <p:cNvPr id="10245" name="Line 2">
            <a:extLst>
              <a:ext uri="{FF2B5EF4-FFF2-40B4-BE49-F238E27FC236}">
                <a16:creationId xmlns:a16="http://schemas.microsoft.com/office/drawing/2014/main" id="{7109EE36-0039-963B-36C8-F626E5D01C51}"/>
              </a:ext>
            </a:extLst>
          </p:cNvPr>
          <p:cNvSpPr>
            <a:spLocks noChangeShapeType="1"/>
          </p:cNvSpPr>
          <p:nvPr/>
        </p:nvSpPr>
        <p:spPr bwMode="auto">
          <a:xfrm>
            <a:off x="179388" y="3810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 name="Line 3">
            <a:extLst>
              <a:ext uri="{FF2B5EF4-FFF2-40B4-BE49-F238E27FC236}">
                <a16:creationId xmlns:a16="http://schemas.microsoft.com/office/drawing/2014/main" id="{22ED0B65-1D7B-5049-9185-C5A2D78DDDED}"/>
              </a:ext>
            </a:extLst>
          </p:cNvPr>
          <p:cNvSpPr>
            <a:spLocks noChangeShapeType="1"/>
          </p:cNvSpPr>
          <p:nvPr/>
        </p:nvSpPr>
        <p:spPr bwMode="auto">
          <a:xfrm>
            <a:off x="179388" y="1295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5">
            <a:extLst>
              <a:ext uri="{FF2B5EF4-FFF2-40B4-BE49-F238E27FC236}">
                <a16:creationId xmlns:a16="http://schemas.microsoft.com/office/drawing/2014/main" id="{E10960F8-34AB-3D2A-DB43-B3BFBBA9C41E}"/>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248" name="Picture 6">
            <a:extLst>
              <a:ext uri="{FF2B5EF4-FFF2-40B4-BE49-F238E27FC236}">
                <a16:creationId xmlns:a16="http://schemas.microsoft.com/office/drawing/2014/main" id="{D4D5F01C-555D-E0B7-E2D1-5422C8227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88" y="4454525"/>
            <a:ext cx="8001000" cy="194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2F098-A400-7548-04EF-05C75956DED5}"/>
              </a:ext>
            </a:extLst>
          </p:cNvPr>
          <p:cNvSpPr>
            <a:spLocks noGrp="1"/>
          </p:cNvSpPr>
          <p:nvPr>
            <p:ph type="title"/>
          </p:nvPr>
        </p:nvSpPr>
        <p:spPr>
          <a:xfrm>
            <a:off x="1230313" y="671513"/>
            <a:ext cx="7056437" cy="1400175"/>
          </a:xfrm>
        </p:spPr>
        <p:txBody>
          <a:bodyPr rtlCol="0">
            <a:noAutofit/>
          </a:bodyPr>
          <a:lstStyle/>
          <a:p>
            <a:pPr algn="ctr" defTabSz="457207" eaLnBrk="1" fontAlgn="auto" hangingPunct="1">
              <a:spcAft>
                <a:spcPts val="0"/>
              </a:spcAft>
              <a:defRPr/>
            </a:pPr>
            <a:r>
              <a:rPr lang="en-US" sz="3500" b="1" i="1" dirty="0">
                <a:solidFill>
                  <a:srgbClr val="CCFF99"/>
                </a:solidFill>
                <a:latin typeface="Times New Roman" panose="02020603050405020304" pitchFamily="18" charset="0"/>
                <a:cs typeface="Times New Roman" panose="02020603050405020304" pitchFamily="18" charset="0"/>
              </a:rPr>
              <a:t>Multiplexing(</a:t>
            </a:r>
            <a:r>
              <a:rPr lang="en-US" sz="3500" b="1" i="1" dirty="0" err="1">
                <a:solidFill>
                  <a:srgbClr val="CCFF99"/>
                </a:solidFill>
                <a:latin typeface="Times New Roman" panose="02020603050405020304" pitchFamily="18" charset="0"/>
                <a:cs typeface="Times New Roman" panose="02020603050405020304" pitchFamily="18" charset="0"/>
              </a:rPr>
              <a:t>cntd</a:t>
            </a:r>
            <a:r>
              <a:rPr lang="en-US" sz="3500" b="1" i="1" dirty="0">
                <a:solidFill>
                  <a:schemeClr val="accent1">
                    <a:lumMod val="40000"/>
                    <a:lumOff val="60000"/>
                  </a:schemeClr>
                </a:solidFill>
                <a:latin typeface="Times New Roman" panose="02020603050405020304" pitchFamily="18" charset="0"/>
                <a:cs typeface="Times New Roman" panose="02020603050405020304" pitchFamily="18" charset="0"/>
              </a:rPr>
              <a:t>..)</a:t>
            </a:r>
          </a:p>
        </p:txBody>
      </p:sp>
      <p:sp>
        <p:nvSpPr>
          <p:cNvPr id="11267" name="Content Placeholder 2">
            <a:extLst>
              <a:ext uri="{FF2B5EF4-FFF2-40B4-BE49-F238E27FC236}">
                <a16:creationId xmlns:a16="http://schemas.microsoft.com/office/drawing/2014/main" id="{A3751B3B-E063-7520-95C4-424E3FBF35C8}"/>
              </a:ext>
            </a:extLst>
          </p:cNvPr>
          <p:cNvSpPr>
            <a:spLocks noGrp="1" noChangeArrowheads="1"/>
          </p:cNvSpPr>
          <p:nvPr>
            <p:ph idx="1"/>
          </p:nvPr>
        </p:nvSpPr>
        <p:spPr>
          <a:xfrm>
            <a:off x="455613" y="1679575"/>
            <a:ext cx="8154987" cy="4111625"/>
          </a:xfrm>
        </p:spPr>
        <p:txBody>
          <a:bodyPr/>
          <a:lstStyle/>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cs typeface="Aparajita" panose="02020603050405020304" pitchFamily="18" charset="0"/>
              </a:rPr>
              <a:t>In multiplexed system </a:t>
            </a:r>
            <a:r>
              <a:rPr lang="en-US" altLang="en-US" sz="3000" b="1">
                <a:solidFill>
                  <a:srgbClr val="CCFF99"/>
                </a:solidFill>
                <a:latin typeface="Bell MT" panose="02020503060305020303" pitchFamily="18" charset="0"/>
                <a:cs typeface="Aparajita" panose="02020603050405020304" pitchFamily="18" charset="0"/>
              </a:rPr>
              <a:t>n</a:t>
            </a:r>
            <a:r>
              <a:rPr lang="en-US" altLang="en-US" sz="3000">
                <a:solidFill>
                  <a:srgbClr val="CCFF99"/>
                </a:solidFill>
                <a:latin typeface="Bell MT" panose="02020503060305020303" pitchFamily="18" charset="0"/>
                <a:cs typeface="Aparajita" panose="02020603050405020304" pitchFamily="18" charset="0"/>
              </a:rPr>
              <a:t> lines share the bandwidth of same link</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cs typeface="Aparajita" panose="02020603050405020304" pitchFamily="18" charset="0"/>
              </a:rPr>
              <a:t>Here, a link refer to the physical path</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cs typeface="Aparajita" panose="02020603050405020304" pitchFamily="18" charset="0"/>
              </a:rPr>
              <a:t>Channel refer to the portion of link that carries a transmission between given pair of lines</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cs typeface="Aparajita" panose="02020603050405020304" pitchFamily="18" charset="0"/>
              </a:rPr>
              <a:t>One link may have many(n) channels</a:t>
            </a:r>
          </a:p>
          <a:p>
            <a:pPr algn="just" eaLnBrk="1" hangingPunct="1"/>
            <a:endParaRPr lang="en-US" altLang="en-US" sz="3000">
              <a:solidFill>
                <a:srgbClr val="92D050"/>
              </a:solidFill>
              <a:latin typeface="Bell MT" panose="02020503060305020303" pitchFamily="18" charset="0"/>
              <a:cs typeface="Aparajita" panose="02020603050405020304" pitchFamily="18" charset="0"/>
            </a:endParaRPr>
          </a:p>
        </p:txBody>
      </p:sp>
      <p:sp>
        <p:nvSpPr>
          <p:cNvPr id="4" name="Slide Number Placeholder 3">
            <a:extLst>
              <a:ext uri="{FF2B5EF4-FFF2-40B4-BE49-F238E27FC236}">
                <a16:creationId xmlns:a16="http://schemas.microsoft.com/office/drawing/2014/main" id="{23CEBF8C-9942-8786-1509-F14438129DE6}"/>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a:t>
            </a:r>
          </a:p>
        </p:txBody>
      </p:sp>
      <p:sp>
        <p:nvSpPr>
          <p:cNvPr id="11269" name="Line 2">
            <a:extLst>
              <a:ext uri="{FF2B5EF4-FFF2-40B4-BE49-F238E27FC236}">
                <a16:creationId xmlns:a16="http://schemas.microsoft.com/office/drawing/2014/main" id="{8A9CE618-91C5-B067-205E-797CC580B36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0" name="Line 3">
            <a:extLst>
              <a:ext uri="{FF2B5EF4-FFF2-40B4-BE49-F238E27FC236}">
                <a16:creationId xmlns:a16="http://schemas.microsoft.com/office/drawing/2014/main" id="{12B89EAB-1C1A-762C-7DDC-14C8B9F4710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1" name="Line 5">
            <a:extLst>
              <a:ext uri="{FF2B5EF4-FFF2-40B4-BE49-F238E27FC236}">
                <a16:creationId xmlns:a16="http://schemas.microsoft.com/office/drawing/2014/main" id="{79C273A5-5A94-1308-AD1D-DD6030D9898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DCFA6B8-AACF-08FF-8B91-9FB27A5D4EFF}"/>
              </a:ext>
            </a:extLst>
          </p:cNvPr>
          <p:cNvSpPr>
            <a:spLocks noGrp="1" noChangeArrowheads="1"/>
          </p:cNvSpPr>
          <p:nvPr>
            <p:ph type="title"/>
          </p:nvPr>
        </p:nvSpPr>
        <p:spPr>
          <a:xfrm>
            <a:off x="1208088" y="722313"/>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Categories of Multiplexing</a:t>
            </a:r>
            <a:br>
              <a:rPr lang="en-US" altLang="en-US" sz="3500" b="1" i="1">
                <a:solidFill>
                  <a:srgbClr val="CCFF99"/>
                </a:solidFill>
                <a:latin typeface="Times New Roman" panose="02020603050405020304" pitchFamily="18" charset="0"/>
                <a:cs typeface="Times New Roman" panose="02020603050405020304" pitchFamily="18" charset="0"/>
              </a:rPr>
            </a:br>
            <a:endParaRPr lang="en-US" altLang="en-US" sz="3500" b="1" i="1">
              <a:solidFill>
                <a:srgbClr val="CCFF99"/>
              </a:solidFill>
              <a:latin typeface="Times New Roman" panose="02020603050405020304" pitchFamily="18" charset="0"/>
              <a:cs typeface="Times New Roman" panose="02020603050405020304" pitchFamily="18" charset="0"/>
            </a:endParaRPr>
          </a:p>
        </p:txBody>
      </p:sp>
      <p:pic>
        <p:nvPicPr>
          <p:cNvPr id="12291" name="Content Placeholder 7">
            <a:extLst>
              <a:ext uri="{FF2B5EF4-FFF2-40B4-BE49-F238E27FC236}">
                <a16:creationId xmlns:a16="http://schemas.microsoft.com/office/drawing/2014/main" id="{1D25DCDB-609C-2BC4-4D75-CE0F91566A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8013" y="2413000"/>
            <a:ext cx="8154987" cy="2362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B4BF1480-5F3A-811B-B2B1-BC95BB47C56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p>
          <a:p>
            <a:pPr algn="l">
              <a:defRPr/>
            </a:pPr>
            <a:r>
              <a:rPr lang="en-US" dirty="0">
                <a:solidFill>
                  <a:schemeClr val="accent1">
                    <a:lumMod val="40000"/>
                    <a:lumOff val="60000"/>
                  </a:schemeClr>
                </a:solidFill>
              </a:rPr>
              <a:t> </a:t>
            </a:r>
            <a:r>
              <a:rPr lang="en-US" b="1" dirty="0">
                <a:solidFill>
                  <a:srgbClr val="CCFF99"/>
                </a:solidFill>
              </a:rPr>
              <a:t>5</a:t>
            </a:r>
          </a:p>
        </p:txBody>
      </p:sp>
      <p:sp>
        <p:nvSpPr>
          <p:cNvPr id="12293" name="Line 2">
            <a:extLst>
              <a:ext uri="{FF2B5EF4-FFF2-40B4-BE49-F238E27FC236}">
                <a16:creationId xmlns:a16="http://schemas.microsoft.com/office/drawing/2014/main" id="{69CA9881-973C-9745-8B8D-1DD7C37B108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4" name="Line 3">
            <a:extLst>
              <a:ext uri="{FF2B5EF4-FFF2-40B4-BE49-F238E27FC236}">
                <a16:creationId xmlns:a16="http://schemas.microsoft.com/office/drawing/2014/main" id="{570B0B57-5D27-1BC7-A295-80AC6343786F}"/>
              </a:ext>
            </a:extLst>
          </p:cNvPr>
          <p:cNvSpPr>
            <a:spLocks noChangeShapeType="1"/>
          </p:cNvSpPr>
          <p:nvPr/>
        </p:nvSpPr>
        <p:spPr bwMode="auto">
          <a:xfrm>
            <a:off x="152400" y="1524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5" name="Line 5">
            <a:extLst>
              <a:ext uri="{FF2B5EF4-FFF2-40B4-BE49-F238E27FC236}">
                <a16:creationId xmlns:a16="http://schemas.microsoft.com/office/drawing/2014/main" id="{B2CF0C7B-C853-D88D-46AB-74A0B274AEF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54CF66E9-F10D-6A0D-3E79-8341FA499F35}"/>
              </a:ext>
            </a:extLst>
          </p:cNvPr>
          <p:cNvSpPr>
            <a:spLocks noGrp="1" noChangeArrowheads="1"/>
          </p:cNvSpPr>
          <p:nvPr>
            <p:ph type="title"/>
          </p:nvPr>
        </p:nvSpPr>
        <p:spPr>
          <a:xfrm>
            <a:off x="1004888" y="657225"/>
            <a:ext cx="7056437" cy="1400175"/>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Frequency Division Multiplexing</a:t>
            </a:r>
          </a:p>
        </p:txBody>
      </p:sp>
      <p:sp>
        <p:nvSpPr>
          <p:cNvPr id="3" name="Content Placeholder 2">
            <a:extLst>
              <a:ext uri="{FF2B5EF4-FFF2-40B4-BE49-F238E27FC236}">
                <a16:creationId xmlns:a16="http://schemas.microsoft.com/office/drawing/2014/main" id="{BDB51F79-85E7-2EDC-8B25-73EA88D85B06}"/>
              </a:ext>
            </a:extLst>
          </p:cNvPr>
          <p:cNvSpPr>
            <a:spLocks noGrp="1"/>
          </p:cNvSpPr>
          <p:nvPr>
            <p:ph idx="1"/>
          </p:nvPr>
        </p:nvSpPr>
        <p:spPr>
          <a:xfrm>
            <a:off x="471488" y="1679575"/>
            <a:ext cx="8154987" cy="4111625"/>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FDM can be applied when bandwidth of link is greater than the combined bandwidth of signals to be transmitted</a:t>
            </a: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4B581EA4-2084-ADC7-AF31-6704731BC42F}"/>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6</a:t>
            </a:r>
          </a:p>
        </p:txBody>
      </p:sp>
      <p:sp>
        <p:nvSpPr>
          <p:cNvPr id="13317" name="Line 2">
            <a:extLst>
              <a:ext uri="{FF2B5EF4-FFF2-40B4-BE49-F238E27FC236}">
                <a16:creationId xmlns:a16="http://schemas.microsoft.com/office/drawing/2014/main" id="{EB88B802-B575-4E3F-A879-DB313343CA5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8" name="Line 3">
            <a:extLst>
              <a:ext uri="{FF2B5EF4-FFF2-40B4-BE49-F238E27FC236}">
                <a16:creationId xmlns:a16="http://schemas.microsoft.com/office/drawing/2014/main" id="{2E1B2A92-6E12-E91A-96F7-77108E13060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9" name="Line 5">
            <a:extLst>
              <a:ext uri="{FF2B5EF4-FFF2-40B4-BE49-F238E27FC236}">
                <a16:creationId xmlns:a16="http://schemas.microsoft.com/office/drawing/2014/main" id="{EA8914F6-F07C-5522-E582-EAF115D66B3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3320" name="Picture 6">
            <a:extLst>
              <a:ext uri="{FF2B5EF4-FFF2-40B4-BE49-F238E27FC236}">
                <a16:creationId xmlns:a16="http://schemas.microsoft.com/office/drawing/2014/main" id="{38B067D3-8772-6385-17BF-1E0EA58050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365500"/>
            <a:ext cx="8793163" cy="225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BF37BFF2-87E1-496D-752D-669AA64C2B92}"/>
              </a:ext>
            </a:extLst>
          </p:cNvPr>
          <p:cNvSpPr>
            <a:spLocks noGrp="1" noChangeArrowheads="1"/>
          </p:cNvSpPr>
          <p:nvPr>
            <p:ph type="title"/>
          </p:nvPr>
        </p:nvSpPr>
        <p:spPr>
          <a:xfrm>
            <a:off x="1230313" y="671513"/>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Multiplexing Process</a:t>
            </a:r>
          </a:p>
        </p:txBody>
      </p:sp>
      <p:pic>
        <p:nvPicPr>
          <p:cNvPr id="14339" name="Picture 6">
            <a:extLst>
              <a:ext uri="{FF2B5EF4-FFF2-40B4-BE49-F238E27FC236}">
                <a16:creationId xmlns:a16="http://schemas.microsoft.com/office/drawing/2014/main" id="{866745D8-CA3E-8527-535B-A5FD3D5A33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1075" y="2071688"/>
            <a:ext cx="7305675" cy="33115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1FE25555-7826-CDE1-8492-95BB5D6F60A3}"/>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endParaRPr lang="en-US" b="1" dirty="0">
              <a:solidFill>
                <a:srgbClr val="CCFF99"/>
              </a:solidFill>
            </a:endParaRPr>
          </a:p>
        </p:txBody>
      </p:sp>
      <p:sp>
        <p:nvSpPr>
          <p:cNvPr id="14341" name="Line 2">
            <a:extLst>
              <a:ext uri="{FF2B5EF4-FFF2-40B4-BE49-F238E27FC236}">
                <a16:creationId xmlns:a16="http://schemas.microsoft.com/office/drawing/2014/main" id="{AB5307DB-3F21-111B-B065-6BF22796108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2" name="Line 3">
            <a:extLst>
              <a:ext uri="{FF2B5EF4-FFF2-40B4-BE49-F238E27FC236}">
                <a16:creationId xmlns:a16="http://schemas.microsoft.com/office/drawing/2014/main" id="{465AEB6A-012E-212D-EA5E-9A9D5BCD2A4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3" name="Line 5">
            <a:extLst>
              <a:ext uri="{FF2B5EF4-FFF2-40B4-BE49-F238E27FC236}">
                <a16:creationId xmlns:a16="http://schemas.microsoft.com/office/drawing/2014/main" id="{8853BE3B-C0DB-5F1B-9D23-B52E459FDE19}"/>
              </a:ext>
            </a:extLst>
          </p:cNvPr>
          <p:cNvSpPr>
            <a:spLocks noChangeShapeType="1"/>
          </p:cNvSpPr>
          <p:nvPr/>
        </p:nvSpPr>
        <p:spPr bwMode="auto">
          <a:xfrm>
            <a:off x="152400" y="6553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71D46265-915B-BDF3-7992-AD342C6DC86A}"/>
              </a:ext>
            </a:extLst>
          </p:cNvPr>
          <p:cNvSpPr>
            <a:spLocks noGrp="1" noChangeArrowheads="1"/>
          </p:cNvSpPr>
          <p:nvPr>
            <p:ph type="title"/>
          </p:nvPr>
        </p:nvSpPr>
        <p:spPr>
          <a:xfrm>
            <a:off x="1230313" y="671513"/>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Demultiplexing Process</a:t>
            </a:r>
          </a:p>
        </p:txBody>
      </p:sp>
      <p:sp>
        <p:nvSpPr>
          <p:cNvPr id="15363" name="Content Placeholder 2">
            <a:extLst>
              <a:ext uri="{FF2B5EF4-FFF2-40B4-BE49-F238E27FC236}">
                <a16:creationId xmlns:a16="http://schemas.microsoft.com/office/drawing/2014/main" id="{B4644CA8-1288-9505-0DD7-741F0D7402BB}"/>
              </a:ext>
            </a:extLst>
          </p:cNvPr>
          <p:cNvSpPr>
            <a:spLocks noGrp="1" noChangeArrowheads="1"/>
          </p:cNvSpPr>
          <p:nvPr>
            <p:ph idx="1"/>
          </p:nvPr>
        </p:nvSpPr>
        <p:spPr>
          <a:xfrm>
            <a:off x="381000" y="1557338"/>
            <a:ext cx="8154988" cy="4111625"/>
          </a:xfrm>
        </p:spPr>
        <p:txBody>
          <a:bodyPr/>
          <a:lstStyle/>
          <a:p>
            <a:pPr algn="just" eaLnBrk="1" hangingPunct="1">
              <a:buFont typeface="Wingdings" panose="05000000000000000000" pitchFamily="2" charset="2"/>
              <a:buChar char="§"/>
            </a:pPr>
            <a:r>
              <a:rPr lang="en-US" altLang="en-US" sz="2600">
                <a:solidFill>
                  <a:srgbClr val="CCFF99"/>
                </a:solidFill>
                <a:latin typeface="Bell MT" panose="02020503060305020303" pitchFamily="18" charset="0"/>
              </a:rPr>
              <a:t>Demultiplexing uses series of filters to decompose multiplexed signal into its component signals</a:t>
            </a:r>
          </a:p>
          <a:p>
            <a:pPr algn="just" eaLnBrk="1" hangingPunct="1">
              <a:buFont typeface="Wingdings" panose="05000000000000000000" pitchFamily="2" charset="2"/>
              <a:buChar char="§"/>
            </a:pPr>
            <a:r>
              <a:rPr lang="en-US" altLang="en-US" sz="2600">
                <a:solidFill>
                  <a:srgbClr val="CCFF99"/>
                </a:solidFill>
                <a:latin typeface="Bell MT" panose="02020503060305020303" pitchFamily="18" charset="0"/>
              </a:rPr>
              <a:t>These individual signals then passes through demodulator that separates them from their carrier and passes to the output line</a:t>
            </a:r>
          </a:p>
          <a:p>
            <a:pPr algn="just" eaLnBrk="1" hangingPunct="1"/>
            <a:endParaRPr lang="en-US" altLang="en-US" sz="2600">
              <a:solidFill>
                <a:srgbClr val="92D050"/>
              </a:solidFill>
            </a:endParaRPr>
          </a:p>
        </p:txBody>
      </p:sp>
      <p:sp>
        <p:nvSpPr>
          <p:cNvPr id="4" name="Slide Number Placeholder 3">
            <a:extLst>
              <a:ext uri="{FF2B5EF4-FFF2-40B4-BE49-F238E27FC236}">
                <a16:creationId xmlns:a16="http://schemas.microsoft.com/office/drawing/2014/main" id="{1806BCD3-25CB-8FF4-ABC8-2AFCC030178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7</a:t>
            </a:r>
          </a:p>
        </p:txBody>
      </p:sp>
      <p:sp>
        <p:nvSpPr>
          <p:cNvPr id="15365" name="Line 2">
            <a:extLst>
              <a:ext uri="{FF2B5EF4-FFF2-40B4-BE49-F238E27FC236}">
                <a16:creationId xmlns:a16="http://schemas.microsoft.com/office/drawing/2014/main" id="{E79A66BF-35CA-F84B-FD39-A613666433E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6" name="Line 3">
            <a:extLst>
              <a:ext uri="{FF2B5EF4-FFF2-40B4-BE49-F238E27FC236}">
                <a16:creationId xmlns:a16="http://schemas.microsoft.com/office/drawing/2014/main" id="{04C24FCF-81F1-EC22-69B4-095F4E7CDB2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7" name="Line 5">
            <a:extLst>
              <a:ext uri="{FF2B5EF4-FFF2-40B4-BE49-F238E27FC236}">
                <a16:creationId xmlns:a16="http://schemas.microsoft.com/office/drawing/2014/main" id="{0963B12A-DC00-5D8E-D6E2-5A3C742D7697}"/>
              </a:ext>
            </a:extLst>
          </p:cNvPr>
          <p:cNvSpPr>
            <a:spLocks noChangeShapeType="1"/>
          </p:cNvSpPr>
          <p:nvPr/>
        </p:nvSpPr>
        <p:spPr bwMode="auto">
          <a:xfrm>
            <a:off x="152400" y="6553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5368" name="Picture 6">
            <a:extLst>
              <a:ext uri="{FF2B5EF4-FFF2-40B4-BE49-F238E27FC236}">
                <a16:creationId xmlns:a16="http://schemas.microsoft.com/office/drawing/2014/main" id="{107D4374-316C-7D46-0944-7FA09C5415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425" y="3851275"/>
            <a:ext cx="6434138" cy="277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86B8B4C8-4F3A-89F5-5606-307CE4780BF1}"/>
              </a:ext>
            </a:extLst>
          </p:cNvPr>
          <p:cNvSpPr>
            <a:spLocks noGrp="1" noChangeArrowheads="1"/>
          </p:cNvSpPr>
          <p:nvPr>
            <p:ph type="title"/>
          </p:nvPr>
        </p:nvSpPr>
        <p:spPr>
          <a:xfrm>
            <a:off x="1208088" y="563563"/>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 : 1</a:t>
            </a:r>
          </a:p>
        </p:txBody>
      </p:sp>
      <p:sp>
        <p:nvSpPr>
          <p:cNvPr id="29698" name="Content Placeholder 2">
            <a:extLst>
              <a:ext uri="{FF2B5EF4-FFF2-40B4-BE49-F238E27FC236}">
                <a16:creationId xmlns:a16="http://schemas.microsoft.com/office/drawing/2014/main" id="{40AA62F8-7C8E-F7CC-2598-495E140B3B6E}"/>
              </a:ext>
            </a:extLst>
          </p:cNvPr>
          <p:cNvSpPr>
            <a:spLocks noGrp="1"/>
          </p:cNvSpPr>
          <p:nvPr>
            <p:ph idx="1"/>
          </p:nvPr>
        </p:nvSpPr>
        <p:spPr>
          <a:xfrm>
            <a:off x="182563" y="1527175"/>
            <a:ext cx="8732837" cy="4148138"/>
          </a:xfrm>
        </p:spPr>
        <p:txBody>
          <a:bodyPr rtlCol="0">
            <a:normAutofit fontScale="92500" lnSpcReduction="10000"/>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2800" dirty="0">
                <a:solidFill>
                  <a:srgbClr val="CCFF99"/>
                </a:solidFill>
                <a:latin typeface="Bell MT" panose="02020503060305020303" pitchFamily="18" charset="0"/>
              </a:rPr>
              <a:t>Assume that a voice channel occupies a bandwidth of 4 kHz. We need to combine three voice channels into a link with a bandwidth of 12 kHz, from 20 to 32 kHz. Show the configuration, using the frequency domain. Assume there are no guard bands.</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2800" b="1" u="sng" dirty="0">
                <a:solidFill>
                  <a:srgbClr val="CCFF99"/>
                </a:solidFill>
                <a:latin typeface="Bell MT" panose="02020503060305020303" pitchFamily="18" charset="0"/>
              </a:rPr>
              <a:t>Solution:</a:t>
            </a:r>
            <a:r>
              <a:rPr lang="en-US" altLang="en-US" sz="2800" b="1" dirty="0">
                <a:solidFill>
                  <a:srgbClr val="CCFF99"/>
                </a:solidFill>
                <a:latin typeface="Bell MT" panose="02020503060305020303" pitchFamily="18" charset="0"/>
              </a:rPr>
              <a:t> </a:t>
            </a:r>
            <a:r>
              <a:rPr lang="en-US" altLang="en-US" sz="2800" dirty="0">
                <a:solidFill>
                  <a:srgbClr val="CCFF99"/>
                </a:solidFill>
                <a:latin typeface="Bell MT" panose="02020503060305020303" pitchFamily="18" charset="0"/>
              </a:rPr>
              <a:t>We shift (modulate) each of the three voice channels to a different bandwidth, as shown in Figure, We use the 20 to 24 kHz bandwidth for the first channel, the 24 to 28 kHz bandwidth for the second channel, and the 28 to 32 kHz bandwidth for the third one. Then we combine them as shown in Figure.</a:t>
            </a:r>
          </a:p>
        </p:txBody>
      </p:sp>
      <p:sp>
        <p:nvSpPr>
          <p:cNvPr id="4" name="Slide Number Placeholder 3">
            <a:extLst>
              <a:ext uri="{FF2B5EF4-FFF2-40B4-BE49-F238E27FC236}">
                <a16:creationId xmlns:a16="http://schemas.microsoft.com/office/drawing/2014/main" id="{0ABAA610-CC84-3A51-3132-4D7EBF5F365D}"/>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8</a:t>
            </a:r>
          </a:p>
        </p:txBody>
      </p:sp>
      <p:sp>
        <p:nvSpPr>
          <p:cNvPr id="16389" name="Line 2">
            <a:extLst>
              <a:ext uri="{FF2B5EF4-FFF2-40B4-BE49-F238E27FC236}">
                <a16:creationId xmlns:a16="http://schemas.microsoft.com/office/drawing/2014/main" id="{5D2252A3-6774-8BCB-F697-9F0C32796BD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0" name="Line 3">
            <a:extLst>
              <a:ext uri="{FF2B5EF4-FFF2-40B4-BE49-F238E27FC236}">
                <a16:creationId xmlns:a16="http://schemas.microsoft.com/office/drawing/2014/main" id="{16D34007-DA17-01E3-6249-F8B22AB4B36A}"/>
              </a:ext>
            </a:extLst>
          </p:cNvPr>
          <p:cNvSpPr>
            <a:spLocks noChangeShapeType="1"/>
          </p:cNvSpPr>
          <p:nvPr/>
        </p:nvSpPr>
        <p:spPr bwMode="auto">
          <a:xfrm>
            <a:off x="152400" y="1295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1" name="Line 5">
            <a:extLst>
              <a:ext uri="{FF2B5EF4-FFF2-40B4-BE49-F238E27FC236}">
                <a16:creationId xmlns:a16="http://schemas.microsoft.com/office/drawing/2014/main" id="{8911E25E-1586-87C6-8702-7064B3CDFDA8}"/>
              </a:ext>
            </a:extLst>
          </p:cNvPr>
          <p:cNvSpPr>
            <a:spLocks noChangeShapeType="1"/>
          </p:cNvSpPr>
          <p:nvPr/>
        </p:nvSpPr>
        <p:spPr bwMode="auto">
          <a:xfrm>
            <a:off x="152400" y="6553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C355E39-95A4-FD4D-0FFD-25F28E80F9FA}"/>
              </a:ext>
            </a:extLst>
          </p:cNvPr>
          <p:cNvSpPr>
            <a:spLocks noGrp="1" noChangeArrowheads="1"/>
          </p:cNvSpPr>
          <p:nvPr>
            <p:ph type="title"/>
          </p:nvPr>
        </p:nvSpPr>
        <p:spPr>
          <a:xfrm>
            <a:off x="1230313" y="671513"/>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Solution: 1</a:t>
            </a:r>
          </a:p>
        </p:txBody>
      </p:sp>
      <p:sp>
        <p:nvSpPr>
          <p:cNvPr id="4" name="Slide Number Placeholder 3">
            <a:extLst>
              <a:ext uri="{FF2B5EF4-FFF2-40B4-BE49-F238E27FC236}">
                <a16:creationId xmlns:a16="http://schemas.microsoft.com/office/drawing/2014/main" id="{CBA0D374-EA3B-C232-943A-9A54976477D4}"/>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9</a:t>
            </a:r>
          </a:p>
        </p:txBody>
      </p:sp>
      <p:sp>
        <p:nvSpPr>
          <p:cNvPr id="17412" name="Line 2">
            <a:extLst>
              <a:ext uri="{FF2B5EF4-FFF2-40B4-BE49-F238E27FC236}">
                <a16:creationId xmlns:a16="http://schemas.microsoft.com/office/drawing/2014/main" id="{B966518A-AD85-7CD9-BA9F-8ABB7D0E8A7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3" name="Line 3">
            <a:extLst>
              <a:ext uri="{FF2B5EF4-FFF2-40B4-BE49-F238E27FC236}">
                <a16:creationId xmlns:a16="http://schemas.microsoft.com/office/drawing/2014/main" id="{5A063E04-3C92-2BC0-9633-D86129E78D3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4" name="Line 5">
            <a:extLst>
              <a:ext uri="{FF2B5EF4-FFF2-40B4-BE49-F238E27FC236}">
                <a16:creationId xmlns:a16="http://schemas.microsoft.com/office/drawing/2014/main" id="{0CD3C6AC-9ADB-593C-297A-7275EDFA8646}"/>
              </a:ext>
            </a:extLst>
          </p:cNvPr>
          <p:cNvSpPr>
            <a:spLocks noChangeShapeType="1"/>
          </p:cNvSpPr>
          <p:nvPr/>
        </p:nvSpPr>
        <p:spPr bwMode="auto">
          <a:xfrm>
            <a:off x="152400" y="6553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415" name="Picture 6">
            <a:extLst>
              <a:ext uri="{FF2B5EF4-FFF2-40B4-BE49-F238E27FC236}">
                <a16:creationId xmlns:a16="http://schemas.microsoft.com/office/drawing/2014/main" id="{32C3A577-6A63-327D-B86B-E0BD763647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19238"/>
            <a:ext cx="7167563" cy="470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B09C7BA3-DB5D-6160-E09E-7F1CA003B7DC}"/>
              </a:ext>
            </a:extLst>
          </p:cNvPr>
          <p:cNvSpPr>
            <a:spLocks noGrp="1" noChangeArrowheads="1"/>
          </p:cNvSpPr>
          <p:nvPr>
            <p:ph type="title"/>
          </p:nvPr>
        </p:nvSpPr>
        <p:spPr>
          <a:xfrm>
            <a:off x="1200150" y="415925"/>
            <a:ext cx="7056438"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 : 2</a:t>
            </a:r>
          </a:p>
        </p:txBody>
      </p:sp>
      <p:sp>
        <p:nvSpPr>
          <p:cNvPr id="19459" name="Content Placeholder 2">
            <a:extLst>
              <a:ext uri="{FF2B5EF4-FFF2-40B4-BE49-F238E27FC236}">
                <a16:creationId xmlns:a16="http://schemas.microsoft.com/office/drawing/2014/main" id="{43618E4D-7FE0-3D9A-0677-D8541E1FB8B0}"/>
              </a:ext>
            </a:extLst>
          </p:cNvPr>
          <p:cNvSpPr>
            <a:spLocks noGrp="1"/>
          </p:cNvSpPr>
          <p:nvPr>
            <p:ph idx="1"/>
          </p:nvPr>
        </p:nvSpPr>
        <p:spPr>
          <a:xfrm>
            <a:off x="381000" y="1254125"/>
            <a:ext cx="8154988" cy="4111625"/>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400" dirty="0">
                <a:solidFill>
                  <a:srgbClr val="CCFF99"/>
                </a:solidFill>
                <a:latin typeface="Bell MT" panose="02020503060305020303" pitchFamily="18" charset="0"/>
              </a:rPr>
              <a:t>Five channels, each with a 100-kHz bandwidth, are to be multiplexed together. What is the minimum bandwidth of the link if there is a need for a guard band of 10 kHz between the channels to prevent interference?</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400" b="1" u="sng" dirty="0">
                <a:solidFill>
                  <a:srgbClr val="CCFF99"/>
                </a:solidFill>
                <a:latin typeface="Bell MT" panose="02020503060305020303" pitchFamily="18" charset="0"/>
              </a:rPr>
              <a:t>Solution</a:t>
            </a:r>
            <a:r>
              <a:rPr lang="en-US" sz="2400" dirty="0">
                <a:solidFill>
                  <a:srgbClr val="CCFF99"/>
                </a:solidFill>
                <a:latin typeface="Bell MT" panose="02020503060305020303" pitchFamily="18" charset="0"/>
              </a:rPr>
              <a:t>: For five channels, we need at least four guard bands. This means that the required bandwidth is at least </a:t>
            </a:r>
          </a:p>
          <a:p>
            <a:pPr marL="0" indent="0" algn="ctr" defTabSz="457207" eaLnBrk="1" fontAlgn="auto" hangingPunct="1">
              <a:spcAft>
                <a:spcPts val="0"/>
              </a:spcAft>
              <a:buClr>
                <a:schemeClr val="bg2">
                  <a:lumMod val="40000"/>
                  <a:lumOff val="60000"/>
                </a:schemeClr>
              </a:buClr>
              <a:buFont typeface="Wingdings 3" panose="05040102010807070707" pitchFamily="18" charset="2"/>
              <a:buNone/>
              <a:defRPr/>
            </a:pPr>
            <a:r>
              <a:rPr lang="en-US" sz="2400" dirty="0">
                <a:solidFill>
                  <a:srgbClr val="CCFF99"/>
                </a:solidFill>
                <a:latin typeface="Bell MT" panose="02020503060305020303" pitchFamily="18" charset="0"/>
              </a:rPr>
              <a:t>5 × 100 + 4 × 10 = 540 kHz, as shown in Figure</a:t>
            </a:r>
          </a:p>
        </p:txBody>
      </p:sp>
      <p:sp>
        <p:nvSpPr>
          <p:cNvPr id="4" name="Slide Number Placeholder 3">
            <a:extLst>
              <a:ext uri="{FF2B5EF4-FFF2-40B4-BE49-F238E27FC236}">
                <a16:creationId xmlns:a16="http://schemas.microsoft.com/office/drawing/2014/main" id="{4D368912-9D7C-2168-31A1-6B85B0F157D8}"/>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10</a:t>
            </a:r>
          </a:p>
        </p:txBody>
      </p:sp>
      <p:sp>
        <p:nvSpPr>
          <p:cNvPr id="18437" name="Line 2">
            <a:extLst>
              <a:ext uri="{FF2B5EF4-FFF2-40B4-BE49-F238E27FC236}">
                <a16:creationId xmlns:a16="http://schemas.microsoft.com/office/drawing/2014/main" id="{6958BFC8-5B33-A016-5122-63D303C3C8A7}"/>
              </a:ext>
            </a:extLst>
          </p:cNvPr>
          <p:cNvSpPr>
            <a:spLocks noChangeShapeType="1"/>
          </p:cNvSpPr>
          <p:nvPr/>
        </p:nvSpPr>
        <p:spPr bwMode="auto">
          <a:xfrm>
            <a:off x="152400" y="457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Line 3">
            <a:extLst>
              <a:ext uri="{FF2B5EF4-FFF2-40B4-BE49-F238E27FC236}">
                <a16:creationId xmlns:a16="http://schemas.microsoft.com/office/drawing/2014/main" id="{C1229E01-69DD-7625-533C-92C8F90D05AD}"/>
              </a:ext>
            </a:extLst>
          </p:cNvPr>
          <p:cNvSpPr>
            <a:spLocks noChangeShapeType="1"/>
          </p:cNvSpPr>
          <p:nvPr/>
        </p:nvSpPr>
        <p:spPr bwMode="auto">
          <a:xfrm>
            <a:off x="152400" y="114935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9" name="Line 5">
            <a:extLst>
              <a:ext uri="{FF2B5EF4-FFF2-40B4-BE49-F238E27FC236}">
                <a16:creationId xmlns:a16="http://schemas.microsoft.com/office/drawing/2014/main" id="{E023D438-F5E8-F2EE-97AC-9BBF182A20A9}"/>
              </a:ext>
            </a:extLst>
          </p:cNvPr>
          <p:cNvSpPr>
            <a:spLocks noChangeShapeType="1"/>
          </p:cNvSpPr>
          <p:nvPr/>
        </p:nvSpPr>
        <p:spPr bwMode="auto">
          <a:xfrm>
            <a:off x="152400" y="6553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8440" name="Picture 6">
            <a:extLst>
              <a:ext uri="{FF2B5EF4-FFF2-40B4-BE49-F238E27FC236}">
                <a16:creationId xmlns:a16="http://schemas.microsoft.com/office/drawing/2014/main" id="{0EAC9D32-AFC4-1B8A-1AF5-561BB9D42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570413"/>
            <a:ext cx="838200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84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Content Placeholder 2">
            <a:extLst>
              <a:ext uri="{FF2B5EF4-FFF2-40B4-BE49-F238E27FC236}">
                <a16:creationId xmlns:a16="http://schemas.microsoft.com/office/drawing/2014/main" id="{7570D94B-94EC-2D4F-79AE-3F57822640AF}"/>
              </a:ext>
            </a:extLst>
          </p:cNvPr>
          <p:cNvSpPr>
            <a:spLocks noGrp="1"/>
          </p:cNvSpPr>
          <p:nvPr>
            <p:ph idx="1"/>
          </p:nvPr>
        </p:nvSpPr>
        <p:spPr>
          <a:xfrm>
            <a:off x="533400" y="1584325"/>
            <a:ext cx="8001000" cy="3987800"/>
          </a:xfrm>
        </p:spPr>
        <p:txBody>
          <a:bodyPr rtlCol="0">
            <a:normAutofit fontScale="92500" lnSpcReduction="10000"/>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b="1" u="sng">
                <a:solidFill>
                  <a:srgbClr val="CCFF99"/>
                </a:solidFill>
                <a:latin typeface="Bell MT" panose="02020503060305020303" pitchFamily="18" charset="0"/>
              </a:rPr>
              <a:t>AM Broadcasting:</a:t>
            </a:r>
            <a:r>
              <a:rPr lang="en-US" altLang="en-US" sz="3000">
                <a:solidFill>
                  <a:srgbClr val="CCFF99"/>
                </a:solidFill>
                <a:latin typeface="Bell MT" panose="02020503060305020303" pitchFamily="18" charset="0"/>
              </a:rPr>
              <a:t> In AM, range of band is 530 to 1700 kHz &amp; every AM station needs 10 kHz of bandwidth. Each station uses different carrier frequency</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a:solidFill>
                  <a:srgbClr val="CCFF99"/>
                </a:solidFill>
                <a:latin typeface="Bell MT" panose="02020503060305020303" pitchFamily="18" charset="0"/>
              </a:rPr>
              <a:t> </a:t>
            </a:r>
            <a:r>
              <a:rPr lang="en-US" altLang="en-US" sz="3000" b="1" u="sng">
                <a:solidFill>
                  <a:srgbClr val="CCFF99"/>
                </a:solidFill>
                <a:latin typeface="Bell MT" panose="02020503060305020303" pitchFamily="18" charset="0"/>
              </a:rPr>
              <a:t>FM Broadcasting:</a:t>
            </a:r>
            <a:r>
              <a:rPr lang="en-US" altLang="en-US" sz="3000" b="1">
                <a:solidFill>
                  <a:srgbClr val="CCFF99"/>
                </a:solidFill>
                <a:latin typeface="Bell MT" panose="02020503060305020303" pitchFamily="18" charset="0"/>
              </a:rPr>
              <a:t> </a:t>
            </a:r>
            <a:r>
              <a:rPr lang="en-US" altLang="en-US" sz="3000">
                <a:solidFill>
                  <a:srgbClr val="CCFF99"/>
                </a:solidFill>
                <a:latin typeface="Bell MT" panose="02020503060305020303" pitchFamily="18" charset="0"/>
              </a:rPr>
              <a:t>FM has wider band of 88 to 108 MHz &amp; every FM station needs 200 kHz of bandwidth</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b="1" u="sng">
                <a:solidFill>
                  <a:srgbClr val="CCFF99"/>
                </a:solidFill>
                <a:latin typeface="Bell MT" panose="02020503060305020303" pitchFamily="18" charset="0"/>
              </a:rPr>
              <a:t>TV Broadcasting:</a:t>
            </a:r>
            <a:r>
              <a:rPr lang="en-US" altLang="en-US" sz="3000" b="1">
                <a:solidFill>
                  <a:srgbClr val="CCFF99"/>
                </a:solidFill>
                <a:latin typeface="Bell MT" panose="02020503060305020303" pitchFamily="18" charset="0"/>
              </a:rPr>
              <a:t> </a:t>
            </a:r>
            <a:r>
              <a:rPr lang="en-US" altLang="en-US" sz="3000">
                <a:solidFill>
                  <a:srgbClr val="CCFF99"/>
                </a:solidFill>
                <a:latin typeface="Bell MT" panose="02020503060305020303" pitchFamily="18" charset="0"/>
              </a:rPr>
              <a:t>Each TV channel has its own bandwidth of 6 MHz</a:t>
            </a:r>
          </a:p>
        </p:txBody>
      </p:sp>
      <p:sp>
        <p:nvSpPr>
          <p:cNvPr id="4" name="Slide Number Placeholder 3">
            <a:extLst>
              <a:ext uri="{FF2B5EF4-FFF2-40B4-BE49-F238E27FC236}">
                <a16:creationId xmlns:a16="http://schemas.microsoft.com/office/drawing/2014/main" id="{4FEA78FD-72BA-682B-3EAF-F3ECA819619E}"/>
              </a:ext>
            </a:extLst>
          </p:cNvPr>
          <p:cNvSpPr>
            <a:spLocks noGrp="1"/>
          </p:cNvSpPr>
          <p:nvPr>
            <p:ph type="sldNum" sz="quarter" idx="12"/>
          </p:nvPr>
        </p:nvSpPr>
        <p:spPr/>
        <p:txBody>
          <a:bodyPr/>
          <a:lstStyle/>
          <a:p>
            <a:pPr>
              <a:defRPr/>
            </a:pPr>
            <a:r>
              <a:rPr lang="en-US" b="1" dirty="0">
                <a:solidFill>
                  <a:srgbClr val="CCFF99"/>
                </a:solidFill>
              </a:rPr>
              <a:t>11</a:t>
            </a:r>
          </a:p>
        </p:txBody>
      </p:sp>
      <p:sp>
        <p:nvSpPr>
          <p:cNvPr id="19460" name="Title 1">
            <a:extLst>
              <a:ext uri="{FF2B5EF4-FFF2-40B4-BE49-F238E27FC236}">
                <a16:creationId xmlns:a16="http://schemas.microsoft.com/office/drawing/2014/main" id="{49B20ED1-799A-AF2D-5295-70102D43FFA7}"/>
              </a:ext>
            </a:extLst>
          </p:cNvPr>
          <p:cNvSpPr txBox="1">
            <a:spLocks/>
          </p:cNvSpPr>
          <p:nvPr/>
        </p:nvSpPr>
        <p:spPr bwMode="auto">
          <a:xfrm>
            <a:off x="1219200" y="601663"/>
            <a:ext cx="7056438"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lgn="ctr" eaLnBrk="1" hangingPunct="1">
              <a:spcBef>
                <a:spcPct val="0"/>
              </a:spcBef>
              <a:buClrTx/>
              <a:buSzTx/>
              <a:buFontTx/>
              <a:buNone/>
            </a:pPr>
            <a:r>
              <a:rPr lang="en-US" altLang="en-US" sz="3500" i="1">
                <a:solidFill>
                  <a:srgbClr val="CCFF99"/>
                </a:solidFill>
                <a:latin typeface="Times New Roman" panose="02020603050405020304" pitchFamily="18" charset="0"/>
                <a:cs typeface="Times New Roman" panose="02020603050405020304" pitchFamily="18" charset="0"/>
              </a:rPr>
              <a:t>Applications</a:t>
            </a:r>
          </a:p>
        </p:txBody>
      </p:sp>
      <p:sp>
        <p:nvSpPr>
          <p:cNvPr id="19461" name="Line 2">
            <a:extLst>
              <a:ext uri="{FF2B5EF4-FFF2-40B4-BE49-F238E27FC236}">
                <a16:creationId xmlns:a16="http://schemas.microsoft.com/office/drawing/2014/main" id="{7D42FB4B-688D-0C47-371B-E6A0516DA6C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2" name="Line 3">
            <a:extLst>
              <a:ext uri="{FF2B5EF4-FFF2-40B4-BE49-F238E27FC236}">
                <a16:creationId xmlns:a16="http://schemas.microsoft.com/office/drawing/2014/main" id="{8584C659-3438-383A-8398-689DA3FDC20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3" name="Line 5">
            <a:extLst>
              <a:ext uri="{FF2B5EF4-FFF2-40B4-BE49-F238E27FC236}">
                <a16:creationId xmlns:a16="http://schemas.microsoft.com/office/drawing/2014/main" id="{DBFFFC31-AB29-E157-FA5C-7056C9099C6E}"/>
              </a:ext>
            </a:extLst>
          </p:cNvPr>
          <p:cNvSpPr>
            <a:spLocks noChangeShapeType="1"/>
          </p:cNvSpPr>
          <p:nvPr/>
        </p:nvSpPr>
        <p:spPr bwMode="auto">
          <a:xfrm>
            <a:off x="195263"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5FD0A285-640D-AA78-FE2D-4E247F4761EF}"/>
              </a:ext>
            </a:extLst>
          </p:cNvPr>
          <p:cNvSpPr>
            <a:spLocks noGrp="1" noChangeArrowheads="1"/>
          </p:cNvSpPr>
          <p:nvPr>
            <p:ph type="title"/>
          </p:nvPr>
        </p:nvSpPr>
        <p:spPr>
          <a:xfrm>
            <a:off x="1230313" y="671513"/>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Applications (cntd..)</a:t>
            </a:r>
          </a:p>
        </p:txBody>
      </p:sp>
      <p:sp>
        <p:nvSpPr>
          <p:cNvPr id="20483" name="Content Placeholder 2">
            <a:extLst>
              <a:ext uri="{FF2B5EF4-FFF2-40B4-BE49-F238E27FC236}">
                <a16:creationId xmlns:a16="http://schemas.microsoft.com/office/drawing/2014/main" id="{AF09B316-A4C9-4ED1-CC7B-4E837245E28E}"/>
              </a:ext>
            </a:extLst>
          </p:cNvPr>
          <p:cNvSpPr>
            <a:spLocks noGrp="1" noChangeArrowheads="1"/>
          </p:cNvSpPr>
          <p:nvPr>
            <p:ph idx="1"/>
          </p:nvPr>
        </p:nvSpPr>
        <p:spPr>
          <a:xfrm>
            <a:off x="195263" y="1654175"/>
            <a:ext cx="8610600" cy="4438650"/>
          </a:xfrm>
        </p:spPr>
        <p:txBody>
          <a:bodyPr/>
          <a:lstStyle/>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First generation cellular phones: each user is assigned two 30 kHz channels, one for sending voice and other for receiving</a:t>
            </a:r>
          </a:p>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Voice signal has bandwidth around 3 kHz, is modulated by using FM. FM signal has a bandwidth 10 times that of the modulating signal, which means that each channel has 30 kHz of bandwidth.</a:t>
            </a:r>
          </a:p>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So, each user is given by the base station, a 60 kHz bandwidth in range available at the time of the call.</a:t>
            </a:r>
          </a:p>
        </p:txBody>
      </p:sp>
      <p:sp>
        <p:nvSpPr>
          <p:cNvPr id="4" name="Slide Number Placeholder 3">
            <a:extLst>
              <a:ext uri="{FF2B5EF4-FFF2-40B4-BE49-F238E27FC236}">
                <a16:creationId xmlns:a16="http://schemas.microsoft.com/office/drawing/2014/main" id="{A9FAF0A9-069C-9CB5-6D7F-AAA9D288F685}"/>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12</a:t>
            </a:r>
          </a:p>
        </p:txBody>
      </p:sp>
      <p:sp>
        <p:nvSpPr>
          <p:cNvPr id="20485" name="Line 2">
            <a:extLst>
              <a:ext uri="{FF2B5EF4-FFF2-40B4-BE49-F238E27FC236}">
                <a16:creationId xmlns:a16="http://schemas.microsoft.com/office/drawing/2014/main" id="{DD95496C-0831-9BB3-4E32-58EDC28CC52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6" name="Line 3">
            <a:extLst>
              <a:ext uri="{FF2B5EF4-FFF2-40B4-BE49-F238E27FC236}">
                <a16:creationId xmlns:a16="http://schemas.microsoft.com/office/drawing/2014/main" id="{B19D61C7-7A7A-F241-E618-9105A05F14B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7" name="Line 5">
            <a:extLst>
              <a:ext uri="{FF2B5EF4-FFF2-40B4-BE49-F238E27FC236}">
                <a16:creationId xmlns:a16="http://schemas.microsoft.com/office/drawing/2014/main" id="{5FAAC144-F0D9-9EFC-ABBE-43E85344071E}"/>
              </a:ext>
            </a:extLst>
          </p:cNvPr>
          <p:cNvSpPr>
            <a:spLocks noChangeShapeType="1"/>
          </p:cNvSpPr>
          <p:nvPr/>
        </p:nvSpPr>
        <p:spPr bwMode="auto">
          <a:xfrm>
            <a:off x="195263"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37997B3F-DB0C-B0C4-800F-3239A25A3682}"/>
              </a:ext>
            </a:extLst>
          </p:cNvPr>
          <p:cNvSpPr>
            <a:spLocks noGrp="1" noChangeArrowheads="1"/>
          </p:cNvSpPr>
          <p:nvPr>
            <p:ph type="title"/>
          </p:nvPr>
        </p:nvSpPr>
        <p:spPr>
          <a:xfrm>
            <a:off x="1200150" y="415925"/>
            <a:ext cx="7056438"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 3</a:t>
            </a:r>
          </a:p>
        </p:txBody>
      </p:sp>
      <p:sp>
        <p:nvSpPr>
          <p:cNvPr id="21507" name="Content Placeholder 2">
            <a:extLst>
              <a:ext uri="{FF2B5EF4-FFF2-40B4-BE49-F238E27FC236}">
                <a16:creationId xmlns:a16="http://schemas.microsoft.com/office/drawing/2014/main" id="{EC2AF05A-1D2E-6CC5-D412-677E761BB3EB}"/>
              </a:ext>
            </a:extLst>
          </p:cNvPr>
          <p:cNvSpPr>
            <a:spLocks noGrp="1"/>
          </p:cNvSpPr>
          <p:nvPr>
            <p:ph idx="1"/>
          </p:nvPr>
        </p:nvSpPr>
        <p:spPr>
          <a:xfrm>
            <a:off x="222250" y="1222375"/>
            <a:ext cx="8534400" cy="5213350"/>
          </a:xfrm>
        </p:spPr>
        <p:txBody>
          <a:bodyPr rtlCol="0">
            <a:normAutofit lnSpcReduction="10000"/>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a:solidFill>
                  <a:srgbClr val="CCFF99"/>
                </a:solidFill>
                <a:latin typeface="Bell MT" panose="02020503060305020303" pitchFamily="18" charset="0"/>
              </a:rPr>
              <a:t>The Advanced Mobile Phone System (AMPS) uses two bands. The first band of 824 to 849 MHz is used for sending, and 869 to 894 MHz is used for receiving. Each user has a bandwidth of 30 kHz in each direction. How many people can use their cellular phones simultaneously?</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b="1" u="sng">
                <a:solidFill>
                  <a:srgbClr val="CCFF99"/>
                </a:solidFill>
                <a:latin typeface="Bell MT" panose="02020503060305020303" pitchFamily="18" charset="0"/>
              </a:rPr>
              <a:t>Solution</a:t>
            </a:r>
            <a:r>
              <a:rPr lang="en-US" altLang="en-US" sz="3000" b="1">
                <a:solidFill>
                  <a:srgbClr val="CCFF99"/>
                </a:solidFill>
                <a:latin typeface="Bell MT" panose="02020503060305020303" pitchFamily="18" charset="0"/>
              </a:rPr>
              <a:t>: </a:t>
            </a:r>
            <a:r>
              <a:rPr lang="en-US" altLang="en-US" sz="3000">
                <a:solidFill>
                  <a:srgbClr val="CCFF99"/>
                </a:solidFill>
                <a:latin typeface="Bell MT" panose="02020503060305020303" pitchFamily="18" charset="0"/>
              </a:rPr>
              <a:t>Each band is 25 MHz. If we divide 25 MHz by 30 kHz, we get 833.33. In reality, the band is divided into 832 channels. of these, 42 channels are used for control, which means only 790 channels are available for cellular phone users. </a:t>
            </a:r>
          </a:p>
        </p:txBody>
      </p:sp>
      <p:sp>
        <p:nvSpPr>
          <p:cNvPr id="4" name="Slide Number Placeholder 3">
            <a:extLst>
              <a:ext uri="{FF2B5EF4-FFF2-40B4-BE49-F238E27FC236}">
                <a16:creationId xmlns:a16="http://schemas.microsoft.com/office/drawing/2014/main" id="{CC5CC40C-9343-4C11-12F4-B03A058309BA}"/>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13</a:t>
            </a:r>
          </a:p>
        </p:txBody>
      </p:sp>
      <p:sp>
        <p:nvSpPr>
          <p:cNvPr id="21509" name="Line 2">
            <a:extLst>
              <a:ext uri="{FF2B5EF4-FFF2-40B4-BE49-F238E27FC236}">
                <a16:creationId xmlns:a16="http://schemas.microsoft.com/office/drawing/2014/main" id="{1E5A4EF6-3BD1-CD7E-A933-66795CD275D1}"/>
              </a:ext>
            </a:extLst>
          </p:cNvPr>
          <p:cNvSpPr>
            <a:spLocks noChangeShapeType="1"/>
          </p:cNvSpPr>
          <p:nvPr/>
        </p:nvSpPr>
        <p:spPr bwMode="auto">
          <a:xfrm>
            <a:off x="152400" y="457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0" name="Line 3">
            <a:extLst>
              <a:ext uri="{FF2B5EF4-FFF2-40B4-BE49-F238E27FC236}">
                <a16:creationId xmlns:a16="http://schemas.microsoft.com/office/drawing/2014/main" id="{DFCB0C04-CD21-2057-3598-678A78CAA2C5}"/>
              </a:ext>
            </a:extLst>
          </p:cNvPr>
          <p:cNvSpPr>
            <a:spLocks noChangeShapeType="1"/>
          </p:cNvSpPr>
          <p:nvPr/>
        </p:nvSpPr>
        <p:spPr bwMode="auto">
          <a:xfrm>
            <a:off x="152400" y="114935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1" name="Line 5">
            <a:extLst>
              <a:ext uri="{FF2B5EF4-FFF2-40B4-BE49-F238E27FC236}">
                <a16:creationId xmlns:a16="http://schemas.microsoft.com/office/drawing/2014/main" id="{D77EF170-38D5-A085-782B-D85A5B1F910F}"/>
              </a:ext>
            </a:extLst>
          </p:cNvPr>
          <p:cNvSpPr>
            <a:spLocks noChangeShapeType="1"/>
          </p:cNvSpPr>
          <p:nvPr/>
        </p:nvSpPr>
        <p:spPr bwMode="auto">
          <a:xfrm>
            <a:off x="152400" y="6553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DD5F00B-CD8C-6AE6-FD93-A97D8D7BA6BA}"/>
              </a:ext>
            </a:extLst>
          </p:cNvPr>
          <p:cNvSpPr>
            <a:spLocks noGrp="1" noChangeArrowheads="1"/>
          </p:cNvSpPr>
          <p:nvPr>
            <p:ph type="title"/>
          </p:nvPr>
        </p:nvSpPr>
        <p:spPr>
          <a:xfrm>
            <a:off x="1004888" y="6572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Wavelength Division Multiplexing</a:t>
            </a:r>
          </a:p>
        </p:txBody>
      </p:sp>
      <p:sp>
        <p:nvSpPr>
          <p:cNvPr id="35842" name="Content Placeholder 2">
            <a:extLst>
              <a:ext uri="{FF2B5EF4-FFF2-40B4-BE49-F238E27FC236}">
                <a16:creationId xmlns:a16="http://schemas.microsoft.com/office/drawing/2014/main" id="{1433421D-5670-52DE-40CE-59CA0A3C4900}"/>
              </a:ext>
            </a:extLst>
          </p:cNvPr>
          <p:cNvSpPr>
            <a:spLocks noGrp="1"/>
          </p:cNvSpPr>
          <p:nvPr>
            <p:ph idx="1"/>
          </p:nvPr>
        </p:nvSpPr>
        <p:spPr>
          <a:xfrm>
            <a:off x="493713" y="1600200"/>
            <a:ext cx="8497887" cy="4724400"/>
          </a:xfrm>
        </p:spPr>
        <p:txBody>
          <a:bodyPr rtlCol="0">
            <a:normAutofit fontScale="92500" lnSpcReduction="10000"/>
          </a:bodyPr>
          <a:lstStyle/>
          <a:p>
            <a:pPr marL="342906" indent="-342906"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Wavelength-division multiplexing (WDM) is designed to use the high-data-rate capability of fiber-optic cable </a:t>
            </a:r>
          </a:p>
          <a:p>
            <a:pPr marL="342906" indent="-342906"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The optical fiber data rate is higher than the data rate of metallic transmission cable, but using a fiber-optic cable for a single line wastes the available bandwidth. </a:t>
            </a:r>
          </a:p>
          <a:p>
            <a:pPr marL="342906" indent="-342906"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Multiplexing allows us to combine several lines into one. </a:t>
            </a:r>
          </a:p>
          <a:p>
            <a:pPr marL="342906" indent="-342906"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WDM is conceptually the same as FDM, except that the multiplexing and demultiplexing involve optical signals transmitted through fiber-optic channels.</a:t>
            </a:r>
            <a:endParaRPr lang="en-US" altLang="en-US" sz="30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5A715AE8-8A73-B7F6-FF50-9C46DB6B42E6}"/>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14</a:t>
            </a:r>
          </a:p>
        </p:txBody>
      </p:sp>
      <p:sp>
        <p:nvSpPr>
          <p:cNvPr id="22533" name="Line 2">
            <a:extLst>
              <a:ext uri="{FF2B5EF4-FFF2-40B4-BE49-F238E27FC236}">
                <a16:creationId xmlns:a16="http://schemas.microsoft.com/office/drawing/2014/main" id="{F2C773C5-1FEB-34AC-180A-EFFBFB8BC04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4" name="Line 3">
            <a:extLst>
              <a:ext uri="{FF2B5EF4-FFF2-40B4-BE49-F238E27FC236}">
                <a16:creationId xmlns:a16="http://schemas.microsoft.com/office/drawing/2014/main" id="{F82ED667-1CCC-9DE1-1D85-5628935B9A0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5" name="Line 5">
            <a:extLst>
              <a:ext uri="{FF2B5EF4-FFF2-40B4-BE49-F238E27FC236}">
                <a16:creationId xmlns:a16="http://schemas.microsoft.com/office/drawing/2014/main" id="{D2F8A865-9640-68A5-A426-2072CC8B358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F368627F-0E39-0F2C-423E-EBADB40D31AD}"/>
              </a:ext>
            </a:extLst>
          </p:cNvPr>
          <p:cNvSpPr>
            <a:spLocks noGrp="1" noChangeArrowheads="1"/>
          </p:cNvSpPr>
          <p:nvPr>
            <p:ph type="title"/>
          </p:nvPr>
        </p:nvSpPr>
        <p:spPr>
          <a:xfrm>
            <a:off x="1004888" y="6572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Wavelength Division Multiplexing</a:t>
            </a:r>
          </a:p>
        </p:txBody>
      </p:sp>
      <p:sp>
        <p:nvSpPr>
          <p:cNvPr id="35842" name="Content Placeholder 2">
            <a:extLst>
              <a:ext uri="{FF2B5EF4-FFF2-40B4-BE49-F238E27FC236}">
                <a16:creationId xmlns:a16="http://schemas.microsoft.com/office/drawing/2014/main" id="{8B6BC158-8917-95D2-11C3-E44E7311EC5A}"/>
              </a:ext>
            </a:extLst>
          </p:cNvPr>
          <p:cNvSpPr>
            <a:spLocks noGrp="1"/>
          </p:cNvSpPr>
          <p:nvPr>
            <p:ph idx="1"/>
          </p:nvPr>
        </p:nvSpPr>
        <p:spPr>
          <a:xfrm>
            <a:off x="493713" y="1600200"/>
            <a:ext cx="8650287" cy="5105400"/>
          </a:xfrm>
        </p:spPr>
        <p:txBody>
          <a:bodyPr rtlCol="0">
            <a:normAutofit fontScale="70000" lnSpcReduction="20000"/>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1800" dirty="0">
              <a:solidFill>
                <a:srgbClr val="242021"/>
              </a:solidFill>
              <a:latin typeface="Times-Roman"/>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1800" dirty="0">
              <a:solidFill>
                <a:srgbClr val="242021"/>
              </a:solidFill>
              <a:latin typeface="Times-Roman"/>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1800" dirty="0">
              <a:solidFill>
                <a:srgbClr val="242021"/>
              </a:solidFill>
              <a:latin typeface="Times-Roman"/>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1800" dirty="0">
              <a:solidFill>
                <a:srgbClr val="242021"/>
              </a:solidFill>
              <a:latin typeface="Times-Roman"/>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1800" dirty="0">
              <a:solidFill>
                <a:srgbClr val="242021"/>
              </a:solidFill>
              <a:latin typeface="Times-Roman"/>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1800" dirty="0">
              <a:solidFill>
                <a:srgbClr val="242021"/>
              </a:solidFill>
              <a:latin typeface="Times-Roman"/>
            </a:endParaRPr>
          </a:p>
          <a:p>
            <a:pPr marL="342906" indent="-342906" defTabSz="457207" eaLnBrk="1" fontAlgn="auto" hangingPunct="1">
              <a:lnSpc>
                <a:spcPct val="90000"/>
              </a:lnSpc>
              <a:spcAft>
                <a:spcPts val="0"/>
              </a:spcAft>
              <a:buClr>
                <a:schemeClr val="bg2">
                  <a:lumMod val="40000"/>
                  <a:lumOff val="60000"/>
                </a:schemeClr>
              </a:buClr>
              <a:buFont typeface="Wingdings" panose="05000000000000000000" pitchFamily="2" charset="2"/>
              <a:buChar char="§"/>
              <a:defRPr/>
            </a:pPr>
            <a:r>
              <a:rPr lang="en-US" sz="2800" dirty="0">
                <a:solidFill>
                  <a:srgbClr val="CCFF99"/>
                </a:solidFill>
                <a:latin typeface="Bell MT" panose="02020503060305020303" pitchFamily="18" charset="0"/>
              </a:rPr>
              <a:t>WDM combines multiple light sources into one single light at the multiplexer and does the reverse at the demultiplexer. It can easily be done by a prism.</a:t>
            </a:r>
          </a:p>
          <a:p>
            <a:pPr marL="342906" indent="-342906" defTabSz="457207" eaLnBrk="1" fontAlgn="auto" hangingPunct="1">
              <a:lnSpc>
                <a:spcPct val="90000"/>
              </a:lnSpc>
              <a:spcAft>
                <a:spcPts val="0"/>
              </a:spcAft>
              <a:buClr>
                <a:schemeClr val="bg2">
                  <a:lumMod val="40000"/>
                  <a:lumOff val="60000"/>
                </a:schemeClr>
              </a:buClr>
              <a:buFont typeface="Wingdings" panose="05000000000000000000" pitchFamily="2" charset="2"/>
              <a:buChar char="§"/>
              <a:defRPr/>
            </a:pPr>
            <a:endParaRPr lang="en-US" sz="2800" dirty="0">
              <a:solidFill>
                <a:srgbClr val="CCFF99"/>
              </a:solidFill>
              <a:latin typeface="Bell MT" panose="02020503060305020303" pitchFamily="18" charset="0"/>
            </a:endParaRPr>
          </a:p>
          <a:p>
            <a:pPr marL="342906" indent="-342906" defTabSz="457207" eaLnBrk="1" fontAlgn="auto" hangingPunct="1">
              <a:lnSpc>
                <a:spcPct val="90000"/>
              </a:lnSpc>
              <a:spcAft>
                <a:spcPts val="0"/>
              </a:spcAft>
              <a:buClr>
                <a:schemeClr val="bg2">
                  <a:lumMod val="40000"/>
                  <a:lumOff val="60000"/>
                </a:schemeClr>
              </a:buClr>
              <a:buFont typeface="Wingdings" panose="05000000000000000000" pitchFamily="2" charset="2"/>
              <a:buChar char="§"/>
              <a:defRPr/>
            </a:pPr>
            <a:endParaRPr lang="en-US" sz="2800" dirty="0">
              <a:solidFill>
                <a:srgbClr val="CCFF99"/>
              </a:solidFill>
              <a:latin typeface="Bell MT" panose="02020503060305020303" pitchFamily="18" charset="0"/>
            </a:endParaRPr>
          </a:p>
          <a:p>
            <a:pPr marL="342906" indent="-342906" defTabSz="457207" eaLnBrk="1" fontAlgn="auto" hangingPunct="1">
              <a:lnSpc>
                <a:spcPct val="90000"/>
              </a:lnSpc>
              <a:spcAft>
                <a:spcPts val="0"/>
              </a:spcAft>
              <a:buClr>
                <a:schemeClr val="bg2">
                  <a:lumMod val="40000"/>
                  <a:lumOff val="60000"/>
                </a:schemeClr>
              </a:buClr>
              <a:buFont typeface="Wingdings" panose="05000000000000000000" pitchFamily="2" charset="2"/>
              <a:buChar char="§"/>
              <a:defRPr/>
            </a:pPr>
            <a:endParaRPr lang="en-US" sz="2800" dirty="0">
              <a:solidFill>
                <a:srgbClr val="CCFF99"/>
              </a:solidFill>
              <a:latin typeface="Bell MT" panose="02020503060305020303" pitchFamily="18" charset="0"/>
            </a:endParaRPr>
          </a:p>
          <a:p>
            <a:pPr marL="342906" indent="-342906" defTabSz="457207" eaLnBrk="1" fontAlgn="auto" hangingPunct="1">
              <a:lnSpc>
                <a:spcPct val="90000"/>
              </a:lnSpc>
              <a:spcAft>
                <a:spcPts val="0"/>
              </a:spcAft>
              <a:buClr>
                <a:schemeClr val="bg2">
                  <a:lumMod val="40000"/>
                  <a:lumOff val="60000"/>
                </a:schemeClr>
              </a:buClr>
              <a:buFont typeface="Wingdings" panose="05000000000000000000" pitchFamily="2" charset="2"/>
              <a:buChar char="§"/>
              <a:defRPr/>
            </a:pPr>
            <a:endParaRPr lang="en-US" sz="2800" dirty="0">
              <a:solidFill>
                <a:srgbClr val="CCFF99"/>
              </a:solidFill>
              <a:latin typeface="Bell MT" panose="02020503060305020303" pitchFamily="18" charset="0"/>
            </a:endParaRPr>
          </a:p>
          <a:p>
            <a:pPr marL="342906" indent="-342906" defTabSz="457207" eaLnBrk="1" fontAlgn="auto" hangingPunct="1">
              <a:lnSpc>
                <a:spcPct val="90000"/>
              </a:lnSpc>
              <a:spcAft>
                <a:spcPts val="0"/>
              </a:spcAft>
              <a:buClr>
                <a:schemeClr val="bg2">
                  <a:lumMod val="40000"/>
                  <a:lumOff val="60000"/>
                </a:schemeClr>
              </a:buClr>
              <a:buFont typeface="Wingdings" panose="05000000000000000000" pitchFamily="2" charset="2"/>
              <a:buChar char="§"/>
              <a:defRPr/>
            </a:pPr>
            <a:endParaRPr lang="en-US" sz="2800" dirty="0">
              <a:solidFill>
                <a:srgbClr val="CCFF99"/>
              </a:solidFill>
              <a:latin typeface="Bell MT" panose="02020503060305020303" pitchFamily="18" charset="0"/>
            </a:endParaRPr>
          </a:p>
          <a:p>
            <a:pPr marL="342906" indent="-342906" defTabSz="457207" eaLnBrk="1" fontAlgn="auto" hangingPunct="1">
              <a:lnSpc>
                <a:spcPct val="90000"/>
              </a:lnSpc>
              <a:spcAft>
                <a:spcPts val="0"/>
              </a:spcAft>
              <a:buClr>
                <a:schemeClr val="bg2">
                  <a:lumMod val="40000"/>
                  <a:lumOff val="60000"/>
                </a:schemeClr>
              </a:buClr>
              <a:buFont typeface="Wingdings" panose="05000000000000000000" pitchFamily="2" charset="2"/>
              <a:buChar char="§"/>
              <a:defRPr/>
            </a:pPr>
            <a:r>
              <a:rPr lang="en-US" sz="2800" dirty="0">
                <a:solidFill>
                  <a:srgbClr val="CCFF99"/>
                </a:solidFill>
                <a:latin typeface="Bell MT" panose="02020503060305020303" pitchFamily="18" charset="0"/>
              </a:rPr>
              <a:t>One application of WDM is the SONET network, in which multiple optical Fiber lines are multiplexed and demultiplexed</a:t>
            </a:r>
            <a:br>
              <a:rPr lang="en-US" sz="2800" dirty="0"/>
            </a:br>
            <a:endParaRPr lang="en-US" altLang="en-US" sz="3000"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altLang="en-US" sz="30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8A639EFF-C00D-FEC8-3B67-68002E5683DC}"/>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15</a:t>
            </a:r>
          </a:p>
        </p:txBody>
      </p:sp>
      <p:sp>
        <p:nvSpPr>
          <p:cNvPr id="23557" name="Line 2">
            <a:extLst>
              <a:ext uri="{FF2B5EF4-FFF2-40B4-BE49-F238E27FC236}">
                <a16:creationId xmlns:a16="http://schemas.microsoft.com/office/drawing/2014/main" id="{60174577-DA99-C34C-0290-DFEB479F801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8" name="Line 3">
            <a:extLst>
              <a:ext uri="{FF2B5EF4-FFF2-40B4-BE49-F238E27FC236}">
                <a16:creationId xmlns:a16="http://schemas.microsoft.com/office/drawing/2014/main" id="{A8780ABF-BE52-2A76-CA64-F38CE5A7CC1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9" name="Line 5">
            <a:extLst>
              <a:ext uri="{FF2B5EF4-FFF2-40B4-BE49-F238E27FC236}">
                <a16:creationId xmlns:a16="http://schemas.microsoft.com/office/drawing/2014/main" id="{A9E5BBC9-5D8E-3655-8721-8C7D75F2649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3560" name="Picture 2">
            <a:extLst>
              <a:ext uri="{FF2B5EF4-FFF2-40B4-BE49-F238E27FC236}">
                <a16:creationId xmlns:a16="http://schemas.microsoft.com/office/drawing/2014/main" id="{3B6EE5B4-A28E-2D39-CD16-3CAD4DD8A0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600200"/>
            <a:ext cx="58959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Picture 5">
            <a:extLst>
              <a:ext uri="{FF2B5EF4-FFF2-40B4-BE49-F238E27FC236}">
                <a16:creationId xmlns:a16="http://schemas.microsoft.com/office/drawing/2014/main" id="{0AC30597-BAAF-5046-E546-29390F430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8650" y="3924300"/>
            <a:ext cx="58674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9788BCD9-1067-AB63-D98C-5B77BA63AFC7}"/>
              </a:ext>
            </a:extLst>
          </p:cNvPr>
          <p:cNvSpPr>
            <a:spLocks noGrp="1" noChangeArrowheads="1"/>
          </p:cNvSpPr>
          <p:nvPr>
            <p:ph type="title"/>
          </p:nvPr>
        </p:nvSpPr>
        <p:spPr>
          <a:xfrm>
            <a:off x="1004888" y="6572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Time Division Multiplexing</a:t>
            </a:r>
          </a:p>
        </p:txBody>
      </p:sp>
      <p:sp>
        <p:nvSpPr>
          <p:cNvPr id="35842" name="Content Placeholder 2">
            <a:extLst>
              <a:ext uri="{FF2B5EF4-FFF2-40B4-BE49-F238E27FC236}">
                <a16:creationId xmlns:a16="http://schemas.microsoft.com/office/drawing/2014/main" id="{954C4947-5EDE-EFB7-B65A-087506073504}"/>
              </a:ext>
            </a:extLst>
          </p:cNvPr>
          <p:cNvSpPr>
            <a:spLocks noGrp="1"/>
          </p:cNvSpPr>
          <p:nvPr>
            <p:ph idx="1"/>
          </p:nvPr>
        </p:nvSpPr>
        <p:spPr>
          <a:xfrm>
            <a:off x="493713" y="1600200"/>
            <a:ext cx="8154987" cy="4111625"/>
          </a:xfrm>
        </p:spPr>
        <p:txBody>
          <a:bodyPr rtlCol="0">
            <a:normAutofit lnSpcReduction="10000"/>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dirty="0">
                <a:solidFill>
                  <a:srgbClr val="CCFF99"/>
                </a:solidFill>
                <a:latin typeface="Bell MT" panose="02020503060305020303" pitchFamily="18" charset="0"/>
              </a:rPr>
              <a:t>TDM is a digital multiplexing technique for combining several low-rate digital </a:t>
            </a:r>
            <a:br>
              <a:rPr lang="en-US" altLang="en-US" sz="3000" dirty="0">
                <a:solidFill>
                  <a:srgbClr val="CCFF99"/>
                </a:solidFill>
                <a:latin typeface="Bell MT" panose="02020503060305020303" pitchFamily="18" charset="0"/>
              </a:rPr>
            </a:br>
            <a:r>
              <a:rPr lang="en-US" altLang="en-US" sz="3000" dirty="0">
                <a:solidFill>
                  <a:srgbClr val="CCFF99"/>
                </a:solidFill>
                <a:latin typeface="Bell MT" panose="02020503060305020303" pitchFamily="18" charset="0"/>
              </a:rPr>
              <a:t>channels into one high-rate one</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dirty="0">
                <a:solidFill>
                  <a:srgbClr val="CCFF99"/>
                </a:solidFill>
                <a:latin typeface="Bell MT" panose="02020503060305020303" pitchFamily="18" charset="0"/>
              </a:rPr>
              <a:t>Instead of sharing a portion of the bandwidth as in FDM, TDM allows several connections to share the high bandwidth of a link</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dirty="0">
                <a:solidFill>
                  <a:srgbClr val="CCFF99"/>
                </a:solidFill>
                <a:latin typeface="Bell MT" panose="02020503060305020303" pitchFamily="18" charset="0"/>
              </a:rPr>
              <a:t>TDM is a digital multiplexing technique where digital data from different sources are combined into one timeshared link</a:t>
            </a:r>
          </a:p>
        </p:txBody>
      </p:sp>
      <p:sp>
        <p:nvSpPr>
          <p:cNvPr id="4" name="Slide Number Placeholder 3">
            <a:extLst>
              <a:ext uri="{FF2B5EF4-FFF2-40B4-BE49-F238E27FC236}">
                <a16:creationId xmlns:a16="http://schemas.microsoft.com/office/drawing/2014/main" id="{60012A58-5E06-7448-40F1-56404552907C}"/>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16</a:t>
            </a:r>
          </a:p>
        </p:txBody>
      </p:sp>
      <p:sp>
        <p:nvSpPr>
          <p:cNvPr id="24581" name="Line 2">
            <a:extLst>
              <a:ext uri="{FF2B5EF4-FFF2-40B4-BE49-F238E27FC236}">
                <a16:creationId xmlns:a16="http://schemas.microsoft.com/office/drawing/2014/main" id="{4215A480-E2D0-9402-498B-4444BA8A998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2" name="Line 3">
            <a:extLst>
              <a:ext uri="{FF2B5EF4-FFF2-40B4-BE49-F238E27FC236}">
                <a16:creationId xmlns:a16="http://schemas.microsoft.com/office/drawing/2014/main" id="{3AF9FAFE-DD71-8B94-C742-D3A9742E76B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3" name="Line 5">
            <a:extLst>
              <a:ext uri="{FF2B5EF4-FFF2-40B4-BE49-F238E27FC236}">
                <a16:creationId xmlns:a16="http://schemas.microsoft.com/office/drawing/2014/main" id="{08561B90-830A-BCE6-CFA8-BE48C134DE3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AB675752-0A65-B396-0FB5-B98089C9A25B}"/>
              </a:ext>
            </a:extLst>
          </p:cNvPr>
          <p:cNvSpPr>
            <a:spLocks noGrp="1" noChangeArrowheads="1"/>
          </p:cNvSpPr>
          <p:nvPr>
            <p:ph type="title"/>
          </p:nvPr>
        </p:nvSpPr>
        <p:spPr>
          <a:xfrm>
            <a:off x="1004888" y="6572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Time Division Multiplexing(cntd..)</a:t>
            </a:r>
          </a:p>
        </p:txBody>
      </p:sp>
      <p:sp>
        <p:nvSpPr>
          <p:cNvPr id="3" name="Content Placeholder 2">
            <a:extLst>
              <a:ext uri="{FF2B5EF4-FFF2-40B4-BE49-F238E27FC236}">
                <a16:creationId xmlns:a16="http://schemas.microsoft.com/office/drawing/2014/main" id="{4264DDEA-CFA3-6D35-0B99-4280829D577C}"/>
              </a:ext>
            </a:extLst>
          </p:cNvPr>
          <p:cNvSpPr>
            <a:spLocks noGrp="1"/>
          </p:cNvSpPr>
          <p:nvPr>
            <p:ph idx="1"/>
          </p:nvPr>
        </p:nvSpPr>
        <p:spPr>
          <a:xfrm>
            <a:off x="455613" y="1679575"/>
            <a:ext cx="8154987" cy="4111625"/>
          </a:xfrm>
        </p:spPr>
        <p:txBody>
          <a:bodyPr rtlCol="0">
            <a:normAutofit fontScale="85000" lnSpcReduction="20000"/>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3000" i="1"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3000" i="1"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3000" i="1"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3000" i="1"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3000" i="1"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i="1" dirty="0">
                <a:solidFill>
                  <a:srgbClr val="CCFF99"/>
                </a:solidFill>
                <a:latin typeface="Bell MT" panose="02020503060305020303" pitchFamily="18" charset="0"/>
              </a:rPr>
              <a:t>There are two types : Synchronous TDM </a:t>
            </a: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r>
              <a:rPr lang="en-US" sz="3000" i="1" dirty="0">
                <a:solidFill>
                  <a:srgbClr val="CCFF99"/>
                </a:solidFill>
                <a:latin typeface="Bell MT" panose="02020503060305020303" pitchFamily="18" charset="0"/>
              </a:rPr>
              <a:t>							  Statistical TDM</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3000" i="1" dirty="0">
              <a:solidFill>
                <a:srgbClr val="CCFF99"/>
              </a:solidFill>
              <a:latin typeface="Bell MT" panose="02020503060305020303" pitchFamily="18" charset="0"/>
            </a:endParaRP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r>
              <a:rPr lang="en-US" sz="3000" i="1" dirty="0">
                <a:solidFill>
                  <a:srgbClr val="CCFF99"/>
                </a:solidFill>
                <a:latin typeface="Bell MT" panose="02020503060305020303" pitchFamily="18" charset="0"/>
              </a:rPr>
              <a:t>	</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3" charset="2"/>
              <a:buChar char=""/>
              <a:defRPr/>
            </a:pPr>
            <a:endParaRPr lang="en-US"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C9495D8B-4D0B-3147-B49C-5EC20539CA79}"/>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17</a:t>
            </a:r>
          </a:p>
        </p:txBody>
      </p:sp>
      <p:sp>
        <p:nvSpPr>
          <p:cNvPr id="25605" name="Line 2">
            <a:extLst>
              <a:ext uri="{FF2B5EF4-FFF2-40B4-BE49-F238E27FC236}">
                <a16:creationId xmlns:a16="http://schemas.microsoft.com/office/drawing/2014/main" id="{0B3EB4DC-92A6-8EF8-EB7C-FD4DCB5BC31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6" name="Line 3">
            <a:extLst>
              <a:ext uri="{FF2B5EF4-FFF2-40B4-BE49-F238E27FC236}">
                <a16:creationId xmlns:a16="http://schemas.microsoft.com/office/drawing/2014/main" id="{69E973CF-98BC-AE57-89AC-74165A26F46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7" name="Line 5">
            <a:extLst>
              <a:ext uri="{FF2B5EF4-FFF2-40B4-BE49-F238E27FC236}">
                <a16:creationId xmlns:a16="http://schemas.microsoft.com/office/drawing/2014/main" id="{097CA7F1-90DF-4A7C-3AF7-137297EAF50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5608" name="Picture 6">
            <a:extLst>
              <a:ext uri="{FF2B5EF4-FFF2-40B4-BE49-F238E27FC236}">
                <a16:creationId xmlns:a16="http://schemas.microsoft.com/office/drawing/2014/main" id="{E28E840E-8568-2A03-9CD9-AB22E204B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79575"/>
            <a:ext cx="7697788" cy="292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D9E669AA-6F18-371E-593E-020B1312AC67}"/>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Synchronous TDM</a:t>
            </a:r>
          </a:p>
        </p:txBody>
      </p:sp>
      <p:sp>
        <p:nvSpPr>
          <p:cNvPr id="26627" name="Content Placeholder 4">
            <a:extLst>
              <a:ext uri="{FF2B5EF4-FFF2-40B4-BE49-F238E27FC236}">
                <a16:creationId xmlns:a16="http://schemas.microsoft.com/office/drawing/2014/main" id="{63EE5D45-8385-4710-A081-073C47D6AC1F}"/>
              </a:ext>
            </a:extLst>
          </p:cNvPr>
          <p:cNvSpPr>
            <a:spLocks noGrp="1" noChangeArrowheads="1"/>
          </p:cNvSpPr>
          <p:nvPr>
            <p:ph idx="1"/>
          </p:nvPr>
        </p:nvSpPr>
        <p:spPr>
          <a:xfrm>
            <a:off x="138113" y="1295400"/>
            <a:ext cx="9005887" cy="3913188"/>
          </a:xfrm>
        </p:spPr>
        <p:txBody>
          <a:bodyPr/>
          <a:lstStyle/>
          <a:p>
            <a:pPr eaLnBrk="1" hangingPunct="1">
              <a:buFont typeface="Wingdings" panose="05000000000000000000" pitchFamily="2" charset="2"/>
              <a:buChar char="§"/>
            </a:pPr>
            <a:r>
              <a:rPr lang="en-US" altLang="en-US" sz="3000">
                <a:solidFill>
                  <a:srgbClr val="CCFF99"/>
                </a:solidFill>
                <a:latin typeface="Bell MT" panose="02020503060305020303" pitchFamily="18" charset="0"/>
              </a:rPr>
              <a:t>In synchronous TDM, the data rate of the link is </a:t>
            </a:r>
            <a:r>
              <a:rPr lang="en-US" altLang="en-US" sz="3000" b="1">
                <a:solidFill>
                  <a:srgbClr val="CCFF99"/>
                </a:solidFill>
                <a:latin typeface="Bell MT" panose="02020503060305020303" pitchFamily="18" charset="0"/>
              </a:rPr>
              <a:t>n</a:t>
            </a:r>
            <a:r>
              <a:rPr lang="en-US" altLang="en-US" sz="3000">
                <a:solidFill>
                  <a:srgbClr val="CCFF99"/>
                </a:solidFill>
                <a:latin typeface="Bell MT" panose="02020503060305020303" pitchFamily="18" charset="0"/>
              </a:rPr>
              <a:t> times faster, and the unit duration is </a:t>
            </a:r>
            <a:r>
              <a:rPr lang="en-US" altLang="en-US" sz="3000" b="1">
                <a:solidFill>
                  <a:srgbClr val="CCFF99"/>
                </a:solidFill>
                <a:latin typeface="Bell MT" panose="02020503060305020303" pitchFamily="18" charset="0"/>
              </a:rPr>
              <a:t>n</a:t>
            </a:r>
            <a:r>
              <a:rPr lang="en-US" altLang="en-US" sz="3000">
                <a:solidFill>
                  <a:srgbClr val="CCFF99"/>
                </a:solidFill>
                <a:latin typeface="Bell MT" panose="02020503060305020303" pitchFamily="18" charset="0"/>
              </a:rPr>
              <a:t> times shorter</a:t>
            </a:r>
          </a:p>
          <a:p>
            <a:pPr eaLnBrk="1" hangingPunct="1">
              <a:buFont typeface="Wingdings" panose="05000000000000000000" pitchFamily="2" charset="2"/>
              <a:buChar char="§"/>
            </a:pPr>
            <a:r>
              <a:rPr lang="en-US" altLang="en-US" sz="3000">
                <a:solidFill>
                  <a:srgbClr val="CCFF99"/>
                </a:solidFill>
                <a:latin typeface="Bell MT" panose="02020503060305020303" pitchFamily="18" charset="0"/>
              </a:rPr>
              <a:t>Time slots are grouped into frames. A frame consists of one complete cycle of time slots, with one slot dedicated to each sending device. </a:t>
            </a:r>
          </a:p>
          <a:p>
            <a:pPr eaLnBrk="1" hangingPunct="1">
              <a:buFont typeface="Wingdings" panose="05000000000000000000" pitchFamily="2" charset="2"/>
              <a:buChar char="§"/>
            </a:pPr>
            <a:endParaRPr lang="en-US" altLang="en-US" sz="3000">
              <a:solidFill>
                <a:srgbClr val="CCFF99"/>
              </a:solidFill>
              <a:latin typeface="Bell MT" panose="02020503060305020303" pitchFamily="18" charset="0"/>
            </a:endParaRPr>
          </a:p>
          <a:p>
            <a:pPr eaLnBrk="1" hangingPunct="1">
              <a:buFont typeface="Wingdings" panose="05000000000000000000" pitchFamily="2" charset="2"/>
              <a:buChar char="§"/>
            </a:pPr>
            <a:endParaRPr lang="en-US" altLang="en-US" sz="300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98EEDA7B-4279-07BE-E912-19C43B1B0E1E}"/>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18</a:t>
            </a:r>
          </a:p>
        </p:txBody>
      </p:sp>
      <p:sp>
        <p:nvSpPr>
          <p:cNvPr id="26629" name="Line 2">
            <a:extLst>
              <a:ext uri="{FF2B5EF4-FFF2-40B4-BE49-F238E27FC236}">
                <a16:creationId xmlns:a16="http://schemas.microsoft.com/office/drawing/2014/main" id="{B39290C3-EA35-2D8E-57B6-E794E299CFA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0" name="Line 3">
            <a:extLst>
              <a:ext uri="{FF2B5EF4-FFF2-40B4-BE49-F238E27FC236}">
                <a16:creationId xmlns:a16="http://schemas.microsoft.com/office/drawing/2014/main" id="{3F6056F4-AA42-3C1A-BFA0-28E36636493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1" name="Line 5">
            <a:extLst>
              <a:ext uri="{FF2B5EF4-FFF2-40B4-BE49-F238E27FC236}">
                <a16:creationId xmlns:a16="http://schemas.microsoft.com/office/drawing/2014/main" id="{7C92D4FC-599C-09A3-2CA7-3E934EBBC0C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6632" name="Picture 6">
            <a:extLst>
              <a:ext uri="{FF2B5EF4-FFF2-40B4-BE49-F238E27FC236}">
                <a16:creationId xmlns:a16="http://schemas.microsoft.com/office/drawing/2014/main" id="{ABBEFE04-2497-31A9-C97A-FA011B8A7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3733800"/>
            <a:ext cx="8153400" cy="303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2FF305E6-A917-DBBC-355E-610D6BEC0683}"/>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a:t>
            </a:r>
          </a:p>
        </p:txBody>
      </p:sp>
      <p:sp>
        <p:nvSpPr>
          <p:cNvPr id="24579" name="Content Placeholder 4">
            <a:extLst>
              <a:ext uri="{FF2B5EF4-FFF2-40B4-BE49-F238E27FC236}">
                <a16:creationId xmlns:a16="http://schemas.microsoft.com/office/drawing/2014/main" id="{42B6BEAF-665B-7375-96D1-22384EBDFC33}"/>
              </a:ext>
            </a:extLst>
          </p:cNvPr>
          <p:cNvSpPr>
            <a:spLocks noGrp="1" noChangeArrowheads="1"/>
          </p:cNvSpPr>
          <p:nvPr>
            <p:ph idx="1"/>
          </p:nvPr>
        </p:nvSpPr>
        <p:spPr>
          <a:xfrm>
            <a:off x="138113" y="1295400"/>
            <a:ext cx="9005887" cy="3913188"/>
          </a:xfrm>
        </p:spPr>
        <p:txBody>
          <a:bodyPr/>
          <a:lstStyle/>
          <a:p>
            <a:pPr eaLnBrk="1" hangingPunct="1">
              <a:buFont typeface="Wingdings" panose="05000000000000000000" pitchFamily="2" charset="2"/>
              <a:buChar char="§"/>
              <a:defRPr/>
            </a:pPr>
            <a:r>
              <a:rPr lang="en-US" altLang="en-US" sz="2400" dirty="0">
                <a:solidFill>
                  <a:srgbClr val="CCFF99"/>
                </a:solidFill>
                <a:latin typeface="Bell MT" panose="02020503060305020303" pitchFamily="18" charset="0"/>
              </a:rPr>
              <a:t>The data rate for each input connection is 1 kbps. If 1 bit at a time is multiplexed (a unit is 1 bit), what is the duration of</a:t>
            </a:r>
          </a:p>
          <a:p>
            <a:pPr marL="914400" lvl="1" indent="-514350" eaLnBrk="1" hangingPunct="1">
              <a:buFont typeface="+mj-lt"/>
              <a:buAutoNum type="arabicPeriod"/>
              <a:defRPr/>
            </a:pPr>
            <a:r>
              <a:rPr lang="en-US" altLang="en-US" sz="2000" dirty="0">
                <a:solidFill>
                  <a:srgbClr val="CCFF99"/>
                </a:solidFill>
                <a:latin typeface="Bell MT" panose="02020503060305020303" pitchFamily="18" charset="0"/>
              </a:rPr>
              <a:t>each input slot,</a:t>
            </a:r>
          </a:p>
          <a:p>
            <a:pPr marL="914400" lvl="1" indent="-514350" eaLnBrk="1" hangingPunct="1">
              <a:buFont typeface="+mj-lt"/>
              <a:buAutoNum type="arabicPeriod"/>
              <a:defRPr/>
            </a:pPr>
            <a:r>
              <a:rPr lang="en-US" altLang="en-US" sz="2000" dirty="0">
                <a:solidFill>
                  <a:srgbClr val="CCFF99"/>
                </a:solidFill>
                <a:latin typeface="Bell MT" panose="02020503060305020303" pitchFamily="18" charset="0"/>
              </a:rPr>
              <a:t>each output slot, and</a:t>
            </a:r>
          </a:p>
          <a:p>
            <a:pPr marL="914400" lvl="1" indent="-514350" eaLnBrk="1" hangingPunct="1">
              <a:buFont typeface="+mj-lt"/>
              <a:buAutoNum type="arabicPeriod"/>
              <a:defRPr/>
            </a:pPr>
            <a:r>
              <a:rPr lang="en-US" altLang="en-US" sz="2000" dirty="0">
                <a:solidFill>
                  <a:srgbClr val="CCFF99"/>
                </a:solidFill>
                <a:latin typeface="Bell MT" panose="02020503060305020303" pitchFamily="18" charset="0"/>
              </a:rPr>
              <a:t>each frame?</a:t>
            </a:r>
          </a:p>
          <a:p>
            <a:pPr marL="457200" indent="-457200" eaLnBrk="1" hangingPunct="1">
              <a:buFont typeface="+mj-lt"/>
              <a:buAutoNum type="arabicPeriod"/>
              <a:defRPr/>
            </a:pPr>
            <a:r>
              <a:rPr lang="en-US" altLang="en-US" dirty="0">
                <a:solidFill>
                  <a:srgbClr val="CCFF99"/>
                </a:solidFill>
                <a:latin typeface="Bell MT" panose="02020503060305020303" pitchFamily="18" charset="0"/>
              </a:rPr>
              <a:t>The data rate of each input connection is 1 kbps. This means that the bit duration is 1/1000 s or 1 </a:t>
            </a:r>
            <a:r>
              <a:rPr lang="en-US" altLang="en-US" dirty="0" err="1">
                <a:solidFill>
                  <a:srgbClr val="CCFF99"/>
                </a:solidFill>
                <a:latin typeface="Bell MT" panose="02020503060305020303" pitchFamily="18" charset="0"/>
              </a:rPr>
              <a:t>ms.</a:t>
            </a:r>
            <a:r>
              <a:rPr lang="en-US" altLang="en-US" dirty="0">
                <a:solidFill>
                  <a:srgbClr val="CCFF99"/>
                </a:solidFill>
                <a:latin typeface="Bell MT" panose="02020503060305020303" pitchFamily="18" charset="0"/>
              </a:rPr>
              <a:t> The duration of the input time slot is 1 </a:t>
            </a:r>
            <a:r>
              <a:rPr lang="en-US" altLang="en-US" dirty="0" err="1">
                <a:solidFill>
                  <a:srgbClr val="CCFF99"/>
                </a:solidFill>
                <a:latin typeface="Bell MT" panose="02020503060305020303" pitchFamily="18" charset="0"/>
              </a:rPr>
              <a:t>ms</a:t>
            </a:r>
            <a:r>
              <a:rPr lang="en-US" altLang="en-US" dirty="0">
                <a:solidFill>
                  <a:srgbClr val="CCFF99"/>
                </a:solidFill>
                <a:latin typeface="Bell MT" panose="02020503060305020303" pitchFamily="18" charset="0"/>
              </a:rPr>
              <a:t> (same as bit duration).</a:t>
            </a:r>
          </a:p>
          <a:p>
            <a:pPr marL="457200" indent="-457200" eaLnBrk="1" hangingPunct="1">
              <a:buFont typeface="+mj-lt"/>
              <a:buAutoNum type="arabicPeriod"/>
              <a:defRPr/>
            </a:pPr>
            <a:r>
              <a:rPr lang="en-US" altLang="en-US" dirty="0">
                <a:solidFill>
                  <a:srgbClr val="CCFF99"/>
                </a:solidFill>
                <a:latin typeface="Bell MT" panose="02020503060305020303" pitchFamily="18" charset="0"/>
              </a:rPr>
              <a:t>The duration of each output time slot is one-third of the input time slot. This means that the duration of the output time slot is 1/3 </a:t>
            </a:r>
            <a:r>
              <a:rPr lang="en-US" altLang="en-US" dirty="0" err="1">
                <a:solidFill>
                  <a:srgbClr val="CCFF99"/>
                </a:solidFill>
                <a:latin typeface="Bell MT" panose="02020503060305020303" pitchFamily="18" charset="0"/>
              </a:rPr>
              <a:t>ms.</a:t>
            </a:r>
            <a:endParaRPr lang="en-US" altLang="en-US" dirty="0">
              <a:solidFill>
                <a:srgbClr val="CCFF99"/>
              </a:solidFill>
              <a:latin typeface="Bell MT" panose="02020503060305020303" pitchFamily="18" charset="0"/>
            </a:endParaRPr>
          </a:p>
          <a:p>
            <a:pPr marL="457200" indent="-457200" eaLnBrk="1" hangingPunct="1">
              <a:buFont typeface="+mj-lt"/>
              <a:buAutoNum type="arabicPeriod"/>
              <a:defRPr/>
            </a:pPr>
            <a:r>
              <a:rPr lang="en-US" altLang="en-US" dirty="0">
                <a:solidFill>
                  <a:srgbClr val="CCFF99"/>
                </a:solidFill>
                <a:latin typeface="Bell MT" panose="02020503060305020303" pitchFamily="18" charset="0"/>
              </a:rPr>
              <a:t>Each frame carries three output time slots. So the duration of a frame is 3 × 1/3 </a:t>
            </a:r>
            <a:r>
              <a:rPr lang="en-US" altLang="en-US" dirty="0" err="1">
                <a:solidFill>
                  <a:srgbClr val="CCFF99"/>
                </a:solidFill>
                <a:latin typeface="Bell MT" panose="02020503060305020303" pitchFamily="18" charset="0"/>
              </a:rPr>
              <a:t>ms</a:t>
            </a:r>
            <a:r>
              <a:rPr lang="en-US" altLang="en-US" dirty="0">
                <a:solidFill>
                  <a:srgbClr val="CCFF99"/>
                </a:solidFill>
                <a:latin typeface="Bell MT" panose="02020503060305020303" pitchFamily="18" charset="0"/>
              </a:rPr>
              <a:t>, or 1 </a:t>
            </a:r>
            <a:r>
              <a:rPr lang="en-US" altLang="en-US" dirty="0" err="1">
                <a:solidFill>
                  <a:srgbClr val="CCFF99"/>
                </a:solidFill>
                <a:latin typeface="Bell MT" panose="02020503060305020303" pitchFamily="18" charset="0"/>
              </a:rPr>
              <a:t>ms.</a:t>
            </a:r>
            <a:r>
              <a:rPr lang="en-US" altLang="en-US" dirty="0">
                <a:solidFill>
                  <a:srgbClr val="CCFF99"/>
                </a:solidFill>
                <a:latin typeface="Bell MT" panose="02020503060305020303" pitchFamily="18" charset="0"/>
              </a:rPr>
              <a:t> The duration of a frame is the same as the duration of an input unit.</a:t>
            </a:r>
          </a:p>
          <a:p>
            <a:pPr eaLnBrk="1" hangingPunct="1">
              <a:buFont typeface="Wingdings" panose="05000000000000000000" pitchFamily="2" charset="2"/>
              <a:buChar char="§"/>
              <a:defRPr/>
            </a:pPr>
            <a:endParaRPr lang="en-US" altLang="en-US" sz="30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E5771337-0C9C-94F4-D04E-D83D33302995}"/>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19</a:t>
            </a:r>
          </a:p>
        </p:txBody>
      </p:sp>
      <p:sp>
        <p:nvSpPr>
          <p:cNvPr id="27653" name="Line 2">
            <a:extLst>
              <a:ext uri="{FF2B5EF4-FFF2-40B4-BE49-F238E27FC236}">
                <a16:creationId xmlns:a16="http://schemas.microsoft.com/office/drawing/2014/main" id="{1912ED05-A6FD-42FD-42A3-45B38249AF7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4" name="Line 3">
            <a:extLst>
              <a:ext uri="{FF2B5EF4-FFF2-40B4-BE49-F238E27FC236}">
                <a16:creationId xmlns:a16="http://schemas.microsoft.com/office/drawing/2014/main" id="{30918390-0B49-792B-9716-1FE329A6CB0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5BF25CE-4552-325B-20BE-1A591FBA5589}"/>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Synchronous TDM</a:t>
            </a:r>
          </a:p>
        </p:txBody>
      </p:sp>
      <p:pic>
        <p:nvPicPr>
          <p:cNvPr id="28675" name="Picture 2">
            <a:extLst>
              <a:ext uri="{FF2B5EF4-FFF2-40B4-BE49-F238E27FC236}">
                <a16:creationId xmlns:a16="http://schemas.microsoft.com/office/drawing/2014/main" id="{E7103EEF-CCC1-5147-F49E-2BA29CE8DE58}"/>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19188" y="1712913"/>
            <a:ext cx="6981825" cy="39131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A01759AB-487A-38BC-9C2B-EC04513675B5}"/>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20</a:t>
            </a:r>
          </a:p>
        </p:txBody>
      </p:sp>
      <p:sp>
        <p:nvSpPr>
          <p:cNvPr id="28677" name="Line 2">
            <a:extLst>
              <a:ext uri="{FF2B5EF4-FFF2-40B4-BE49-F238E27FC236}">
                <a16:creationId xmlns:a16="http://schemas.microsoft.com/office/drawing/2014/main" id="{D205DB2D-579F-9DDB-634F-074125266B2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8" name="Line 3">
            <a:extLst>
              <a:ext uri="{FF2B5EF4-FFF2-40B4-BE49-F238E27FC236}">
                <a16:creationId xmlns:a16="http://schemas.microsoft.com/office/drawing/2014/main" id="{2E791687-CD95-DB55-21FB-13FB874DDBA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9" name="Line 5">
            <a:extLst>
              <a:ext uri="{FF2B5EF4-FFF2-40B4-BE49-F238E27FC236}">
                <a16:creationId xmlns:a16="http://schemas.microsoft.com/office/drawing/2014/main" id="{19DAC3D7-B378-BA0A-1CA8-882441B9BCC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ACE79953-09DC-647B-7382-7C5C8C57C9AD}"/>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a:t>
            </a:r>
          </a:p>
        </p:txBody>
      </p:sp>
      <p:sp>
        <p:nvSpPr>
          <p:cNvPr id="24579" name="Content Placeholder 4">
            <a:extLst>
              <a:ext uri="{FF2B5EF4-FFF2-40B4-BE49-F238E27FC236}">
                <a16:creationId xmlns:a16="http://schemas.microsoft.com/office/drawing/2014/main" id="{6E0B303B-D559-0237-F406-65E28AE4D8E5}"/>
              </a:ext>
            </a:extLst>
          </p:cNvPr>
          <p:cNvSpPr>
            <a:spLocks noGrp="1" noChangeArrowheads="1"/>
          </p:cNvSpPr>
          <p:nvPr>
            <p:ph idx="1"/>
          </p:nvPr>
        </p:nvSpPr>
        <p:spPr>
          <a:xfrm>
            <a:off x="138113" y="1295400"/>
            <a:ext cx="9005887" cy="3913188"/>
          </a:xfrm>
        </p:spPr>
        <p:txBody>
          <a:bodyPr/>
          <a:lstStyle/>
          <a:p>
            <a:pPr eaLnBrk="1" hangingPunct="1">
              <a:buFont typeface="Wingdings" panose="05000000000000000000" pitchFamily="2" charset="2"/>
              <a:buChar char="§"/>
              <a:defRPr/>
            </a:pPr>
            <a:endParaRPr lang="en-US" altLang="en-US" sz="2400" dirty="0">
              <a:solidFill>
                <a:srgbClr val="CCFF99"/>
              </a:solidFill>
              <a:latin typeface="Bell MT" panose="02020503060305020303" pitchFamily="18" charset="0"/>
            </a:endParaRPr>
          </a:p>
          <a:p>
            <a:pPr eaLnBrk="1" hangingPunct="1">
              <a:buFont typeface="Wingdings" panose="05000000000000000000" pitchFamily="2" charset="2"/>
              <a:buChar char="§"/>
              <a:defRPr/>
            </a:pPr>
            <a:endParaRPr lang="en-US" altLang="en-US" sz="2400" dirty="0">
              <a:solidFill>
                <a:srgbClr val="CCFF99"/>
              </a:solidFill>
              <a:latin typeface="Bell MT" panose="02020503060305020303" pitchFamily="18" charset="0"/>
            </a:endParaRPr>
          </a:p>
          <a:p>
            <a:pPr eaLnBrk="1" hangingPunct="1">
              <a:buFont typeface="Wingdings" panose="05000000000000000000" pitchFamily="2" charset="2"/>
              <a:buChar char="§"/>
              <a:defRPr/>
            </a:pPr>
            <a:endParaRPr lang="en-US" altLang="en-US" sz="2400" dirty="0">
              <a:solidFill>
                <a:srgbClr val="CCFF99"/>
              </a:solidFill>
              <a:latin typeface="Bell MT" panose="02020503060305020303" pitchFamily="18" charset="0"/>
            </a:endParaRPr>
          </a:p>
          <a:p>
            <a:pPr eaLnBrk="1" hangingPunct="1">
              <a:buFont typeface="Wingdings" panose="05000000000000000000" pitchFamily="2" charset="2"/>
              <a:buChar char="§"/>
              <a:defRPr/>
            </a:pPr>
            <a:r>
              <a:rPr lang="en-US" altLang="en-US" sz="2400" dirty="0">
                <a:solidFill>
                  <a:srgbClr val="CCFF99"/>
                </a:solidFill>
                <a:latin typeface="Bell MT" panose="02020503060305020303" pitchFamily="18" charset="0"/>
              </a:rPr>
              <a:t>The unit of data is 1 bit. Find (1) the input bit duration, (2) the output bit duration, (3) the output bit rate, and (4) the output frame rate.</a:t>
            </a:r>
            <a:endParaRPr lang="en-US" altLang="en-US" dirty="0">
              <a:solidFill>
                <a:srgbClr val="CCFF99"/>
              </a:solidFill>
              <a:latin typeface="Bell MT" panose="02020503060305020303" pitchFamily="18" charset="0"/>
            </a:endParaRPr>
          </a:p>
          <a:p>
            <a:pPr marL="457200" indent="-457200" eaLnBrk="1" hangingPunct="1">
              <a:buFont typeface="+mj-lt"/>
              <a:buAutoNum type="arabicPeriod"/>
              <a:defRPr/>
            </a:pPr>
            <a:r>
              <a:rPr lang="en-US" altLang="en-US" dirty="0">
                <a:solidFill>
                  <a:srgbClr val="CCFF99"/>
                </a:solidFill>
                <a:latin typeface="Bell MT" panose="02020503060305020303" pitchFamily="18" charset="0"/>
              </a:rPr>
              <a:t>The input bit duration is the inverse of the bit rate: 1/1 Mbps = 1 </a:t>
            </a:r>
            <a:r>
              <a:rPr lang="en-US" altLang="en-US" dirty="0" err="1">
                <a:solidFill>
                  <a:srgbClr val="CCFF99"/>
                </a:solidFill>
                <a:latin typeface="Bell MT" panose="02020503060305020303" pitchFamily="18" charset="0"/>
              </a:rPr>
              <a:t>μs</a:t>
            </a:r>
            <a:endParaRPr lang="en-US" altLang="en-US" dirty="0">
              <a:solidFill>
                <a:srgbClr val="CCFF99"/>
              </a:solidFill>
              <a:latin typeface="Bell MT" panose="02020503060305020303" pitchFamily="18" charset="0"/>
            </a:endParaRPr>
          </a:p>
          <a:p>
            <a:pPr marL="457200" indent="-457200" eaLnBrk="1" hangingPunct="1">
              <a:buFont typeface="+mj-lt"/>
              <a:buAutoNum type="arabicPeriod"/>
              <a:defRPr/>
            </a:pPr>
            <a:r>
              <a:rPr lang="en-US" altLang="en-US" dirty="0">
                <a:solidFill>
                  <a:srgbClr val="CCFF99"/>
                </a:solidFill>
                <a:latin typeface="Bell MT" panose="02020503060305020303" pitchFamily="18" charset="0"/>
              </a:rPr>
              <a:t>The output bit duration is one-fourth of the input bit duration, or 1/4 </a:t>
            </a:r>
            <a:r>
              <a:rPr lang="en-US" altLang="en-US" dirty="0" err="1">
                <a:solidFill>
                  <a:srgbClr val="CCFF99"/>
                </a:solidFill>
                <a:latin typeface="Bell MT" panose="02020503060305020303" pitchFamily="18" charset="0"/>
              </a:rPr>
              <a:t>μs</a:t>
            </a:r>
            <a:r>
              <a:rPr lang="en-US" altLang="en-US" dirty="0">
                <a:solidFill>
                  <a:srgbClr val="CCFF99"/>
                </a:solidFill>
                <a:latin typeface="Bell MT" panose="02020503060305020303" pitchFamily="18" charset="0"/>
              </a:rPr>
              <a:t>.</a:t>
            </a:r>
          </a:p>
          <a:p>
            <a:pPr marL="457200" indent="-457200" eaLnBrk="1" hangingPunct="1">
              <a:buFont typeface="+mj-lt"/>
              <a:buAutoNum type="arabicPeriod"/>
              <a:defRPr/>
            </a:pPr>
            <a:r>
              <a:rPr lang="en-US" altLang="en-US" dirty="0">
                <a:solidFill>
                  <a:srgbClr val="CCFF99"/>
                </a:solidFill>
                <a:latin typeface="Bell MT" panose="02020503060305020303" pitchFamily="18" charset="0"/>
              </a:rPr>
              <a:t>The output bit rate is the inverse of the output bit duration, or 1/4 </a:t>
            </a:r>
            <a:r>
              <a:rPr lang="en-US" altLang="en-US" dirty="0" err="1">
                <a:solidFill>
                  <a:srgbClr val="CCFF99"/>
                </a:solidFill>
                <a:latin typeface="Bell MT" panose="02020503060305020303" pitchFamily="18" charset="0"/>
              </a:rPr>
              <a:t>μs</a:t>
            </a:r>
            <a:r>
              <a:rPr lang="en-US" altLang="en-US" dirty="0">
                <a:solidFill>
                  <a:srgbClr val="CCFF99"/>
                </a:solidFill>
                <a:latin typeface="Bell MT" panose="02020503060305020303" pitchFamily="18" charset="0"/>
              </a:rPr>
              <a:t>, or 4 Mbps. This can also be deduced from the fact that the output rate is 4 times as fast as any input rate; so the output rate = 4 × 1 Mbps = 4 Mbps.</a:t>
            </a:r>
          </a:p>
          <a:p>
            <a:pPr marL="457200" indent="-457200" eaLnBrk="1" hangingPunct="1">
              <a:buFont typeface="+mj-lt"/>
              <a:buAutoNum type="arabicPeriod"/>
              <a:defRPr/>
            </a:pPr>
            <a:r>
              <a:rPr lang="en-US" altLang="en-US" dirty="0">
                <a:solidFill>
                  <a:srgbClr val="CCFF99"/>
                </a:solidFill>
                <a:latin typeface="Bell MT" panose="02020503060305020303" pitchFamily="18" charset="0"/>
              </a:rPr>
              <a:t>The frame rate is always the same as any input rate. So the frame rate is 1,000,000 frames per second</a:t>
            </a:r>
          </a:p>
          <a:p>
            <a:pPr eaLnBrk="1" hangingPunct="1">
              <a:buFont typeface="Wingdings" panose="05000000000000000000" pitchFamily="2" charset="2"/>
              <a:buChar char="§"/>
              <a:defRPr/>
            </a:pPr>
            <a:endParaRPr lang="en-US" altLang="en-US" sz="30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E2E83806-FF21-F782-57BC-B2099E0664F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21</a:t>
            </a:r>
          </a:p>
        </p:txBody>
      </p:sp>
      <p:sp>
        <p:nvSpPr>
          <p:cNvPr id="29701" name="Line 2">
            <a:extLst>
              <a:ext uri="{FF2B5EF4-FFF2-40B4-BE49-F238E27FC236}">
                <a16:creationId xmlns:a16="http://schemas.microsoft.com/office/drawing/2014/main" id="{1F6BD190-A287-1309-E13C-E9B784EE20A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2" name="Line 3">
            <a:extLst>
              <a:ext uri="{FF2B5EF4-FFF2-40B4-BE49-F238E27FC236}">
                <a16:creationId xmlns:a16="http://schemas.microsoft.com/office/drawing/2014/main" id="{0A9D05D9-5614-F090-F4AD-3A8EA64FA8D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9703" name="Picture 2">
            <a:extLst>
              <a:ext uri="{FF2B5EF4-FFF2-40B4-BE49-F238E27FC236}">
                <a16:creationId xmlns:a16="http://schemas.microsoft.com/office/drawing/2014/main" id="{D258D93C-4C8E-4AC3-D399-4CD965CBC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1158875"/>
            <a:ext cx="6534150"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5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5FF7F76C-BB41-57F4-1DFF-09731BC1CCC8}"/>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TDM, Multiplexing</a:t>
            </a:r>
            <a:br>
              <a:rPr lang="en-US" altLang="en-US" sz="3600" b="1">
                <a:solidFill>
                  <a:srgbClr val="00279F"/>
                </a:solidFill>
              </a:rPr>
            </a:br>
            <a:endParaRPr lang="en-US" altLang="en-US" sz="3500" b="1" i="1">
              <a:solidFill>
                <a:srgbClr val="CCFF99"/>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D88D6D1-F594-EF99-F5D9-DB72C860C41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22</a:t>
            </a:r>
          </a:p>
        </p:txBody>
      </p:sp>
      <p:sp>
        <p:nvSpPr>
          <p:cNvPr id="30724" name="Line 2">
            <a:extLst>
              <a:ext uri="{FF2B5EF4-FFF2-40B4-BE49-F238E27FC236}">
                <a16:creationId xmlns:a16="http://schemas.microsoft.com/office/drawing/2014/main" id="{05286A5B-314F-9DF2-C772-503E4B47413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5" name="Line 3">
            <a:extLst>
              <a:ext uri="{FF2B5EF4-FFF2-40B4-BE49-F238E27FC236}">
                <a16:creationId xmlns:a16="http://schemas.microsoft.com/office/drawing/2014/main" id="{580D6D7D-BB30-C9A2-13DA-2A8BC543DC8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6" name="Line 5">
            <a:extLst>
              <a:ext uri="{FF2B5EF4-FFF2-40B4-BE49-F238E27FC236}">
                <a16:creationId xmlns:a16="http://schemas.microsoft.com/office/drawing/2014/main" id="{13E00EC8-6140-C45D-59D1-F3D3CDEFF86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0727" name="Picture 2">
            <a:extLst>
              <a:ext uri="{FF2B5EF4-FFF2-40B4-BE49-F238E27FC236}">
                <a16:creationId xmlns:a16="http://schemas.microsoft.com/office/drawing/2014/main" id="{994E3821-1F46-77D7-F068-914DD475DD5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1790700"/>
            <a:ext cx="8531225" cy="354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4F3AC30C-93D4-FD17-CF45-6F5C43DC6091}"/>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TDM, Demultiplexing</a:t>
            </a:r>
            <a:br>
              <a:rPr lang="en-US" altLang="en-US" sz="3600" b="1">
                <a:solidFill>
                  <a:srgbClr val="00279F"/>
                </a:solidFill>
              </a:rPr>
            </a:br>
            <a:endParaRPr lang="en-US" altLang="en-US" sz="3500" b="1" i="1">
              <a:solidFill>
                <a:srgbClr val="CCFF99"/>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258861C-B227-DDA6-8EB8-76ADF41613B3}"/>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23</a:t>
            </a:r>
          </a:p>
        </p:txBody>
      </p:sp>
      <p:sp>
        <p:nvSpPr>
          <p:cNvPr id="31748" name="Line 2">
            <a:extLst>
              <a:ext uri="{FF2B5EF4-FFF2-40B4-BE49-F238E27FC236}">
                <a16:creationId xmlns:a16="http://schemas.microsoft.com/office/drawing/2014/main" id="{0E15C65E-4223-8F79-128E-28767F77FAC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49" name="Line 3">
            <a:extLst>
              <a:ext uri="{FF2B5EF4-FFF2-40B4-BE49-F238E27FC236}">
                <a16:creationId xmlns:a16="http://schemas.microsoft.com/office/drawing/2014/main" id="{9DFE5B4F-3C49-353C-B0A3-4AFD07AEA56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0" name="Line 5">
            <a:extLst>
              <a:ext uri="{FF2B5EF4-FFF2-40B4-BE49-F238E27FC236}">
                <a16:creationId xmlns:a16="http://schemas.microsoft.com/office/drawing/2014/main" id="{FA8FB7A2-E997-40FC-3FBD-D06301169CA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1751" name="Picture 2">
            <a:extLst>
              <a:ext uri="{FF2B5EF4-FFF2-40B4-BE49-F238E27FC236}">
                <a16:creationId xmlns:a16="http://schemas.microsoft.com/office/drawing/2014/main" id="{314E584F-FF54-52C8-E9AE-52693CD5028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38" y="1816100"/>
            <a:ext cx="8704262" cy="351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7A5220C0-3F7B-DE66-1420-3CBDFD044CDC}"/>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Interleaving</a:t>
            </a:r>
          </a:p>
        </p:txBody>
      </p:sp>
      <p:sp>
        <p:nvSpPr>
          <p:cNvPr id="5" name="Content Placeholder 4">
            <a:extLst>
              <a:ext uri="{FF2B5EF4-FFF2-40B4-BE49-F238E27FC236}">
                <a16:creationId xmlns:a16="http://schemas.microsoft.com/office/drawing/2014/main" id="{0FBF378C-E4A7-F39D-8FD6-F36E72DE9125}"/>
              </a:ext>
            </a:extLst>
          </p:cNvPr>
          <p:cNvSpPr>
            <a:spLocks noGrp="1"/>
          </p:cNvSpPr>
          <p:nvPr>
            <p:ph idx="1"/>
          </p:nvPr>
        </p:nvSpPr>
        <p:spPr>
          <a:xfrm>
            <a:off x="0" y="1338263"/>
            <a:ext cx="9067800" cy="3914775"/>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400" dirty="0">
                <a:solidFill>
                  <a:srgbClr val="CCFF99"/>
                </a:solidFill>
                <a:latin typeface="Bell MT" panose="02020503060305020303" pitchFamily="18" charset="0"/>
              </a:rPr>
              <a:t>TDM can be visualized as two fast-rotating switches, one on the multiplexing side and the other on the demultiplexing side. The switches are synchronized and rotate at the same speed, but in opposite directions.</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400" dirty="0">
                <a:solidFill>
                  <a:srgbClr val="CCFF99"/>
                </a:solidFill>
                <a:latin typeface="Bell MT" panose="02020503060305020303" pitchFamily="18" charset="0"/>
              </a:rPr>
              <a:t>The process of taking a group of bits from each input line for multiplexing is called </a:t>
            </a:r>
            <a:r>
              <a:rPr lang="en-US" sz="2400" b="1" dirty="0">
                <a:solidFill>
                  <a:srgbClr val="CCFF99"/>
                </a:solidFill>
                <a:latin typeface="Bell MT" panose="02020503060305020303" pitchFamily="18" charset="0"/>
              </a:rPr>
              <a:t>interleaving</a:t>
            </a:r>
            <a:r>
              <a:rPr lang="en-US" sz="2400" dirty="0">
                <a:solidFill>
                  <a:srgbClr val="CCFF99"/>
                </a:solidFill>
                <a:latin typeface="Bell MT" panose="02020503060305020303" pitchFamily="18" charset="0"/>
              </a:rPr>
              <a:t>.</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400" dirty="0">
                <a:solidFill>
                  <a:srgbClr val="CCFF99"/>
                </a:solidFill>
                <a:latin typeface="Bell MT" panose="02020503060305020303" pitchFamily="18" charset="0"/>
              </a:rPr>
              <a:t>We interleave bits from each input onto one output.</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2400" dirty="0">
              <a:solidFill>
                <a:srgbClr val="CCFF99"/>
              </a:solidFill>
              <a:latin typeface="Bell MT" panose="02020503060305020303" pitchFamily="18" charset="0"/>
            </a:endParaRP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24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0D04EE22-D57E-349B-0E22-5C17692C0D99}"/>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24</a:t>
            </a:r>
          </a:p>
        </p:txBody>
      </p:sp>
      <p:sp>
        <p:nvSpPr>
          <p:cNvPr id="32773" name="Line 2">
            <a:extLst>
              <a:ext uri="{FF2B5EF4-FFF2-40B4-BE49-F238E27FC236}">
                <a16:creationId xmlns:a16="http://schemas.microsoft.com/office/drawing/2014/main" id="{9A5AEBEA-B9CD-14E3-E630-CC6E05F6CEB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4" name="Line 3">
            <a:extLst>
              <a:ext uri="{FF2B5EF4-FFF2-40B4-BE49-F238E27FC236}">
                <a16:creationId xmlns:a16="http://schemas.microsoft.com/office/drawing/2014/main" id="{5C9E4559-B4F8-81EB-4981-02CC584024F8}"/>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2775" name="Picture 7">
            <a:extLst>
              <a:ext uri="{FF2B5EF4-FFF2-40B4-BE49-F238E27FC236}">
                <a16:creationId xmlns:a16="http://schemas.microsoft.com/office/drawing/2014/main" id="{B810F699-4686-3891-15C0-9BB6B217D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4267200"/>
            <a:ext cx="8407400" cy="232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C4F1F116-80BA-73E3-ECF1-8E08B00F9019}"/>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a:t>
            </a:r>
          </a:p>
        </p:txBody>
      </p:sp>
      <p:sp>
        <p:nvSpPr>
          <p:cNvPr id="5" name="Content Placeholder 4">
            <a:extLst>
              <a:ext uri="{FF2B5EF4-FFF2-40B4-BE49-F238E27FC236}">
                <a16:creationId xmlns:a16="http://schemas.microsoft.com/office/drawing/2014/main" id="{9F72C929-92CC-F998-7E65-56AFB30AE884}"/>
              </a:ext>
            </a:extLst>
          </p:cNvPr>
          <p:cNvSpPr>
            <a:spLocks noGrp="1"/>
          </p:cNvSpPr>
          <p:nvPr>
            <p:ph idx="1"/>
          </p:nvPr>
        </p:nvSpPr>
        <p:spPr>
          <a:xfrm>
            <a:off x="0" y="1338263"/>
            <a:ext cx="9067800" cy="3914775"/>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400" dirty="0">
                <a:solidFill>
                  <a:srgbClr val="CCFF99"/>
                </a:solidFill>
                <a:latin typeface="Bell MT" panose="02020503060305020303" pitchFamily="18" charset="0"/>
              </a:rPr>
              <a:t>Four channels are multiplexed using TDM. If each channel sends 100 bytes/s and we multiplex 1 byte per channel, show the frame traveling on the link, the size of the frame, the duration of a frame, the frame rate, and the bit rate for the link.</a:t>
            </a: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24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0D67D0B0-9D6D-49AC-065A-137770A7769C}"/>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25</a:t>
            </a:r>
          </a:p>
        </p:txBody>
      </p:sp>
      <p:sp>
        <p:nvSpPr>
          <p:cNvPr id="33797" name="Line 2">
            <a:extLst>
              <a:ext uri="{FF2B5EF4-FFF2-40B4-BE49-F238E27FC236}">
                <a16:creationId xmlns:a16="http://schemas.microsoft.com/office/drawing/2014/main" id="{F678ADDA-9D5E-D15A-6E0E-EC3A3B72B10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8" name="Line 3">
            <a:extLst>
              <a:ext uri="{FF2B5EF4-FFF2-40B4-BE49-F238E27FC236}">
                <a16:creationId xmlns:a16="http://schemas.microsoft.com/office/drawing/2014/main" id="{EB81A92C-48C7-F16E-9749-45F78920D218}"/>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 name="Picture 2">
            <a:extLst>
              <a:ext uri="{FF2B5EF4-FFF2-40B4-BE49-F238E27FC236}">
                <a16:creationId xmlns:a16="http://schemas.microsoft.com/office/drawing/2014/main" id="{B4DBFF9E-638D-AE70-6DEA-C970CE2964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8" y="3054350"/>
            <a:ext cx="74009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32FEACFD-491A-3B25-84A9-51DC0DB90C30}"/>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Empty Slots</a:t>
            </a:r>
          </a:p>
        </p:txBody>
      </p:sp>
      <p:sp>
        <p:nvSpPr>
          <p:cNvPr id="5" name="Content Placeholder 4">
            <a:extLst>
              <a:ext uri="{FF2B5EF4-FFF2-40B4-BE49-F238E27FC236}">
                <a16:creationId xmlns:a16="http://schemas.microsoft.com/office/drawing/2014/main" id="{D2A260DC-1D2B-073C-AB3E-199035C8C830}"/>
              </a:ext>
            </a:extLst>
          </p:cNvPr>
          <p:cNvSpPr>
            <a:spLocks noGrp="1"/>
          </p:cNvSpPr>
          <p:nvPr>
            <p:ph idx="1"/>
          </p:nvPr>
        </p:nvSpPr>
        <p:spPr>
          <a:xfrm>
            <a:off x="265113" y="1493838"/>
            <a:ext cx="8534400" cy="4598987"/>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If a source does not have data to send, the corresponding slot in the output frame is empty. </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Synchronous TDM is not as efficient as it could be</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Statistical TDM can improve efficiency by removing the empty slots from the frame.</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3000" dirty="0">
              <a:solidFill>
                <a:srgbClr val="CCFF99"/>
              </a:solidFill>
              <a:latin typeface="Bell MT" panose="02020503060305020303" pitchFamily="18" charset="0"/>
            </a:endParaRP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endParaRPr lang="en-US" sz="2800" dirty="0">
              <a:solidFill>
                <a:srgbClr val="CCFF99"/>
              </a:solidFill>
              <a:latin typeface="Bell MT" panose="02020503060305020303" pitchFamily="18" charset="0"/>
            </a:endParaRPr>
          </a:p>
          <a:p>
            <a:pPr marL="1828800" lvl="4" indent="0"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2400" dirty="0">
              <a:solidFill>
                <a:srgbClr val="CCFF99"/>
              </a:solidFill>
              <a:latin typeface="Bell MT" panose="02020503060305020303" pitchFamily="18" charset="0"/>
            </a:endParaRP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30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15C2F283-14D9-AD0E-35F5-08012467D43D}"/>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26</a:t>
            </a:r>
          </a:p>
        </p:txBody>
      </p:sp>
      <p:sp>
        <p:nvSpPr>
          <p:cNvPr id="34821" name="Line 2">
            <a:extLst>
              <a:ext uri="{FF2B5EF4-FFF2-40B4-BE49-F238E27FC236}">
                <a16:creationId xmlns:a16="http://schemas.microsoft.com/office/drawing/2014/main" id="{110C803A-2489-F105-89FC-706BE78A40B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2" name="Line 3">
            <a:extLst>
              <a:ext uri="{FF2B5EF4-FFF2-40B4-BE49-F238E27FC236}">
                <a16:creationId xmlns:a16="http://schemas.microsoft.com/office/drawing/2014/main" id="{EF6B8D4C-5B3D-C391-CCE4-096E53ABB6C9}"/>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3" name="Line 5">
            <a:extLst>
              <a:ext uri="{FF2B5EF4-FFF2-40B4-BE49-F238E27FC236}">
                <a16:creationId xmlns:a16="http://schemas.microsoft.com/office/drawing/2014/main" id="{ADED959C-18CE-1633-561A-0B9554936D5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4824" name="Picture 2">
            <a:extLst>
              <a:ext uri="{FF2B5EF4-FFF2-40B4-BE49-F238E27FC236}">
                <a16:creationId xmlns:a16="http://schemas.microsoft.com/office/drawing/2014/main" id="{805CAA46-E925-03C9-2911-7AB90C93B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688" y="4191000"/>
            <a:ext cx="6005512"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C6B85645-DFA8-E742-9130-83185A731BD5}"/>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Data Rate Management</a:t>
            </a:r>
          </a:p>
        </p:txBody>
      </p:sp>
      <p:sp>
        <p:nvSpPr>
          <p:cNvPr id="5" name="Content Placeholder 4">
            <a:extLst>
              <a:ext uri="{FF2B5EF4-FFF2-40B4-BE49-F238E27FC236}">
                <a16:creationId xmlns:a16="http://schemas.microsoft.com/office/drawing/2014/main" id="{D9A2F6D0-BADA-1934-4EA2-E9B85CDE0EC8}"/>
              </a:ext>
            </a:extLst>
          </p:cNvPr>
          <p:cNvSpPr>
            <a:spLocks noGrp="1"/>
          </p:cNvSpPr>
          <p:nvPr>
            <p:ph idx="1"/>
          </p:nvPr>
        </p:nvSpPr>
        <p:spPr>
          <a:xfrm>
            <a:off x="265113" y="1493838"/>
            <a:ext cx="8534400" cy="4598987"/>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Problem with TDM:  handling of disparity in the input data rates.</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dirty="0">
                <a:solidFill>
                  <a:srgbClr val="CCFF99"/>
                </a:solidFill>
                <a:latin typeface="Bell MT" panose="02020503060305020303" pitchFamily="18" charset="0"/>
              </a:rPr>
              <a:t>If data rate are not same following three strategies of their combinations can be used: </a:t>
            </a:r>
          </a:p>
          <a:p>
            <a:pPr marL="742962" lvl="1" indent="-285755"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800" dirty="0">
                <a:solidFill>
                  <a:srgbClr val="CCFF99"/>
                </a:solidFill>
                <a:latin typeface="Bell MT" panose="02020503060305020303" pitchFamily="18" charset="0"/>
              </a:rPr>
              <a:t>Multilevel multiplexing</a:t>
            </a:r>
          </a:p>
          <a:p>
            <a:pPr marL="742962" lvl="1" indent="-285755"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800" dirty="0">
                <a:solidFill>
                  <a:srgbClr val="CCFF99"/>
                </a:solidFill>
                <a:latin typeface="Bell MT" panose="02020503060305020303" pitchFamily="18" charset="0"/>
              </a:rPr>
              <a:t>Multiple-slot allocation</a:t>
            </a:r>
          </a:p>
          <a:p>
            <a:pPr marL="742962" lvl="1" indent="-285755"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2800" dirty="0">
                <a:solidFill>
                  <a:srgbClr val="CCFF99"/>
                </a:solidFill>
                <a:latin typeface="Bell MT" panose="02020503060305020303" pitchFamily="18" charset="0"/>
              </a:rPr>
              <a:t>Pulse stuffing	</a:t>
            </a:r>
          </a:p>
          <a:p>
            <a:pPr marL="1828800" lvl="4" indent="0"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2400" dirty="0">
              <a:solidFill>
                <a:srgbClr val="CCFF99"/>
              </a:solidFill>
              <a:latin typeface="Bell MT" panose="02020503060305020303" pitchFamily="18" charset="0"/>
            </a:endParaRP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3000"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3BC08543-C516-DC8F-ADAA-6D7487C81A9F}"/>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27</a:t>
            </a:r>
          </a:p>
        </p:txBody>
      </p:sp>
      <p:sp>
        <p:nvSpPr>
          <p:cNvPr id="35845" name="Line 2">
            <a:extLst>
              <a:ext uri="{FF2B5EF4-FFF2-40B4-BE49-F238E27FC236}">
                <a16:creationId xmlns:a16="http://schemas.microsoft.com/office/drawing/2014/main" id="{902E28B2-03ED-2298-A8D4-88DF3F59772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6" name="Line 3">
            <a:extLst>
              <a:ext uri="{FF2B5EF4-FFF2-40B4-BE49-F238E27FC236}">
                <a16:creationId xmlns:a16="http://schemas.microsoft.com/office/drawing/2014/main" id="{F56D1B40-6F97-0C3C-59AD-13D2C279801B}"/>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7" name="Line 5">
            <a:extLst>
              <a:ext uri="{FF2B5EF4-FFF2-40B4-BE49-F238E27FC236}">
                <a16:creationId xmlns:a16="http://schemas.microsoft.com/office/drawing/2014/main" id="{A8CA9808-3274-28D2-067D-98BDC443EB4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1B2E242C-7BA6-943E-5E52-ECDA462894B7}"/>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Multilevel Multiplexing</a:t>
            </a:r>
          </a:p>
        </p:txBody>
      </p:sp>
      <p:sp>
        <p:nvSpPr>
          <p:cNvPr id="5" name="Content Placeholder 4">
            <a:extLst>
              <a:ext uri="{FF2B5EF4-FFF2-40B4-BE49-F238E27FC236}">
                <a16:creationId xmlns:a16="http://schemas.microsoft.com/office/drawing/2014/main" id="{75831CF6-472F-3C61-9A3B-65FF17AA9D1A}"/>
              </a:ext>
            </a:extLst>
          </p:cNvPr>
          <p:cNvSpPr>
            <a:spLocks noGrp="1"/>
          </p:cNvSpPr>
          <p:nvPr>
            <p:ph idx="1"/>
          </p:nvPr>
        </p:nvSpPr>
        <p:spPr>
          <a:xfrm>
            <a:off x="265113" y="1493838"/>
            <a:ext cx="8534400" cy="3979862"/>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sz="3000" i="1" dirty="0">
                <a:solidFill>
                  <a:srgbClr val="CCFF99"/>
                </a:solidFill>
                <a:latin typeface="Bell MT" panose="02020503060305020303" pitchFamily="18" charset="0"/>
              </a:rPr>
              <a:t>This technique is used when the data rate of an input line is a multiple of others</a:t>
            </a:r>
          </a:p>
          <a:p>
            <a:pPr marL="0" indent="0" algn="just" defTabSz="457207" eaLnBrk="1" fontAlgn="auto" hangingPunct="1">
              <a:spcAft>
                <a:spcPts val="0"/>
              </a:spcAft>
              <a:buClr>
                <a:schemeClr val="bg2">
                  <a:lumMod val="40000"/>
                  <a:lumOff val="60000"/>
                </a:schemeClr>
              </a:buClr>
              <a:buFont typeface="Wingdings 3" panose="05040102010807070707" pitchFamily="18" charset="2"/>
              <a:buNone/>
              <a:defRPr/>
            </a:pPr>
            <a:endParaRPr lang="en-US" sz="3000" i="1"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26213387-8A47-0C5A-61B5-33A33D01C527}"/>
              </a:ext>
            </a:extLst>
          </p:cNvPr>
          <p:cNvSpPr>
            <a:spLocks noGrp="1"/>
          </p:cNvSpPr>
          <p:nvPr>
            <p:ph type="sldNum" sz="quarter" idx="12"/>
          </p:nvPr>
        </p:nvSpPr>
        <p:spPr>
          <a:xfrm>
            <a:off x="7766050" y="295275"/>
            <a:ext cx="996950" cy="768350"/>
          </a:xfrm>
        </p:spPr>
        <p:txBody>
          <a:bodyPr/>
          <a:lstStyle/>
          <a:p>
            <a:pPr algn="l">
              <a:defRPr/>
            </a:pPr>
            <a:r>
              <a:rPr lang="en-US" dirty="0">
                <a:solidFill>
                  <a:srgbClr val="CCFF99"/>
                </a:solidFill>
              </a:rPr>
              <a:t> </a:t>
            </a:r>
            <a:r>
              <a:rPr lang="en-US" b="1" dirty="0">
                <a:solidFill>
                  <a:srgbClr val="CCFF99"/>
                </a:solidFill>
              </a:rPr>
              <a:t>28</a:t>
            </a:r>
          </a:p>
        </p:txBody>
      </p:sp>
      <p:sp>
        <p:nvSpPr>
          <p:cNvPr id="36869" name="Line 2">
            <a:extLst>
              <a:ext uri="{FF2B5EF4-FFF2-40B4-BE49-F238E27FC236}">
                <a16:creationId xmlns:a16="http://schemas.microsoft.com/office/drawing/2014/main" id="{753C037D-2D2D-4F4A-BBCC-0B4CB240080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0" name="Line 3">
            <a:extLst>
              <a:ext uri="{FF2B5EF4-FFF2-40B4-BE49-F238E27FC236}">
                <a16:creationId xmlns:a16="http://schemas.microsoft.com/office/drawing/2014/main" id="{541129B2-AB16-667D-08B6-1D654626D8AE}"/>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1" name="Line 5">
            <a:extLst>
              <a:ext uri="{FF2B5EF4-FFF2-40B4-BE49-F238E27FC236}">
                <a16:creationId xmlns:a16="http://schemas.microsoft.com/office/drawing/2014/main" id="{5E2D9AE3-5344-F9A4-97A7-B0D3228CE29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6872" name="Picture 8">
            <a:extLst>
              <a:ext uri="{FF2B5EF4-FFF2-40B4-BE49-F238E27FC236}">
                <a16:creationId xmlns:a16="http://schemas.microsoft.com/office/drawing/2014/main" id="{DA1F6231-321D-39AD-6F02-56C3A6D339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00" y="2922588"/>
            <a:ext cx="7897813" cy="293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2A798D98-030F-7F83-C4F7-4F593B366331}"/>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Multiple-slot Multiplexing</a:t>
            </a:r>
          </a:p>
        </p:txBody>
      </p:sp>
      <p:sp>
        <p:nvSpPr>
          <p:cNvPr id="37891" name="Content Placeholder 4">
            <a:extLst>
              <a:ext uri="{FF2B5EF4-FFF2-40B4-BE49-F238E27FC236}">
                <a16:creationId xmlns:a16="http://schemas.microsoft.com/office/drawing/2014/main" id="{272DDA37-5917-288B-D7DB-DA835E5487DF}"/>
              </a:ext>
            </a:extLst>
          </p:cNvPr>
          <p:cNvSpPr>
            <a:spLocks noGrp="1" noChangeArrowheads="1"/>
          </p:cNvSpPr>
          <p:nvPr>
            <p:ph idx="1"/>
          </p:nvPr>
        </p:nvSpPr>
        <p:spPr>
          <a:xfrm>
            <a:off x="250825" y="1317625"/>
            <a:ext cx="8534400" cy="3979863"/>
          </a:xfrm>
        </p:spPr>
        <p:txBody>
          <a:bodyPr/>
          <a:lstStyle/>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Sometimes it is more efficient to allot more than one slot in a frame to a single input line</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We might have an input line that has a data rate that is a multiple of another input</a:t>
            </a:r>
          </a:p>
        </p:txBody>
      </p:sp>
      <p:sp>
        <p:nvSpPr>
          <p:cNvPr id="4" name="Slide Number Placeholder 3">
            <a:extLst>
              <a:ext uri="{FF2B5EF4-FFF2-40B4-BE49-F238E27FC236}">
                <a16:creationId xmlns:a16="http://schemas.microsoft.com/office/drawing/2014/main" id="{A75F7652-017D-DECA-8AE8-5D8D98BBD386}"/>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29</a:t>
            </a:r>
          </a:p>
        </p:txBody>
      </p:sp>
      <p:sp>
        <p:nvSpPr>
          <p:cNvPr id="37893" name="Line 2">
            <a:extLst>
              <a:ext uri="{FF2B5EF4-FFF2-40B4-BE49-F238E27FC236}">
                <a16:creationId xmlns:a16="http://schemas.microsoft.com/office/drawing/2014/main" id="{5314B40B-3D81-EFAE-17C3-23081763AA2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4" name="Line 3">
            <a:extLst>
              <a:ext uri="{FF2B5EF4-FFF2-40B4-BE49-F238E27FC236}">
                <a16:creationId xmlns:a16="http://schemas.microsoft.com/office/drawing/2014/main" id="{9ACB85FC-436C-829A-8477-36BE4E757901}"/>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5" name="Line 5">
            <a:extLst>
              <a:ext uri="{FF2B5EF4-FFF2-40B4-BE49-F238E27FC236}">
                <a16:creationId xmlns:a16="http://schemas.microsoft.com/office/drawing/2014/main" id="{847D4257-C9D2-33F5-DDD5-73F57571DC1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7896" name="Picture 6">
            <a:extLst>
              <a:ext uri="{FF2B5EF4-FFF2-40B4-BE49-F238E27FC236}">
                <a16:creationId xmlns:a16="http://schemas.microsoft.com/office/drawing/2014/main" id="{43A68F82-121E-806C-517D-2E3223B709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3732213"/>
            <a:ext cx="7751763" cy="243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878AA815-59BD-F038-BF5A-701C2735CFA1}"/>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Pulse Stuffing</a:t>
            </a:r>
          </a:p>
        </p:txBody>
      </p:sp>
      <p:sp>
        <p:nvSpPr>
          <p:cNvPr id="38915" name="Content Placeholder 1">
            <a:extLst>
              <a:ext uri="{FF2B5EF4-FFF2-40B4-BE49-F238E27FC236}">
                <a16:creationId xmlns:a16="http://schemas.microsoft.com/office/drawing/2014/main" id="{F1CD21D2-A0EE-7091-AFBC-BD79851DCFCA}"/>
              </a:ext>
            </a:extLst>
          </p:cNvPr>
          <p:cNvSpPr>
            <a:spLocks noGrp="1" noChangeArrowheads="1"/>
          </p:cNvSpPr>
          <p:nvPr>
            <p:ph idx="1"/>
          </p:nvPr>
        </p:nvSpPr>
        <p:spPr>
          <a:xfrm>
            <a:off x="304800" y="1374775"/>
            <a:ext cx="8077200" cy="4106863"/>
          </a:xfrm>
        </p:spPr>
        <p:txBody>
          <a:bodyPr/>
          <a:lstStyle/>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Sometimes bit rates of sources are not multiple integers of each other</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Solution is to make the highest input data rate the dominant data rate and then add dummy bits to the input lines with lower rates</a:t>
            </a:r>
          </a:p>
          <a:p>
            <a:pPr algn="just" eaLnBrk="1" hangingPunct="1">
              <a:buFont typeface="Wingdings" panose="05000000000000000000" pitchFamily="2" charset="2"/>
              <a:buChar char="§"/>
            </a:pPr>
            <a:endParaRPr lang="en-US" altLang="en-US" sz="300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C9F1DA48-707F-9C8E-99E3-3E6C053F70B9}"/>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30</a:t>
            </a:r>
          </a:p>
        </p:txBody>
      </p:sp>
      <p:sp>
        <p:nvSpPr>
          <p:cNvPr id="38917" name="Line 2">
            <a:extLst>
              <a:ext uri="{FF2B5EF4-FFF2-40B4-BE49-F238E27FC236}">
                <a16:creationId xmlns:a16="http://schemas.microsoft.com/office/drawing/2014/main" id="{DD8B93ED-E8C3-4507-B7D5-5E53D2A81EE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8" name="Line 3">
            <a:extLst>
              <a:ext uri="{FF2B5EF4-FFF2-40B4-BE49-F238E27FC236}">
                <a16:creationId xmlns:a16="http://schemas.microsoft.com/office/drawing/2014/main" id="{CB79CAF3-FFC3-6314-36F8-285A16BE5462}"/>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9" name="Line 5">
            <a:extLst>
              <a:ext uri="{FF2B5EF4-FFF2-40B4-BE49-F238E27FC236}">
                <a16:creationId xmlns:a16="http://schemas.microsoft.com/office/drawing/2014/main" id="{507A0C04-8150-3AFF-FF72-64E582444A5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8920" name="Picture 6">
            <a:extLst>
              <a:ext uri="{FF2B5EF4-FFF2-40B4-BE49-F238E27FC236}">
                <a16:creationId xmlns:a16="http://schemas.microsoft.com/office/drawing/2014/main" id="{AD6D8AC8-A8AD-1AF8-FD3F-C1A6F347F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5725" y="4191000"/>
            <a:ext cx="6353175" cy="228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41642471-6CCA-5861-19B6-F286E5AEC9A7}"/>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Frame Synchronization</a:t>
            </a:r>
          </a:p>
        </p:txBody>
      </p:sp>
      <p:sp>
        <p:nvSpPr>
          <p:cNvPr id="39939" name="Content Placeholder 1">
            <a:extLst>
              <a:ext uri="{FF2B5EF4-FFF2-40B4-BE49-F238E27FC236}">
                <a16:creationId xmlns:a16="http://schemas.microsoft.com/office/drawing/2014/main" id="{4677915C-080E-0216-CD48-C88BD3BF2EFD}"/>
              </a:ext>
            </a:extLst>
          </p:cNvPr>
          <p:cNvSpPr>
            <a:spLocks noGrp="1" noChangeArrowheads="1"/>
          </p:cNvSpPr>
          <p:nvPr>
            <p:ph idx="1"/>
          </p:nvPr>
        </p:nvSpPr>
        <p:spPr>
          <a:xfrm>
            <a:off x="304800" y="1374775"/>
            <a:ext cx="8763000" cy="4106863"/>
          </a:xfrm>
        </p:spPr>
        <p:txBody>
          <a:bodyPr/>
          <a:lstStyle/>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TDM is complex than FDM as Synchronization between the multiplexer and demultiplexer is mandatory</a:t>
            </a:r>
          </a:p>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If the multiplexer and the demultiplexer are not synchronized, a bit belonging to one channel may be received by the wrong channel. </a:t>
            </a:r>
          </a:p>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For this reason, one or more synchronization bits are usually added to the beginning of each frame. </a:t>
            </a:r>
          </a:p>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These bits, called framing bits, follow a pattern; frame to frame, that allows the demultiplexer to synchronize with the incoming stream so that it can separate the time slots accurately</a:t>
            </a:r>
          </a:p>
        </p:txBody>
      </p:sp>
      <p:sp>
        <p:nvSpPr>
          <p:cNvPr id="4" name="Slide Number Placeholder 3">
            <a:extLst>
              <a:ext uri="{FF2B5EF4-FFF2-40B4-BE49-F238E27FC236}">
                <a16:creationId xmlns:a16="http://schemas.microsoft.com/office/drawing/2014/main" id="{8DDC55F8-963C-6110-6FC4-E45D778BAEDD}"/>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31</a:t>
            </a:r>
          </a:p>
        </p:txBody>
      </p:sp>
      <p:sp>
        <p:nvSpPr>
          <p:cNvPr id="39941" name="Line 2">
            <a:extLst>
              <a:ext uri="{FF2B5EF4-FFF2-40B4-BE49-F238E27FC236}">
                <a16:creationId xmlns:a16="http://schemas.microsoft.com/office/drawing/2014/main" id="{1575345F-9B7D-BAFE-CAB8-F044900B762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2" name="Line 3">
            <a:extLst>
              <a:ext uri="{FF2B5EF4-FFF2-40B4-BE49-F238E27FC236}">
                <a16:creationId xmlns:a16="http://schemas.microsoft.com/office/drawing/2014/main" id="{CAA57BFF-94CA-6675-109F-2ECB328DDF9D}"/>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702B2ACE-92BF-BDBD-1A2F-3E725CE14309}"/>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Frame Synchronization</a:t>
            </a:r>
          </a:p>
        </p:txBody>
      </p:sp>
      <p:pic>
        <p:nvPicPr>
          <p:cNvPr id="40963" name="Content Placeholder 2">
            <a:extLst>
              <a:ext uri="{FF2B5EF4-FFF2-40B4-BE49-F238E27FC236}">
                <a16:creationId xmlns:a16="http://schemas.microsoft.com/office/drawing/2014/main" id="{CF38DCC4-DB73-0CFA-1BA3-BD6E7E548A0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2286000"/>
            <a:ext cx="5894388" cy="1747838"/>
          </a:xfrm>
        </p:spPr>
      </p:pic>
      <p:sp>
        <p:nvSpPr>
          <p:cNvPr id="4" name="Slide Number Placeholder 3">
            <a:extLst>
              <a:ext uri="{FF2B5EF4-FFF2-40B4-BE49-F238E27FC236}">
                <a16:creationId xmlns:a16="http://schemas.microsoft.com/office/drawing/2014/main" id="{A68BE1EA-A2C5-16C1-CB67-F00267783C04}"/>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32</a:t>
            </a:r>
          </a:p>
        </p:txBody>
      </p:sp>
      <p:sp>
        <p:nvSpPr>
          <p:cNvPr id="40965" name="Line 2">
            <a:extLst>
              <a:ext uri="{FF2B5EF4-FFF2-40B4-BE49-F238E27FC236}">
                <a16:creationId xmlns:a16="http://schemas.microsoft.com/office/drawing/2014/main" id="{915097AF-6190-5D74-DF84-356849B9066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6" name="Line 3">
            <a:extLst>
              <a:ext uri="{FF2B5EF4-FFF2-40B4-BE49-F238E27FC236}">
                <a16:creationId xmlns:a16="http://schemas.microsoft.com/office/drawing/2014/main" id="{43A44838-FDC7-C3F2-A2B0-F567CEA42F9C}"/>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5C2DADCB-15A7-5F41-A791-25DA134B36E0}"/>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a:t>
            </a:r>
          </a:p>
        </p:txBody>
      </p:sp>
      <p:sp>
        <p:nvSpPr>
          <p:cNvPr id="41987" name="Content Placeholder 1">
            <a:extLst>
              <a:ext uri="{FF2B5EF4-FFF2-40B4-BE49-F238E27FC236}">
                <a16:creationId xmlns:a16="http://schemas.microsoft.com/office/drawing/2014/main" id="{63ED8B0F-32F9-EA79-CF53-A567A684B5F0}"/>
              </a:ext>
            </a:extLst>
          </p:cNvPr>
          <p:cNvSpPr>
            <a:spLocks noGrp="1" noChangeArrowheads="1"/>
          </p:cNvSpPr>
          <p:nvPr>
            <p:ph idx="1"/>
          </p:nvPr>
        </p:nvSpPr>
        <p:spPr>
          <a:xfrm>
            <a:off x="304800" y="1374775"/>
            <a:ext cx="8763000" cy="4106863"/>
          </a:xfrm>
        </p:spPr>
        <p:txBody>
          <a:bodyPr/>
          <a:lstStyle/>
          <a:p>
            <a:pPr algn="just" eaLnBrk="1" hangingPunct="1">
              <a:buFont typeface="Wingdings" panose="05000000000000000000" pitchFamily="2" charset="2"/>
              <a:buChar char="§"/>
            </a:pPr>
            <a:r>
              <a:rPr lang="en-US" altLang="en-US" sz="2800">
                <a:solidFill>
                  <a:srgbClr val="CCFF99"/>
                </a:solidFill>
                <a:latin typeface="Bell MT" panose="02020503060305020303" pitchFamily="18" charset="0"/>
              </a:rPr>
              <a:t>Four sources, each creating 250 characters per second. If the interleaved unit is a character and 1 synchronizing bit is added to each frame, find </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data rate of each source</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duration of each character in each source</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frame rate</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duration of each frame</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number of bits in each frame</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data rate of the link.</a:t>
            </a:r>
          </a:p>
        </p:txBody>
      </p:sp>
      <p:sp>
        <p:nvSpPr>
          <p:cNvPr id="4" name="Slide Number Placeholder 3">
            <a:extLst>
              <a:ext uri="{FF2B5EF4-FFF2-40B4-BE49-F238E27FC236}">
                <a16:creationId xmlns:a16="http://schemas.microsoft.com/office/drawing/2014/main" id="{CDF2AEAE-7D81-1986-B84E-4A79BEB74FB1}"/>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33</a:t>
            </a:r>
          </a:p>
        </p:txBody>
      </p:sp>
      <p:sp>
        <p:nvSpPr>
          <p:cNvPr id="41989" name="Line 2">
            <a:extLst>
              <a:ext uri="{FF2B5EF4-FFF2-40B4-BE49-F238E27FC236}">
                <a16:creationId xmlns:a16="http://schemas.microsoft.com/office/drawing/2014/main" id="{51090FC9-DBDB-61FE-03EA-73AF3A8AD39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90" name="Line 3">
            <a:extLst>
              <a:ext uri="{FF2B5EF4-FFF2-40B4-BE49-F238E27FC236}">
                <a16:creationId xmlns:a16="http://schemas.microsoft.com/office/drawing/2014/main" id="{3F9772E4-5D5B-6DB7-C4C0-0E7EE3148C3F}"/>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D7B55928-E61A-CB10-1580-869398E72361}"/>
              </a:ext>
            </a:extLst>
          </p:cNvPr>
          <p:cNvSpPr>
            <a:spLocks noGrp="1" noChangeArrowheads="1"/>
          </p:cNvSpPr>
          <p:nvPr>
            <p:ph type="title"/>
          </p:nvPr>
        </p:nvSpPr>
        <p:spPr>
          <a:xfrm>
            <a:off x="1004888" y="593725"/>
            <a:ext cx="7056437" cy="14001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Example</a:t>
            </a:r>
          </a:p>
        </p:txBody>
      </p:sp>
      <p:sp>
        <p:nvSpPr>
          <p:cNvPr id="43011" name="Content Placeholder 1">
            <a:extLst>
              <a:ext uri="{FF2B5EF4-FFF2-40B4-BE49-F238E27FC236}">
                <a16:creationId xmlns:a16="http://schemas.microsoft.com/office/drawing/2014/main" id="{02451830-3959-B5BF-5454-E33E67FD8FD5}"/>
              </a:ext>
            </a:extLst>
          </p:cNvPr>
          <p:cNvSpPr>
            <a:spLocks noGrp="1" noChangeArrowheads="1"/>
          </p:cNvSpPr>
          <p:nvPr>
            <p:ph idx="1"/>
          </p:nvPr>
        </p:nvSpPr>
        <p:spPr>
          <a:xfrm>
            <a:off x="304800" y="1374775"/>
            <a:ext cx="8763000" cy="4106863"/>
          </a:xfrm>
        </p:spPr>
        <p:txBody>
          <a:bodyPr/>
          <a:lstStyle/>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data rate of each source – 250x8 =2000 bps</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duration of each character in each source = 1/250 s = 4 ms  </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frame rate = 250 frames/sec</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duration of each frame = 1 /250 s = 4 ms</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number of bits in each frame = (4x8)+1 = 33 bits</a:t>
            </a:r>
          </a:p>
          <a:p>
            <a:pPr marL="914400" lvl="1" indent="-514350" algn="just" eaLnBrk="1" hangingPunct="1">
              <a:buFont typeface="Century Gothic" panose="020B0502020202020204" pitchFamily="34" charset="0"/>
              <a:buAutoNum type="arabicPeriod"/>
            </a:pPr>
            <a:r>
              <a:rPr lang="en-US" altLang="en-US" sz="2600">
                <a:solidFill>
                  <a:srgbClr val="CCFF99"/>
                </a:solidFill>
                <a:latin typeface="Bell MT" panose="02020503060305020303" pitchFamily="18" charset="0"/>
              </a:rPr>
              <a:t>the data rate of the link. = 33 x 250 = 8.25 kbps</a:t>
            </a:r>
          </a:p>
        </p:txBody>
      </p:sp>
      <p:sp>
        <p:nvSpPr>
          <p:cNvPr id="4" name="Slide Number Placeholder 3">
            <a:extLst>
              <a:ext uri="{FF2B5EF4-FFF2-40B4-BE49-F238E27FC236}">
                <a16:creationId xmlns:a16="http://schemas.microsoft.com/office/drawing/2014/main" id="{43708FB6-49D9-6D6D-8284-19D409A0333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33</a:t>
            </a:r>
          </a:p>
        </p:txBody>
      </p:sp>
      <p:sp>
        <p:nvSpPr>
          <p:cNvPr id="43013" name="Line 2">
            <a:extLst>
              <a:ext uri="{FF2B5EF4-FFF2-40B4-BE49-F238E27FC236}">
                <a16:creationId xmlns:a16="http://schemas.microsoft.com/office/drawing/2014/main" id="{69167DE1-C308-5EF0-8A7A-5CF5DD632D5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4" name="Line 3">
            <a:extLst>
              <a:ext uri="{FF2B5EF4-FFF2-40B4-BE49-F238E27FC236}">
                <a16:creationId xmlns:a16="http://schemas.microsoft.com/office/drawing/2014/main" id="{915F6D7D-9C5E-449B-74D1-0FCCE2741694}"/>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DFA0E682-8A49-A1F4-C8F2-59965C72F6A4}"/>
              </a:ext>
            </a:extLst>
          </p:cNvPr>
          <p:cNvSpPr>
            <a:spLocks noGrp="1" noChangeArrowheads="1"/>
          </p:cNvSpPr>
          <p:nvPr>
            <p:ph type="title"/>
          </p:nvPr>
        </p:nvSpPr>
        <p:spPr>
          <a:xfrm>
            <a:off x="1004888" y="593725"/>
            <a:ext cx="7056437" cy="6254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Digital Signal Service</a:t>
            </a:r>
          </a:p>
        </p:txBody>
      </p:sp>
      <p:sp>
        <p:nvSpPr>
          <p:cNvPr id="44035" name="Content Placeholder 1">
            <a:extLst>
              <a:ext uri="{FF2B5EF4-FFF2-40B4-BE49-F238E27FC236}">
                <a16:creationId xmlns:a16="http://schemas.microsoft.com/office/drawing/2014/main" id="{D13FB6DF-2204-21F2-C88C-411A42F61A59}"/>
              </a:ext>
            </a:extLst>
          </p:cNvPr>
          <p:cNvSpPr>
            <a:spLocks noGrp="1" noChangeArrowheads="1"/>
          </p:cNvSpPr>
          <p:nvPr>
            <p:ph idx="1"/>
          </p:nvPr>
        </p:nvSpPr>
        <p:spPr>
          <a:xfrm>
            <a:off x="304800" y="1374775"/>
            <a:ext cx="8763000" cy="4106863"/>
          </a:xfrm>
        </p:spPr>
        <p:txBody>
          <a:bodyPr/>
          <a:lstStyle/>
          <a:p>
            <a:pPr algn="just" eaLnBrk="1" hangingPunct="1">
              <a:buFont typeface="Wingdings" panose="05000000000000000000" pitchFamily="2" charset="2"/>
              <a:buChar char="§"/>
            </a:pPr>
            <a:r>
              <a:rPr lang="en-US" altLang="en-US" sz="2600">
                <a:solidFill>
                  <a:srgbClr val="CCFF99"/>
                </a:solidFill>
                <a:latin typeface="Bell MT" panose="02020503060305020303" pitchFamily="18" charset="0"/>
              </a:rPr>
              <a:t>Telephone companies implement TDM through a hierarchy of digital signals, called digital signal (DS) service or digital hierarchy</a:t>
            </a:r>
          </a:p>
        </p:txBody>
      </p:sp>
      <p:sp>
        <p:nvSpPr>
          <p:cNvPr id="4" name="Slide Number Placeholder 3">
            <a:extLst>
              <a:ext uri="{FF2B5EF4-FFF2-40B4-BE49-F238E27FC236}">
                <a16:creationId xmlns:a16="http://schemas.microsoft.com/office/drawing/2014/main" id="{F26AB8C2-9277-B17A-7926-0785DA4898E5}"/>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34</a:t>
            </a:r>
          </a:p>
        </p:txBody>
      </p:sp>
      <p:sp>
        <p:nvSpPr>
          <p:cNvPr id="44037" name="Line 2">
            <a:extLst>
              <a:ext uri="{FF2B5EF4-FFF2-40B4-BE49-F238E27FC236}">
                <a16:creationId xmlns:a16="http://schemas.microsoft.com/office/drawing/2014/main" id="{22673C70-58EE-0798-867A-69E2401E9F7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8" name="Line 3">
            <a:extLst>
              <a:ext uri="{FF2B5EF4-FFF2-40B4-BE49-F238E27FC236}">
                <a16:creationId xmlns:a16="http://schemas.microsoft.com/office/drawing/2014/main" id="{10FB53DC-2221-C008-7AE8-02E720E83B9A}"/>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4039" name="Picture 2">
            <a:extLst>
              <a:ext uri="{FF2B5EF4-FFF2-40B4-BE49-F238E27FC236}">
                <a16:creationId xmlns:a16="http://schemas.microsoft.com/office/drawing/2014/main" id="{CD9C6FCF-1278-9230-2F10-F9B1502D20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665413"/>
            <a:ext cx="7620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2CE66215-1163-FDE5-DFA4-9338A8A34CC9}"/>
              </a:ext>
            </a:extLst>
          </p:cNvPr>
          <p:cNvSpPr>
            <a:spLocks noGrp="1" noChangeArrowheads="1"/>
          </p:cNvSpPr>
          <p:nvPr>
            <p:ph type="title"/>
          </p:nvPr>
        </p:nvSpPr>
        <p:spPr>
          <a:xfrm>
            <a:off x="1004888" y="593725"/>
            <a:ext cx="7056437" cy="6254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Digital Signal Service</a:t>
            </a:r>
          </a:p>
        </p:txBody>
      </p:sp>
      <p:sp>
        <p:nvSpPr>
          <p:cNvPr id="45059" name="Content Placeholder 1">
            <a:extLst>
              <a:ext uri="{FF2B5EF4-FFF2-40B4-BE49-F238E27FC236}">
                <a16:creationId xmlns:a16="http://schemas.microsoft.com/office/drawing/2014/main" id="{3C9FF7EC-F7FE-EDEA-9E22-26395B79C944}"/>
              </a:ext>
            </a:extLst>
          </p:cNvPr>
          <p:cNvSpPr>
            <a:spLocks noGrp="1" noChangeArrowheads="1"/>
          </p:cNvSpPr>
          <p:nvPr>
            <p:ph idx="1"/>
          </p:nvPr>
        </p:nvSpPr>
        <p:spPr>
          <a:xfrm>
            <a:off x="304800" y="1374775"/>
            <a:ext cx="8763000" cy="4106863"/>
          </a:xfrm>
        </p:spPr>
        <p:txBody>
          <a:bodyPr/>
          <a:lstStyle/>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DS-0 is a single digital channel of 64 kbps.</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DS-1 is a 1.544-Mbps service; 1.544 Mbps is 24 times 64 kbps plus 8 kbps of overhead. It can be used as a single service for 1.544-Mbps transmissions, or it can be used to multiplex 24 DS-0 channels.</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DS-2 is a 6.312-Mbps service; 6.312 Mbps is 96 times 64 kbps plus 168 kbps of overhead. It can be used as a single service for 6.312-Mbps transmissions; or it can be used to multiplex 4 DS-1 channels, 96 DS-0 channels, or a combination of these service types.</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DS-3 is a 44.376-Mbps service; 44.376 Mbps is 672 times 64 kbps plus 1.368 Mbps of overhead. It can be used as a single service for 44.376-Mbps transmissions; or it can be used to multiplex 7 DS-2 channels, 28 DS-1 channels, 672 DS-0 channels, or a combination of these service types.</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DS-4 is a 274.176-Mbps service; 274.176 is 4032 times 64 kbps plus 16.128 Mbps of overhead. It can be used to multiplex 6 DS-3 channels, 42 DS-2 channels, 168 DS-1 channels, 4032 DS-0 channels, or a combination of these service types.</a:t>
            </a:r>
          </a:p>
        </p:txBody>
      </p:sp>
      <p:sp>
        <p:nvSpPr>
          <p:cNvPr id="4" name="Slide Number Placeholder 3">
            <a:extLst>
              <a:ext uri="{FF2B5EF4-FFF2-40B4-BE49-F238E27FC236}">
                <a16:creationId xmlns:a16="http://schemas.microsoft.com/office/drawing/2014/main" id="{7F83ABBD-8E01-EEAF-3894-87D5C5530C71}"/>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35</a:t>
            </a:r>
          </a:p>
        </p:txBody>
      </p:sp>
      <p:sp>
        <p:nvSpPr>
          <p:cNvPr id="45061" name="Line 2">
            <a:extLst>
              <a:ext uri="{FF2B5EF4-FFF2-40B4-BE49-F238E27FC236}">
                <a16:creationId xmlns:a16="http://schemas.microsoft.com/office/drawing/2014/main" id="{FCC1ED6D-E854-FC7C-235B-A4C02F385E3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2" name="Line 3">
            <a:extLst>
              <a:ext uri="{FF2B5EF4-FFF2-40B4-BE49-F238E27FC236}">
                <a16:creationId xmlns:a16="http://schemas.microsoft.com/office/drawing/2014/main" id="{FE61E7A8-1DE8-8E4F-BCA2-2CF8D4938FCF}"/>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E3625A16-A040-86DB-7AA5-B0BB28568125}"/>
              </a:ext>
            </a:extLst>
          </p:cNvPr>
          <p:cNvSpPr>
            <a:spLocks noGrp="1" noChangeArrowheads="1"/>
          </p:cNvSpPr>
          <p:nvPr>
            <p:ph type="title"/>
          </p:nvPr>
        </p:nvSpPr>
        <p:spPr>
          <a:xfrm>
            <a:off x="1004888" y="593725"/>
            <a:ext cx="7056437" cy="6254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T Lines</a:t>
            </a:r>
          </a:p>
        </p:txBody>
      </p:sp>
      <p:sp>
        <p:nvSpPr>
          <p:cNvPr id="46083" name="Content Placeholder 1">
            <a:extLst>
              <a:ext uri="{FF2B5EF4-FFF2-40B4-BE49-F238E27FC236}">
                <a16:creationId xmlns:a16="http://schemas.microsoft.com/office/drawing/2014/main" id="{0F09A6EB-8836-1FD8-6276-3D166EEE7F1E}"/>
              </a:ext>
            </a:extLst>
          </p:cNvPr>
          <p:cNvSpPr>
            <a:spLocks noGrp="1" noChangeArrowheads="1"/>
          </p:cNvSpPr>
          <p:nvPr>
            <p:ph idx="1"/>
          </p:nvPr>
        </p:nvSpPr>
        <p:spPr>
          <a:xfrm>
            <a:off x="304800" y="1374775"/>
            <a:ext cx="8763000" cy="4106863"/>
          </a:xfrm>
        </p:spPr>
        <p:txBody>
          <a:bodyPr/>
          <a:lstStyle/>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DS-0, DS-1, and so on are the names of services. To implement those services, the telephone companies use T lines (T-1 to T-4). </a:t>
            </a:r>
          </a:p>
        </p:txBody>
      </p:sp>
      <p:sp>
        <p:nvSpPr>
          <p:cNvPr id="4" name="Slide Number Placeholder 3">
            <a:extLst>
              <a:ext uri="{FF2B5EF4-FFF2-40B4-BE49-F238E27FC236}">
                <a16:creationId xmlns:a16="http://schemas.microsoft.com/office/drawing/2014/main" id="{6738AB00-6CD2-C046-DF59-E3EBF5A12D6E}"/>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36</a:t>
            </a:r>
          </a:p>
        </p:txBody>
      </p:sp>
      <p:sp>
        <p:nvSpPr>
          <p:cNvPr id="46085" name="Line 2">
            <a:extLst>
              <a:ext uri="{FF2B5EF4-FFF2-40B4-BE49-F238E27FC236}">
                <a16:creationId xmlns:a16="http://schemas.microsoft.com/office/drawing/2014/main" id="{605ECC55-B4BC-80E5-23F9-374659D8BF1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6" name="Line 3">
            <a:extLst>
              <a:ext uri="{FF2B5EF4-FFF2-40B4-BE49-F238E27FC236}">
                <a16:creationId xmlns:a16="http://schemas.microsoft.com/office/drawing/2014/main" id="{2092F890-CA00-6AE1-84B3-35C05384210C}"/>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6087" name="Picture 2">
            <a:extLst>
              <a:ext uri="{FF2B5EF4-FFF2-40B4-BE49-F238E27FC236}">
                <a16:creationId xmlns:a16="http://schemas.microsoft.com/office/drawing/2014/main" id="{C09F208D-E1E2-B7AD-52A1-A18893A3E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2286000"/>
            <a:ext cx="76581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EB75C58D-3F57-044F-FFD6-95F9B4FBAFE4}"/>
              </a:ext>
            </a:extLst>
          </p:cNvPr>
          <p:cNvSpPr>
            <a:spLocks noGrp="1" noChangeArrowheads="1"/>
          </p:cNvSpPr>
          <p:nvPr>
            <p:ph type="title"/>
          </p:nvPr>
        </p:nvSpPr>
        <p:spPr>
          <a:xfrm>
            <a:off x="1004888" y="593725"/>
            <a:ext cx="7056437" cy="6254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T Lines for Analog Transmission</a:t>
            </a:r>
          </a:p>
        </p:txBody>
      </p:sp>
      <p:sp>
        <p:nvSpPr>
          <p:cNvPr id="47107" name="Content Placeholder 1">
            <a:extLst>
              <a:ext uri="{FF2B5EF4-FFF2-40B4-BE49-F238E27FC236}">
                <a16:creationId xmlns:a16="http://schemas.microsoft.com/office/drawing/2014/main" id="{C5AB6092-0673-0AE9-021F-CEECB305ED07}"/>
              </a:ext>
            </a:extLst>
          </p:cNvPr>
          <p:cNvSpPr>
            <a:spLocks noGrp="1" noChangeArrowheads="1"/>
          </p:cNvSpPr>
          <p:nvPr>
            <p:ph idx="1"/>
          </p:nvPr>
        </p:nvSpPr>
        <p:spPr>
          <a:xfrm>
            <a:off x="304800" y="1374775"/>
            <a:ext cx="8763000" cy="4106863"/>
          </a:xfrm>
        </p:spPr>
        <p:txBody>
          <a:bodyPr/>
          <a:lstStyle/>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T lines are digital lines designed for the transmission of digital data, audio, or video.</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Analog signals can still be transmitted over T lines provided they are sampled and quantized (PCM).</a:t>
            </a:r>
          </a:p>
        </p:txBody>
      </p:sp>
      <p:sp>
        <p:nvSpPr>
          <p:cNvPr id="4" name="Slide Number Placeholder 3">
            <a:extLst>
              <a:ext uri="{FF2B5EF4-FFF2-40B4-BE49-F238E27FC236}">
                <a16:creationId xmlns:a16="http://schemas.microsoft.com/office/drawing/2014/main" id="{1E201841-4962-1984-078A-974C0D659A47}"/>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37</a:t>
            </a:r>
          </a:p>
        </p:txBody>
      </p:sp>
      <p:sp>
        <p:nvSpPr>
          <p:cNvPr id="47109" name="Line 2">
            <a:extLst>
              <a:ext uri="{FF2B5EF4-FFF2-40B4-BE49-F238E27FC236}">
                <a16:creationId xmlns:a16="http://schemas.microsoft.com/office/drawing/2014/main" id="{F15B2AC9-F7B1-B735-E975-EAF611F1D22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0" name="Line 3">
            <a:extLst>
              <a:ext uri="{FF2B5EF4-FFF2-40B4-BE49-F238E27FC236}">
                <a16:creationId xmlns:a16="http://schemas.microsoft.com/office/drawing/2014/main" id="{C044B42B-2298-CDE3-920A-76ABCA6A0324}"/>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7111" name="Picture 4">
            <a:extLst>
              <a:ext uri="{FF2B5EF4-FFF2-40B4-BE49-F238E27FC236}">
                <a16:creationId xmlns:a16="http://schemas.microsoft.com/office/drawing/2014/main" id="{65F22D73-6238-370B-9D5E-23C4DB4980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836863"/>
            <a:ext cx="8050213" cy="303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F38D496D-7486-67AB-0C67-F523C65501F8}"/>
              </a:ext>
            </a:extLst>
          </p:cNvPr>
          <p:cNvSpPr>
            <a:spLocks noGrp="1" noChangeArrowheads="1"/>
          </p:cNvSpPr>
          <p:nvPr>
            <p:ph type="title"/>
          </p:nvPr>
        </p:nvSpPr>
        <p:spPr>
          <a:xfrm>
            <a:off x="1004888" y="593725"/>
            <a:ext cx="7056437" cy="625475"/>
          </a:xfrm>
        </p:spPr>
        <p:txBody>
          <a:bodyPr/>
          <a:lstStyle/>
          <a:p>
            <a:pPr algn="ctr" eaLnBrk="1" hangingPunct="1"/>
            <a:r>
              <a:rPr lang="en-US" altLang="en-US" sz="3500" b="1" i="1">
                <a:solidFill>
                  <a:srgbClr val="CCFF99"/>
                </a:solidFill>
                <a:latin typeface="Times New Roman" panose="02020603050405020304" pitchFamily="18" charset="0"/>
                <a:cs typeface="Times New Roman" panose="02020603050405020304" pitchFamily="18" charset="0"/>
              </a:rPr>
              <a:t>T-1 Frame</a:t>
            </a:r>
          </a:p>
        </p:txBody>
      </p:sp>
      <p:sp>
        <p:nvSpPr>
          <p:cNvPr id="48131" name="Content Placeholder 1">
            <a:extLst>
              <a:ext uri="{FF2B5EF4-FFF2-40B4-BE49-F238E27FC236}">
                <a16:creationId xmlns:a16="http://schemas.microsoft.com/office/drawing/2014/main" id="{E85A292C-33AB-B402-C5C5-C9C0A5DBB61F}"/>
              </a:ext>
            </a:extLst>
          </p:cNvPr>
          <p:cNvSpPr>
            <a:spLocks noGrp="1" noChangeArrowheads="1"/>
          </p:cNvSpPr>
          <p:nvPr>
            <p:ph idx="1"/>
          </p:nvPr>
        </p:nvSpPr>
        <p:spPr>
          <a:xfrm>
            <a:off x="304800" y="1374775"/>
            <a:ext cx="8763000" cy="4106863"/>
          </a:xfrm>
        </p:spPr>
        <p:txBody>
          <a:bodyPr/>
          <a:lstStyle/>
          <a:p>
            <a:pPr algn="just" eaLnBrk="1" hangingPunct="1">
              <a:buFont typeface="Wingdings" panose="05000000000000000000" pitchFamily="2" charset="2"/>
              <a:buChar char="§"/>
            </a:pPr>
            <a:endParaRPr lang="en-US" altLang="en-US">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7C737D2B-BA42-9DF4-4BE9-F88AB39F5CA6}"/>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38</a:t>
            </a:r>
          </a:p>
        </p:txBody>
      </p:sp>
      <p:sp>
        <p:nvSpPr>
          <p:cNvPr id="48133" name="Line 2">
            <a:extLst>
              <a:ext uri="{FF2B5EF4-FFF2-40B4-BE49-F238E27FC236}">
                <a16:creationId xmlns:a16="http://schemas.microsoft.com/office/drawing/2014/main" id="{18ED5CA1-2002-6A1A-8058-AFC18EA30CF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4" name="Line 3">
            <a:extLst>
              <a:ext uri="{FF2B5EF4-FFF2-40B4-BE49-F238E27FC236}">
                <a16:creationId xmlns:a16="http://schemas.microsoft.com/office/drawing/2014/main" id="{040B2D50-FA32-6101-D01D-1FC3E6AFE03C}"/>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8135" name="Picture 2">
            <a:extLst>
              <a:ext uri="{FF2B5EF4-FFF2-40B4-BE49-F238E27FC236}">
                <a16:creationId xmlns:a16="http://schemas.microsoft.com/office/drawing/2014/main" id="{9DE677BF-1F56-7D2C-5E3C-1CF3ED1C98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600200"/>
            <a:ext cx="71628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3A56511D-27E2-0BEC-292B-666826ACD648}"/>
              </a:ext>
            </a:extLst>
          </p:cNvPr>
          <p:cNvSpPr>
            <a:spLocks noGrp="1" noChangeArrowheads="1"/>
          </p:cNvSpPr>
          <p:nvPr>
            <p:ph type="title"/>
          </p:nvPr>
        </p:nvSpPr>
        <p:spPr>
          <a:xfrm>
            <a:off x="119063" y="601663"/>
            <a:ext cx="8061325" cy="1400175"/>
          </a:xfrm>
        </p:spPr>
        <p:txBody>
          <a:bodyPr/>
          <a:lstStyle/>
          <a:p>
            <a:pPr algn="ctr" eaLnBrk="1" hangingPunct="1"/>
            <a:r>
              <a:rPr lang="en-US" altLang="en-US" sz="3000" b="1" i="1">
                <a:solidFill>
                  <a:srgbClr val="CCFF99"/>
                </a:solidFill>
                <a:latin typeface="Times New Roman" panose="02020603050405020304" pitchFamily="18" charset="0"/>
                <a:cs typeface="Times New Roman" panose="02020603050405020304" pitchFamily="18" charset="0"/>
              </a:rPr>
              <a:t>Synchronous TDM vs Statistical TDM</a:t>
            </a:r>
          </a:p>
        </p:txBody>
      </p:sp>
      <p:pic>
        <p:nvPicPr>
          <p:cNvPr id="49155" name="Picture 6">
            <a:extLst>
              <a:ext uri="{FF2B5EF4-FFF2-40B4-BE49-F238E27FC236}">
                <a16:creationId xmlns:a16="http://schemas.microsoft.com/office/drawing/2014/main" id="{8270AFDF-00A4-EBDC-EC1C-C86345C74A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9200" y="1616075"/>
            <a:ext cx="6961188" cy="47085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AD928AD1-63ED-37A8-49D8-33EC4FE3704D}"/>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39</a:t>
            </a:r>
          </a:p>
        </p:txBody>
      </p:sp>
      <p:sp>
        <p:nvSpPr>
          <p:cNvPr id="49157" name="Line 2">
            <a:extLst>
              <a:ext uri="{FF2B5EF4-FFF2-40B4-BE49-F238E27FC236}">
                <a16:creationId xmlns:a16="http://schemas.microsoft.com/office/drawing/2014/main" id="{66B807DD-CE28-1CD4-DE96-A90BDCB93C1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8" name="Line 3">
            <a:extLst>
              <a:ext uri="{FF2B5EF4-FFF2-40B4-BE49-F238E27FC236}">
                <a16:creationId xmlns:a16="http://schemas.microsoft.com/office/drawing/2014/main" id="{16A264BD-94FF-019F-41FE-12F1757606B6}"/>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2574FB00-A6A9-03A6-5733-DC26B9C60CE6}"/>
              </a:ext>
            </a:extLst>
          </p:cNvPr>
          <p:cNvSpPr>
            <a:spLocks noGrp="1" noChangeArrowheads="1"/>
          </p:cNvSpPr>
          <p:nvPr>
            <p:ph type="title"/>
          </p:nvPr>
        </p:nvSpPr>
        <p:spPr/>
        <p:txBody>
          <a:bodyPr/>
          <a:lstStyle/>
          <a:p>
            <a:pPr eaLnBrk="1" hangingPunct="1"/>
            <a:r>
              <a:rPr lang="en-US" altLang="en-US"/>
              <a:t>Example TDM</a:t>
            </a:r>
          </a:p>
        </p:txBody>
      </p:sp>
      <p:sp>
        <p:nvSpPr>
          <p:cNvPr id="3" name="Content Placeholder 2">
            <a:extLst>
              <a:ext uri="{FF2B5EF4-FFF2-40B4-BE49-F238E27FC236}">
                <a16:creationId xmlns:a16="http://schemas.microsoft.com/office/drawing/2014/main" id="{6897E84D-A1F4-1CF2-1DE4-526B1F868DF5}"/>
              </a:ext>
            </a:extLst>
          </p:cNvPr>
          <p:cNvSpPr>
            <a:spLocks noGrp="1"/>
          </p:cNvSpPr>
          <p:nvPr>
            <p:ph idx="1"/>
          </p:nvPr>
        </p:nvSpPr>
        <p:spPr>
          <a:xfrm>
            <a:off x="833438" y="1676400"/>
            <a:ext cx="7477125" cy="4195763"/>
          </a:xfrm>
        </p:spPr>
        <p:txBody>
          <a:bodyPr rtlCol="0">
            <a:normAutofit/>
          </a:bodyPr>
          <a:lstStyle/>
          <a:p>
            <a:pPr marL="0" indent="0" algn="just" defTabSz="457207" eaLnBrk="1" fontAlgn="auto" hangingPunct="1">
              <a:spcAft>
                <a:spcPts val="0"/>
              </a:spcAft>
              <a:buClr>
                <a:schemeClr val="bg2">
                  <a:lumMod val="40000"/>
                  <a:lumOff val="60000"/>
                </a:schemeClr>
              </a:buClr>
              <a:buFont typeface="Wingdings 3" pitchFamily="2" charset="2"/>
              <a:buNone/>
              <a:defRPr/>
            </a:pPr>
            <a:r>
              <a:rPr lang="en-US" dirty="0"/>
              <a:t>We need to use synchronous TDM and combine 20 digital sources, each of 100 Kbps. Each output slot carries 1 bit from each digital source, but one extra bit is added to each frame for synchronization. Answer the following questions:</a:t>
            </a:r>
          </a:p>
          <a:p>
            <a:pPr marL="342906" indent="-342906" algn="just" defTabSz="457207" eaLnBrk="1" fontAlgn="auto" hangingPunct="1">
              <a:spcAft>
                <a:spcPts val="0"/>
              </a:spcAft>
              <a:buClr>
                <a:schemeClr val="bg2">
                  <a:lumMod val="40000"/>
                  <a:lumOff val="60000"/>
                </a:schemeClr>
              </a:buClr>
              <a:buFont typeface="Wingdings 3" pitchFamily="2" charset="2"/>
              <a:buChar char=""/>
              <a:defRPr/>
            </a:pPr>
            <a:r>
              <a:rPr lang="en-US" dirty="0"/>
              <a:t>a. What is the size of an output frame in bits?</a:t>
            </a:r>
          </a:p>
          <a:p>
            <a:pPr marL="342906" indent="-342906" algn="just" defTabSz="457207" eaLnBrk="1" fontAlgn="auto" hangingPunct="1">
              <a:spcAft>
                <a:spcPts val="0"/>
              </a:spcAft>
              <a:buClr>
                <a:schemeClr val="bg2">
                  <a:lumMod val="40000"/>
                  <a:lumOff val="60000"/>
                </a:schemeClr>
              </a:buClr>
              <a:buFont typeface="Wingdings 3" pitchFamily="2" charset="2"/>
              <a:buChar char=""/>
              <a:defRPr/>
            </a:pPr>
            <a:r>
              <a:rPr lang="en-US" dirty="0"/>
              <a:t>b. What is the output frame rate?</a:t>
            </a:r>
          </a:p>
          <a:p>
            <a:pPr marL="342906" indent="-342906" algn="just" defTabSz="457207" eaLnBrk="1" fontAlgn="auto" hangingPunct="1">
              <a:spcAft>
                <a:spcPts val="0"/>
              </a:spcAft>
              <a:buClr>
                <a:schemeClr val="bg2">
                  <a:lumMod val="40000"/>
                  <a:lumOff val="60000"/>
                </a:schemeClr>
              </a:buClr>
              <a:buFont typeface="Wingdings 3" pitchFamily="2" charset="2"/>
              <a:buChar char=""/>
              <a:defRPr/>
            </a:pPr>
            <a:r>
              <a:rPr lang="en-US" dirty="0"/>
              <a:t>c. What is the duration of an output frame?</a:t>
            </a:r>
          </a:p>
          <a:p>
            <a:pPr marL="342906" indent="-342906" algn="just" defTabSz="457207" eaLnBrk="1" fontAlgn="auto" hangingPunct="1">
              <a:spcAft>
                <a:spcPts val="0"/>
              </a:spcAft>
              <a:buClr>
                <a:schemeClr val="bg2">
                  <a:lumMod val="40000"/>
                  <a:lumOff val="60000"/>
                </a:schemeClr>
              </a:buClr>
              <a:buFont typeface="Wingdings 3" pitchFamily="2" charset="2"/>
              <a:buChar char=""/>
              <a:defRPr/>
            </a:pPr>
            <a:r>
              <a:rPr lang="en-US" dirty="0"/>
              <a:t>d. What is the output data rate?</a:t>
            </a:r>
          </a:p>
          <a:p>
            <a:pPr marL="342906" indent="-342906" algn="just" defTabSz="457207" eaLnBrk="1" fontAlgn="auto" hangingPunct="1">
              <a:spcAft>
                <a:spcPts val="0"/>
              </a:spcAft>
              <a:buClr>
                <a:schemeClr val="bg2">
                  <a:lumMod val="40000"/>
                  <a:lumOff val="60000"/>
                </a:schemeClr>
              </a:buClr>
              <a:buFont typeface="Wingdings 3" pitchFamily="2" charset="2"/>
              <a:buChar char=""/>
              <a:defRPr/>
            </a:pPr>
            <a:r>
              <a:rPr lang="en-US" dirty="0"/>
              <a:t>e. What is the efficiency of the system (ratio of useful bits to the total bits)?</a:t>
            </a:r>
          </a:p>
        </p:txBody>
      </p:sp>
      <p:sp>
        <p:nvSpPr>
          <p:cNvPr id="50180" name="Slide Number Placeholder 3">
            <a:extLst>
              <a:ext uri="{FF2B5EF4-FFF2-40B4-BE49-F238E27FC236}">
                <a16:creationId xmlns:a16="http://schemas.microsoft.com/office/drawing/2014/main" id="{5B3D042A-32E6-C9FA-E36E-999588D7C56F}"/>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rgbClr val="8AD0D6"/>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fontAlgn="base">
              <a:spcBef>
                <a:spcPct val="0"/>
              </a:spcBef>
              <a:spcAft>
                <a:spcPct val="0"/>
              </a:spcAft>
              <a:buClrTx/>
              <a:buSzTx/>
              <a:buFontTx/>
              <a:buNone/>
            </a:pPr>
            <a:r>
              <a:rPr lang="en-US" altLang="en-US" sz="2800">
                <a:solidFill>
                  <a:srgbClr val="FFFFFF"/>
                </a:solidFill>
                <a:latin typeface="Arial" panose="020B0604020202020204" pitchFamily="34" charset="0"/>
              </a:rPr>
              <a:t>40</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D21C0FDD-4ED7-7A72-1E21-37BC4B68CA4F}"/>
              </a:ext>
            </a:extLst>
          </p:cNvPr>
          <p:cNvSpPr>
            <a:spLocks noGrp="1" noChangeArrowheads="1"/>
          </p:cNvSpPr>
          <p:nvPr>
            <p:ph type="title"/>
          </p:nvPr>
        </p:nvSpPr>
        <p:spPr/>
        <p:txBody>
          <a:bodyPr/>
          <a:lstStyle/>
          <a:p>
            <a:pPr eaLnBrk="1" hangingPunct="1"/>
            <a:r>
              <a:rPr lang="en-US" altLang="en-US"/>
              <a:t>Solution</a:t>
            </a:r>
          </a:p>
        </p:txBody>
      </p:sp>
      <p:sp>
        <p:nvSpPr>
          <p:cNvPr id="51203" name="Content Placeholder 2">
            <a:extLst>
              <a:ext uri="{FF2B5EF4-FFF2-40B4-BE49-F238E27FC236}">
                <a16:creationId xmlns:a16="http://schemas.microsoft.com/office/drawing/2014/main" id="{C70499A4-5AB1-ECF5-BDCC-AD7A4E56989A}"/>
              </a:ext>
            </a:extLst>
          </p:cNvPr>
          <p:cNvSpPr>
            <a:spLocks noGrp="1" noChangeArrowheads="1"/>
          </p:cNvSpPr>
          <p:nvPr>
            <p:ph idx="1"/>
          </p:nvPr>
        </p:nvSpPr>
        <p:spPr>
          <a:xfrm>
            <a:off x="609600" y="2052638"/>
            <a:ext cx="8229600" cy="4195762"/>
          </a:xfrm>
        </p:spPr>
        <p:txBody>
          <a:bodyPr/>
          <a:lstStyle/>
          <a:p>
            <a:pPr eaLnBrk="1" hangingPunct="1"/>
            <a:r>
              <a:rPr lang="en-US" altLang="en-US"/>
              <a:t>a. Each output frame carries 1 bit from each source plus one extra bit for synchronization. Frame size = 20 × 1 + 1 = 21 bits.</a:t>
            </a:r>
          </a:p>
          <a:p>
            <a:pPr eaLnBrk="1" hangingPunct="1"/>
            <a:r>
              <a:rPr lang="en-US" altLang="en-US"/>
              <a:t>b. Each frame carries 1 bit from each source. Frame rate = 100,000 frames/s.</a:t>
            </a:r>
          </a:p>
          <a:p>
            <a:pPr eaLnBrk="1" hangingPunct="1"/>
            <a:r>
              <a:rPr lang="en-US" altLang="en-US"/>
              <a:t>c. Frame duration = 1 /(frame rate) = 1 /100,000 = 10 ms.</a:t>
            </a:r>
          </a:p>
          <a:p>
            <a:pPr eaLnBrk="1" hangingPunct="1"/>
            <a:r>
              <a:rPr lang="en-US" altLang="en-US"/>
              <a:t>d. Data rate = (100,000 frames/s) × (21 bits/frame) = 2.1 Mbps</a:t>
            </a:r>
          </a:p>
          <a:p>
            <a:pPr eaLnBrk="1" hangingPunct="1"/>
            <a:r>
              <a:rPr lang="en-US" altLang="en-US"/>
              <a:t>e. In each frame 20 bits out of 21 are useful. Efficiency = 20/21= 95%</a:t>
            </a:r>
          </a:p>
        </p:txBody>
      </p:sp>
      <p:sp>
        <p:nvSpPr>
          <p:cNvPr id="51204" name="Slide Number Placeholder 3">
            <a:extLst>
              <a:ext uri="{FF2B5EF4-FFF2-40B4-BE49-F238E27FC236}">
                <a16:creationId xmlns:a16="http://schemas.microsoft.com/office/drawing/2014/main" id="{15E937F8-4517-AE04-0C5D-6C528096D09B}"/>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rgbClr val="8AD0D6"/>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fontAlgn="base">
              <a:spcBef>
                <a:spcPct val="0"/>
              </a:spcBef>
              <a:spcAft>
                <a:spcPct val="0"/>
              </a:spcAft>
              <a:buClrTx/>
              <a:buSzTx/>
              <a:buFontTx/>
              <a:buNone/>
            </a:pPr>
            <a:r>
              <a:rPr lang="en-US" altLang="en-US" sz="2800">
                <a:solidFill>
                  <a:srgbClr val="FFFFFF"/>
                </a:solidFill>
                <a:latin typeface="Arial" panose="020B0604020202020204" pitchFamily="34" charset="0"/>
              </a:rPr>
              <a:t>41</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059C866D-0CBE-7C49-2F68-59CA2B8530FD}"/>
              </a:ext>
            </a:extLst>
          </p:cNvPr>
          <p:cNvSpPr>
            <a:spLocks noGrp="1" noChangeArrowheads="1"/>
          </p:cNvSpPr>
          <p:nvPr>
            <p:ph type="title"/>
          </p:nvPr>
        </p:nvSpPr>
        <p:spPr>
          <a:xfrm>
            <a:off x="1004888" y="593725"/>
            <a:ext cx="7056437"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Spread Spectrum</a:t>
            </a:r>
          </a:p>
        </p:txBody>
      </p:sp>
      <p:sp>
        <p:nvSpPr>
          <p:cNvPr id="52227" name="Content Placeholder 4">
            <a:extLst>
              <a:ext uri="{FF2B5EF4-FFF2-40B4-BE49-F238E27FC236}">
                <a16:creationId xmlns:a16="http://schemas.microsoft.com/office/drawing/2014/main" id="{3912646C-3F51-1A90-A90F-19706E6FDEA2}"/>
              </a:ext>
            </a:extLst>
          </p:cNvPr>
          <p:cNvSpPr>
            <a:spLocks noGrp="1" noChangeArrowheads="1"/>
          </p:cNvSpPr>
          <p:nvPr>
            <p:ph idx="1"/>
          </p:nvPr>
        </p:nvSpPr>
        <p:spPr>
          <a:xfrm>
            <a:off x="250825" y="1317625"/>
            <a:ext cx="8534400" cy="3979863"/>
          </a:xfrm>
        </p:spPr>
        <p:txBody>
          <a:bodyPr/>
          <a:lstStyle/>
          <a:p>
            <a:pPr algn="just" eaLnBrk="1" hangingPunct="1">
              <a:buFont typeface="Wingdings" panose="05000000000000000000" pitchFamily="2" charset="2"/>
              <a:buChar char="§"/>
            </a:pPr>
            <a:r>
              <a:rPr lang="en-US" altLang="en-US" sz="2400">
                <a:solidFill>
                  <a:srgbClr val="CCFF99"/>
                </a:solidFill>
                <a:latin typeface="Bell MT" panose="02020503060305020303" pitchFamily="18" charset="0"/>
              </a:rPr>
              <a:t>Multiplexing combines several sources on one output lines, Spread Spectrum also combines input from multiple source but the goal is somewhat different.</a:t>
            </a:r>
          </a:p>
          <a:p>
            <a:pPr algn="just" eaLnBrk="1" hangingPunct="1">
              <a:buFont typeface="Wingdings" panose="05000000000000000000" pitchFamily="2" charset="2"/>
              <a:buChar char="§"/>
            </a:pPr>
            <a:r>
              <a:rPr lang="en-US" altLang="en-US" sz="2400">
                <a:solidFill>
                  <a:srgbClr val="CCFF99"/>
                </a:solidFill>
                <a:latin typeface="Bell MT" panose="02020503060305020303" pitchFamily="18" charset="0"/>
              </a:rPr>
              <a:t> Spread spectrum is designed to be used in wireless applications (LANs and WANs)</a:t>
            </a:r>
          </a:p>
          <a:p>
            <a:pPr algn="just" eaLnBrk="1" hangingPunct="1">
              <a:buFont typeface="Wingdings" panose="05000000000000000000" pitchFamily="2" charset="2"/>
              <a:buChar char="§"/>
            </a:pPr>
            <a:r>
              <a:rPr lang="en-US" altLang="en-US" sz="2400">
                <a:solidFill>
                  <a:srgbClr val="CCFF99"/>
                </a:solidFill>
                <a:latin typeface="Bell MT" panose="02020503060305020303" pitchFamily="18" charset="0"/>
              </a:rPr>
              <a:t>In wireless applications, all stations share air as the medium for communication.</a:t>
            </a:r>
          </a:p>
          <a:p>
            <a:pPr algn="just" eaLnBrk="1" hangingPunct="1">
              <a:buFont typeface="Wingdings" panose="05000000000000000000" pitchFamily="2" charset="2"/>
              <a:buChar char="§"/>
            </a:pPr>
            <a:r>
              <a:rPr lang="en-US" altLang="en-US" sz="2400">
                <a:solidFill>
                  <a:srgbClr val="CCFF99"/>
                </a:solidFill>
                <a:latin typeface="Bell MT" panose="02020503060305020303" pitchFamily="18" charset="0"/>
              </a:rPr>
              <a:t>For some applications, it is necessary for the system to resist external interferences and to make it difficult for unauthorized receivers to receive the message being transmitted</a:t>
            </a:r>
          </a:p>
          <a:p>
            <a:pPr algn="just" eaLnBrk="1" hangingPunct="1">
              <a:buFont typeface="Wingdings" panose="05000000000000000000" pitchFamily="2" charset="2"/>
              <a:buChar char="§"/>
            </a:pPr>
            <a:r>
              <a:rPr lang="en-US" altLang="en-US" sz="2400">
                <a:solidFill>
                  <a:srgbClr val="CCFF99"/>
                </a:solidFill>
                <a:latin typeface="Bell MT" panose="02020503060305020303" pitchFamily="18" charset="0"/>
              </a:rPr>
              <a:t>A communication is called as secure communication where noise interference does not affect signals much and unwanted receivers should not detect the message</a:t>
            </a:r>
          </a:p>
        </p:txBody>
      </p:sp>
      <p:sp>
        <p:nvSpPr>
          <p:cNvPr id="4" name="Slide Number Placeholder 3">
            <a:extLst>
              <a:ext uri="{FF2B5EF4-FFF2-40B4-BE49-F238E27FC236}">
                <a16:creationId xmlns:a16="http://schemas.microsoft.com/office/drawing/2014/main" id="{DB2D55D6-AF68-CDE7-0C00-380492486E50}"/>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42</a:t>
            </a:r>
          </a:p>
        </p:txBody>
      </p:sp>
      <p:sp>
        <p:nvSpPr>
          <p:cNvPr id="52229" name="Line 2">
            <a:extLst>
              <a:ext uri="{FF2B5EF4-FFF2-40B4-BE49-F238E27FC236}">
                <a16:creationId xmlns:a16="http://schemas.microsoft.com/office/drawing/2014/main" id="{4AD98480-2733-73E9-60C6-7AF2A081940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30" name="Line 3">
            <a:extLst>
              <a:ext uri="{FF2B5EF4-FFF2-40B4-BE49-F238E27FC236}">
                <a16:creationId xmlns:a16="http://schemas.microsoft.com/office/drawing/2014/main" id="{ECA3222D-3475-66BF-14F9-C2CD43A2783D}"/>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DA19A110-8672-668F-5D58-0BFA7396C42F}"/>
              </a:ext>
            </a:extLst>
          </p:cNvPr>
          <p:cNvSpPr>
            <a:spLocks noGrp="1" noChangeArrowheads="1"/>
          </p:cNvSpPr>
          <p:nvPr>
            <p:ph type="title"/>
          </p:nvPr>
        </p:nvSpPr>
        <p:spPr>
          <a:xfrm>
            <a:off x="1004888" y="593725"/>
            <a:ext cx="7056437"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Spread Spectrum</a:t>
            </a:r>
            <a:endParaRPr lang="en-US" altLang="en-US" sz="3500" b="1" i="1">
              <a:solidFill>
                <a:srgbClr val="CCFF99"/>
              </a:solidFill>
              <a:latin typeface="Times New Roman" panose="02020603050405020304" pitchFamily="18" charset="0"/>
              <a:cs typeface="Times New Roman" panose="02020603050405020304" pitchFamily="18" charset="0"/>
            </a:endParaRPr>
          </a:p>
        </p:txBody>
      </p:sp>
      <p:sp>
        <p:nvSpPr>
          <p:cNvPr id="45062" name="Content Placeholder 4">
            <a:extLst>
              <a:ext uri="{FF2B5EF4-FFF2-40B4-BE49-F238E27FC236}">
                <a16:creationId xmlns:a16="http://schemas.microsoft.com/office/drawing/2014/main" id="{F5769D62-51BA-BDDE-C441-FA523F8C3CF5}"/>
              </a:ext>
            </a:extLst>
          </p:cNvPr>
          <p:cNvSpPr>
            <a:spLocks noGrp="1"/>
          </p:cNvSpPr>
          <p:nvPr>
            <p:ph idx="1"/>
          </p:nvPr>
        </p:nvSpPr>
        <p:spPr>
          <a:xfrm>
            <a:off x="250825" y="1317625"/>
            <a:ext cx="8534400" cy="3979863"/>
          </a:xfrm>
        </p:spPr>
        <p:txBody>
          <a:bodyPr rtlCol="0">
            <a:normAutofit fontScale="92500"/>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dirty="0">
                <a:solidFill>
                  <a:srgbClr val="CCFF99"/>
                </a:solidFill>
                <a:latin typeface="Bell MT" panose="02020503060305020303" pitchFamily="18" charset="0"/>
              </a:rPr>
              <a:t>To achieve these goals, spread spectrum techniques add redundancy; they spread the original spectrum needed for each station. </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dirty="0">
                <a:solidFill>
                  <a:srgbClr val="CCFF99"/>
                </a:solidFill>
                <a:latin typeface="Bell MT" panose="02020503060305020303" pitchFamily="18" charset="0"/>
              </a:rPr>
              <a:t>If the required bandwidth for each station is B, spread spectrum expands it to </a:t>
            </a:r>
            <a:r>
              <a:rPr lang="en-US" altLang="en-US" sz="3000" dirty="0" err="1">
                <a:solidFill>
                  <a:srgbClr val="CCFF99"/>
                </a:solidFill>
                <a:latin typeface="Bell MT" panose="02020503060305020303" pitchFamily="18" charset="0"/>
              </a:rPr>
              <a:t>B</a:t>
            </a:r>
            <a:r>
              <a:rPr lang="en-US" altLang="en-US" sz="3000" baseline="-25000" dirty="0" err="1">
                <a:solidFill>
                  <a:srgbClr val="CCFF99"/>
                </a:solidFill>
                <a:latin typeface="Bell MT" panose="02020503060305020303" pitchFamily="18" charset="0"/>
              </a:rPr>
              <a:t>ss</a:t>
            </a:r>
            <a:r>
              <a:rPr lang="en-US" altLang="en-US" sz="3000" dirty="0">
                <a:solidFill>
                  <a:srgbClr val="CCFF99"/>
                </a:solidFill>
                <a:latin typeface="Bell MT" panose="02020503060305020303" pitchFamily="18" charset="0"/>
              </a:rPr>
              <a:t>, such that </a:t>
            </a:r>
            <a:r>
              <a:rPr lang="en-US" altLang="en-US" sz="3000" dirty="0" err="1">
                <a:solidFill>
                  <a:srgbClr val="CCFF99"/>
                </a:solidFill>
                <a:latin typeface="Bell MT" panose="02020503060305020303" pitchFamily="18" charset="0"/>
              </a:rPr>
              <a:t>B</a:t>
            </a:r>
            <a:r>
              <a:rPr lang="en-US" altLang="en-US" sz="3000" baseline="-25000" dirty="0" err="1">
                <a:solidFill>
                  <a:srgbClr val="CCFF99"/>
                </a:solidFill>
                <a:latin typeface="Bell MT" panose="02020503060305020303" pitchFamily="18" charset="0"/>
              </a:rPr>
              <a:t>ss</a:t>
            </a:r>
            <a:r>
              <a:rPr lang="en-US" altLang="en-US" sz="3000" dirty="0">
                <a:solidFill>
                  <a:srgbClr val="CCFF99"/>
                </a:solidFill>
                <a:latin typeface="Bell MT" panose="02020503060305020303" pitchFamily="18" charset="0"/>
              </a:rPr>
              <a:t> &gt;&gt; B. </a:t>
            </a:r>
          </a:p>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dirty="0">
                <a:solidFill>
                  <a:srgbClr val="CCFF99"/>
                </a:solidFill>
                <a:latin typeface="Bell MT" panose="02020503060305020303" pitchFamily="18" charset="0"/>
              </a:rPr>
              <a:t>The expanded bandwidth allows the source to wrap its message in a protective envelope for a more secure transmission. </a:t>
            </a:r>
          </a:p>
        </p:txBody>
      </p:sp>
      <p:sp>
        <p:nvSpPr>
          <p:cNvPr id="4" name="Slide Number Placeholder 3">
            <a:extLst>
              <a:ext uri="{FF2B5EF4-FFF2-40B4-BE49-F238E27FC236}">
                <a16:creationId xmlns:a16="http://schemas.microsoft.com/office/drawing/2014/main" id="{32FEE253-766F-47A0-9570-2430F0158ECF}"/>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43</a:t>
            </a:r>
          </a:p>
        </p:txBody>
      </p:sp>
      <p:sp>
        <p:nvSpPr>
          <p:cNvPr id="53253" name="Line 2">
            <a:extLst>
              <a:ext uri="{FF2B5EF4-FFF2-40B4-BE49-F238E27FC236}">
                <a16:creationId xmlns:a16="http://schemas.microsoft.com/office/drawing/2014/main" id="{03552DE0-3B2A-18DE-F6E6-F685CE12C0D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4" name="Line 3">
            <a:extLst>
              <a:ext uri="{FF2B5EF4-FFF2-40B4-BE49-F238E27FC236}">
                <a16:creationId xmlns:a16="http://schemas.microsoft.com/office/drawing/2014/main" id="{DCACB940-F5A7-F6C2-1B0E-41B2AE095CBF}"/>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F61AF80A-F10B-1138-11CE-F099C8ED39FC}"/>
              </a:ext>
            </a:extLst>
          </p:cNvPr>
          <p:cNvSpPr>
            <a:spLocks noGrp="1" noChangeArrowheads="1"/>
          </p:cNvSpPr>
          <p:nvPr>
            <p:ph type="title"/>
          </p:nvPr>
        </p:nvSpPr>
        <p:spPr>
          <a:xfrm>
            <a:off x="1004888" y="593725"/>
            <a:ext cx="7056437"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Spread Spectrum</a:t>
            </a:r>
            <a:endParaRPr lang="en-US" altLang="en-US" sz="3500" b="1" i="1">
              <a:solidFill>
                <a:srgbClr val="CCFF99"/>
              </a:solidFill>
              <a:latin typeface="Times New Roman" panose="02020603050405020304" pitchFamily="18" charset="0"/>
              <a:cs typeface="Times New Roman" panose="02020603050405020304" pitchFamily="18" charset="0"/>
            </a:endParaRPr>
          </a:p>
        </p:txBody>
      </p:sp>
      <p:sp>
        <p:nvSpPr>
          <p:cNvPr id="45062" name="Content Placeholder 4">
            <a:extLst>
              <a:ext uri="{FF2B5EF4-FFF2-40B4-BE49-F238E27FC236}">
                <a16:creationId xmlns:a16="http://schemas.microsoft.com/office/drawing/2014/main" id="{E033507D-E439-61C4-7F99-F54B91339B1B}"/>
              </a:ext>
            </a:extLst>
          </p:cNvPr>
          <p:cNvSpPr>
            <a:spLocks noGrp="1"/>
          </p:cNvSpPr>
          <p:nvPr>
            <p:ph idx="1"/>
          </p:nvPr>
        </p:nvSpPr>
        <p:spPr>
          <a:xfrm>
            <a:off x="250825" y="1219200"/>
            <a:ext cx="8534400" cy="3979863"/>
          </a:xfrm>
        </p:spPr>
        <p:txBody>
          <a:bodyPr rtlCol="0">
            <a:normAutofit/>
          </a:bodyPr>
          <a:lstStyle/>
          <a:p>
            <a:pPr marL="342906" indent="-342906" algn="just" defTabSz="457207" eaLnBrk="1" fontAlgn="auto" hangingPunct="1">
              <a:spcAft>
                <a:spcPts val="0"/>
              </a:spcAft>
              <a:buClr>
                <a:schemeClr val="bg2">
                  <a:lumMod val="40000"/>
                  <a:lumOff val="60000"/>
                </a:schemeClr>
              </a:buClr>
              <a:buFont typeface="Wingdings" panose="05000000000000000000" pitchFamily="2" charset="2"/>
              <a:buChar char="§"/>
              <a:defRPr/>
            </a:pPr>
            <a:r>
              <a:rPr lang="en-US" altLang="en-US" sz="3000" dirty="0">
                <a:solidFill>
                  <a:srgbClr val="CCFF99"/>
                </a:solidFill>
                <a:latin typeface="Bell MT" panose="02020503060305020303" pitchFamily="18" charset="0"/>
              </a:rPr>
              <a:t>Principles of spreading</a:t>
            </a:r>
          </a:p>
          <a:p>
            <a:pPr marL="914400" lvl="1" indent="-514350" algn="just" defTabSz="457207" eaLnBrk="1" fontAlgn="auto" hangingPunct="1">
              <a:spcAft>
                <a:spcPts val="0"/>
              </a:spcAft>
              <a:buClr>
                <a:schemeClr val="bg2">
                  <a:lumMod val="40000"/>
                  <a:lumOff val="60000"/>
                </a:schemeClr>
              </a:buClr>
              <a:buFont typeface="+mj-lt"/>
              <a:buAutoNum type="arabicPeriod"/>
              <a:defRPr/>
            </a:pPr>
            <a:r>
              <a:rPr lang="en-US" altLang="en-US" sz="2800" dirty="0">
                <a:solidFill>
                  <a:srgbClr val="CCFF99"/>
                </a:solidFill>
                <a:latin typeface="Bell MT" panose="02020503060305020303" pitchFamily="18" charset="0"/>
              </a:rPr>
              <a:t>The bandwidth allocated to each station needs to be, by far, larger than what is needed. This allows redundancy.</a:t>
            </a:r>
          </a:p>
          <a:p>
            <a:pPr marL="914400" lvl="1" indent="-514350" algn="just" defTabSz="457207" eaLnBrk="1" fontAlgn="auto" hangingPunct="1">
              <a:spcAft>
                <a:spcPts val="0"/>
              </a:spcAft>
              <a:buClr>
                <a:schemeClr val="bg2">
                  <a:lumMod val="40000"/>
                  <a:lumOff val="60000"/>
                </a:schemeClr>
              </a:buClr>
              <a:buFont typeface="+mj-lt"/>
              <a:buAutoNum type="arabicPeriod"/>
              <a:defRPr/>
            </a:pPr>
            <a:r>
              <a:rPr lang="en-US" altLang="en-US" sz="2800" dirty="0">
                <a:solidFill>
                  <a:srgbClr val="CCFF99"/>
                </a:solidFill>
                <a:latin typeface="Bell MT" panose="02020503060305020303" pitchFamily="18" charset="0"/>
              </a:rPr>
              <a:t>The expanding of the original bandwidth B to the bandwidth </a:t>
            </a:r>
            <a:r>
              <a:rPr lang="en-US" altLang="en-US" sz="2800" dirty="0" err="1">
                <a:solidFill>
                  <a:srgbClr val="CCFF99"/>
                </a:solidFill>
                <a:latin typeface="Bell MT" panose="02020503060305020303" pitchFamily="18" charset="0"/>
              </a:rPr>
              <a:t>B</a:t>
            </a:r>
            <a:r>
              <a:rPr lang="en-US" altLang="en-US" sz="2800" baseline="-25000" dirty="0" err="1">
                <a:solidFill>
                  <a:srgbClr val="CCFF99"/>
                </a:solidFill>
                <a:latin typeface="Bell MT" panose="02020503060305020303" pitchFamily="18" charset="0"/>
              </a:rPr>
              <a:t>ss</a:t>
            </a:r>
            <a:r>
              <a:rPr lang="en-US" altLang="en-US" sz="2800" dirty="0">
                <a:solidFill>
                  <a:srgbClr val="CCFF99"/>
                </a:solidFill>
                <a:latin typeface="Bell MT" panose="02020503060305020303" pitchFamily="18" charset="0"/>
              </a:rPr>
              <a:t> must be done by a process that is independent of the original signal. </a:t>
            </a:r>
          </a:p>
        </p:txBody>
      </p:sp>
      <p:sp>
        <p:nvSpPr>
          <p:cNvPr id="4" name="Slide Number Placeholder 3">
            <a:extLst>
              <a:ext uri="{FF2B5EF4-FFF2-40B4-BE49-F238E27FC236}">
                <a16:creationId xmlns:a16="http://schemas.microsoft.com/office/drawing/2014/main" id="{3160E9AD-7383-02B1-C1AA-8CD4BA7C107B}"/>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44</a:t>
            </a:r>
          </a:p>
        </p:txBody>
      </p:sp>
      <p:sp>
        <p:nvSpPr>
          <p:cNvPr id="54277" name="Line 2">
            <a:extLst>
              <a:ext uri="{FF2B5EF4-FFF2-40B4-BE49-F238E27FC236}">
                <a16:creationId xmlns:a16="http://schemas.microsoft.com/office/drawing/2014/main" id="{85392575-BFA3-5DFC-1780-934B5F3ED09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78" name="Line 3">
            <a:extLst>
              <a:ext uri="{FF2B5EF4-FFF2-40B4-BE49-F238E27FC236}">
                <a16:creationId xmlns:a16="http://schemas.microsoft.com/office/drawing/2014/main" id="{55732C08-5494-EA9C-CC16-3FE55C3DB0BD}"/>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4279" name="Picture 2">
            <a:extLst>
              <a:ext uri="{FF2B5EF4-FFF2-40B4-BE49-F238E27FC236}">
                <a16:creationId xmlns:a16="http://schemas.microsoft.com/office/drawing/2014/main" id="{F517A7D9-7090-4B85-F8FF-AA11D2DCDA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648200"/>
            <a:ext cx="54006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97C878F5-A44B-3CAE-EC9A-E9DC1691F399}"/>
              </a:ext>
            </a:extLst>
          </p:cNvPr>
          <p:cNvSpPr>
            <a:spLocks noGrp="1" noChangeArrowheads="1"/>
          </p:cNvSpPr>
          <p:nvPr>
            <p:ph type="title"/>
          </p:nvPr>
        </p:nvSpPr>
        <p:spPr>
          <a:xfrm>
            <a:off x="685800" y="593725"/>
            <a:ext cx="7375525" cy="647700"/>
          </a:xfrm>
        </p:spPr>
        <p:txBody>
          <a:bodyPr/>
          <a:lstStyle/>
          <a:p>
            <a:pPr algn="ctr" eaLnBrk="1" hangingPunct="1"/>
            <a:r>
              <a:rPr lang="en-US" altLang="en-US" sz="3200" b="1">
                <a:solidFill>
                  <a:srgbClr val="CCFF99"/>
                </a:solidFill>
                <a:latin typeface="Times New Roman" panose="02020603050405020304" pitchFamily="18" charset="0"/>
                <a:cs typeface="Times New Roman" panose="02020603050405020304" pitchFamily="18" charset="0"/>
              </a:rPr>
              <a:t>Frequency Hopping Spread Spectrum</a:t>
            </a:r>
          </a:p>
        </p:txBody>
      </p:sp>
      <p:sp>
        <p:nvSpPr>
          <p:cNvPr id="55299" name="Content Placeholder 4">
            <a:extLst>
              <a:ext uri="{FF2B5EF4-FFF2-40B4-BE49-F238E27FC236}">
                <a16:creationId xmlns:a16="http://schemas.microsoft.com/office/drawing/2014/main" id="{F3BE65E7-D773-CFAD-2EFD-E6DB97713BCC}"/>
              </a:ext>
            </a:extLst>
          </p:cNvPr>
          <p:cNvSpPr>
            <a:spLocks noGrp="1" noChangeArrowheads="1"/>
          </p:cNvSpPr>
          <p:nvPr>
            <p:ph idx="1"/>
          </p:nvPr>
        </p:nvSpPr>
        <p:spPr>
          <a:xfrm>
            <a:off x="250825" y="1317625"/>
            <a:ext cx="8534400" cy="3979863"/>
          </a:xfrm>
        </p:spPr>
        <p:txBody>
          <a:bodyPr/>
          <a:lstStyle/>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The frequency hopping spread spectrum (FHSS) technique uses M different carrier frequencies that are modulated by the source signal. </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At one moment, the signal modulates one carrier frequency; at the next moment, the signal modulates another carrier frequency. </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Although the modulation is done using one carrier frequency at a time, M frequencies are used in the long run. </a:t>
            </a:r>
          </a:p>
          <a:p>
            <a:pPr algn="just" eaLnBrk="1" hangingPunct="1">
              <a:buFont typeface="Wingdings" panose="05000000000000000000" pitchFamily="2" charset="2"/>
              <a:buChar char="§"/>
            </a:pPr>
            <a:r>
              <a:rPr lang="en-US" altLang="en-US" sz="3000">
                <a:solidFill>
                  <a:srgbClr val="CCFF99"/>
                </a:solidFill>
                <a:latin typeface="Bell MT" panose="02020503060305020303" pitchFamily="18" charset="0"/>
              </a:rPr>
              <a:t>The bandwidth occupied by a source after spreading is B</a:t>
            </a:r>
            <a:r>
              <a:rPr lang="en-US" altLang="en-US" sz="3000" baseline="-25000">
                <a:solidFill>
                  <a:srgbClr val="CCFF99"/>
                </a:solidFill>
                <a:latin typeface="Bell MT" panose="02020503060305020303" pitchFamily="18" charset="0"/>
              </a:rPr>
              <a:t>FHSS</a:t>
            </a:r>
            <a:r>
              <a:rPr lang="en-US" altLang="en-US" sz="3000">
                <a:solidFill>
                  <a:srgbClr val="CCFF99"/>
                </a:solidFill>
                <a:latin typeface="Bell MT" panose="02020503060305020303" pitchFamily="18" charset="0"/>
              </a:rPr>
              <a:t> &gt;&gt; B.</a:t>
            </a:r>
          </a:p>
        </p:txBody>
      </p:sp>
      <p:sp>
        <p:nvSpPr>
          <p:cNvPr id="4" name="Slide Number Placeholder 3">
            <a:extLst>
              <a:ext uri="{FF2B5EF4-FFF2-40B4-BE49-F238E27FC236}">
                <a16:creationId xmlns:a16="http://schemas.microsoft.com/office/drawing/2014/main" id="{C76BD649-128E-4418-19D9-FDEF732DF671}"/>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45</a:t>
            </a:r>
          </a:p>
        </p:txBody>
      </p:sp>
      <p:sp>
        <p:nvSpPr>
          <p:cNvPr id="55301" name="Line 2">
            <a:extLst>
              <a:ext uri="{FF2B5EF4-FFF2-40B4-BE49-F238E27FC236}">
                <a16:creationId xmlns:a16="http://schemas.microsoft.com/office/drawing/2014/main" id="{A7EB3458-E794-566A-B7FB-F3A4625D5CB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2" name="Line 3">
            <a:extLst>
              <a:ext uri="{FF2B5EF4-FFF2-40B4-BE49-F238E27FC236}">
                <a16:creationId xmlns:a16="http://schemas.microsoft.com/office/drawing/2014/main" id="{AE6C925F-AC2A-F8C3-F76D-BB96968585BB}"/>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0DC949A3-CB25-8FE7-124F-85239DD8A551}"/>
              </a:ext>
            </a:extLst>
          </p:cNvPr>
          <p:cNvSpPr>
            <a:spLocks noGrp="1" noChangeArrowheads="1"/>
          </p:cNvSpPr>
          <p:nvPr>
            <p:ph type="title"/>
          </p:nvPr>
        </p:nvSpPr>
        <p:spPr>
          <a:xfrm>
            <a:off x="609600" y="593725"/>
            <a:ext cx="7451725" cy="647700"/>
          </a:xfrm>
        </p:spPr>
        <p:txBody>
          <a:bodyPr/>
          <a:lstStyle/>
          <a:p>
            <a:pPr algn="ctr" eaLnBrk="1" hangingPunct="1"/>
            <a:r>
              <a:rPr lang="en-US" altLang="en-US" sz="3200" b="1">
                <a:solidFill>
                  <a:srgbClr val="CCFF99"/>
                </a:solidFill>
                <a:latin typeface="Times New Roman" panose="02020603050405020304" pitchFamily="18" charset="0"/>
                <a:cs typeface="Times New Roman" panose="02020603050405020304" pitchFamily="18" charset="0"/>
              </a:rPr>
              <a:t>Frequency Hopping Spread Spectrum</a:t>
            </a:r>
            <a:endParaRPr lang="en-US" altLang="en-US" sz="3200" b="1" i="1">
              <a:solidFill>
                <a:srgbClr val="CCFF99"/>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79D408C-BECA-5014-F249-674E0908F39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46</a:t>
            </a:r>
          </a:p>
        </p:txBody>
      </p:sp>
      <p:sp>
        <p:nvSpPr>
          <p:cNvPr id="56324" name="Line 2">
            <a:extLst>
              <a:ext uri="{FF2B5EF4-FFF2-40B4-BE49-F238E27FC236}">
                <a16:creationId xmlns:a16="http://schemas.microsoft.com/office/drawing/2014/main" id="{F013CA0B-2FDA-9FE3-FF2D-C91FEBF936D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5" name="Line 3">
            <a:extLst>
              <a:ext uri="{FF2B5EF4-FFF2-40B4-BE49-F238E27FC236}">
                <a16:creationId xmlns:a16="http://schemas.microsoft.com/office/drawing/2014/main" id="{49EC79B5-87B1-0C59-21E9-6704A52D2F67}"/>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6" name="Content Placeholder 4">
            <a:extLst>
              <a:ext uri="{FF2B5EF4-FFF2-40B4-BE49-F238E27FC236}">
                <a16:creationId xmlns:a16="http://schemas.microsoft.com/office/drawing/2014/main" id="{33F4A097-D58F-5828-E9BA-66FABF40B1B9}"/>
              </a:ext>
            </a:extLst>
          </p:cNvPr>
          <p:cNvSpPr>
            <a:spLocks noGrp="1" noChangeArrowheads="1"/>
          </p:cNvSpPr>
          <p:nvPr>
            <p:ph idx="1"/>
          </p:nvPr>
        </p:nvSpPr>
        <p:spPr>
          <a:xfrm>
            <a:off x="152400" y="1301750"/>
            <a:ext cx="8839200" cy="3017838"/>
          </a:xfrm>
        </p:spPr>
        <p:txBody>
          <a:bodyPr/>
          <a:lstStyle/>
          <a:p>
            <a:r>
              <a:rPr lang="en-US" altLang="en-US" sz="2400">
                <a:solidFill>
                  <a:srgbClr val="CCFF99"/>
                </a:solidFill>
                <a:latin typeface="Bell MT" panose="02020503060305020303" pitchFamily="18" charset="0"/>
              </a:rPr>
              <a:t>A pseudorandom code generator, called pseudorandom noise (PN), creates a k-bit pattern for every hopping period T</a:t>
            </a:r>
            <a:r>
              <a:rPr lang="en-US" altLang="en-US" sz="2400" baseline="-25000">
                <a:solidFill>
                  <a:srgbClr val="CCFF99"/>
                </a:solidFill>
                <a:latin typeface="Bell MT" panose="02020503060305020303" pitchFamily="18" charset="0"/>
              </a:rPr>
              <a:t>h</a:t>
            </a:r>
            <a:r>
              <a:rPr lang="en-US" altLang="en-US" sz="2400">
                <a:solidFill>
                  <a:srgbClr val="CCFF99"/>
                </a:solidFill>
                <a:latin typeface="Bell MT" panose="02020503060305020303" pitchFamily="18" charset="0"/>
              </a:rPr>
              <a:t>.</a:t>
            </a:r>
          </a:p>
          <a:p>
            <a:r>
              <a:rPr lang="en-US" altLang="en-US" sz="2400">
                <a:solidFill>
                  <a:srgbClr val="CCFF99"/>
                </a:solidFill>
                <a:latin typeface="Bell MT" panose="02020503060305020303" pitchFamily="18" charset="0"/>
              </a:rPr>
              <a:t>The frequency table uses the pattern to find the frequency to be used for this hopping period and passes it to the frequency synthesizer. </a:t>
            </a:r>
          </a:p>
        </p:txBody>
      </p:sp>
      <p:pic>
        <p:nvPicPr>
          <p:cNvPr id="56327" name="Picture 6">
            <a:extLst>
              <a:ext uri="{FF2B5EF4-FFF2-40B4-BE49-F238E27FC236}">
                <a16:creationId xmlns:a16="http://schemas.microsoft.com/office/drawing/2014/main" id="{12252D3F-C89F-0617-30CA-706A70D7B0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7700" y="3473450"/>
            <a:ext cx="44577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22B27537-A7E0-2928-AE9A-A7F9C2141848}"/>
              </a:ext>
            </a:extLst>
          </p:cNvPr>
          <p:cNvSpPr txBox="1"/>
          <p:nvPr/>
        </p:nvSpPr>
        <p:spPr>
          <a:xfrm>
            <a:off x="114300" y="3411538"/>
            <a:ext cx="4419600" cy="1938337"/>
          </a:xfrm>
          <a:prstGeom prst="rect">
            <a:avLst/>
          </a:prstGeom>
          <a:noFill/>
        </p:spPr>
        <p:txBody>
          <a:bodyPr>
            <a:spAutoFit/>
          </a:bodyPr>
          <a:lstStyle/>
          <a:p>
            <a:pPr marL="342900" indent="-342900">
              <a:spcBef>
                <a:spcPts val="1000"/>
              </a:spcBef>
              <a:buClr>
                <a:srgbClr val="8AD0D6"/>
              </a:buClr>
              <a:buSzPct val="80000"/>
              <a:buFont typeface="Wingdings 3" panose="05040102010807070707" pitchFamily="18" charset="2"/>
              <a:buChar char=""/>
              <a:defRPr/>
            </a:pPr>
            <a:r>
              <a:rPr lang="en-US" sz="2400" dirty="0">
                <a:solidFill>
                  <a:srgbClr val="CCFF99"/>
                </a:solidFill>
                <a:latin typeface="Bell MT" panose="02020503060305020303" pitchFamily="18" charset="0"/>
                <a:ea typeface="+mj-ea"/>
                <a:cs typeface="+mj-cs"/>
              </a:rPr>
              <a:t>The frequency synthesizer creates a carrier signal of that frequency, and the source signal modulates the carrier signal</a:t>
            </a:r>
            <a:endParaRPr lang="en-IN" sz="2400" dirty="0">
              <a:solidFill>
                <a:srgbClr val="CCFF99"/>
              </a:solidFill>
              <a:latin typeface="Bell MT" panose="02020503060305020303" pitchFamily="18" charset="0"/>
              <a:ea typeface="+mj-ea"/>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50576145-3DD5-3993-5405-74B9FE21EE4D}"/>
              </a:ext>
            </a:extLst>
          </p:cNvPr>
          <p:cNvSpPr>
            <a:spLocks noGrp="1" noChangeArrowheads="1"/>
          </p:cNvSpPr>
          <p:nvPr>
            <p:ph type="title"/>
          </p:nvPr>
        </p:nvSpPr>
        <p:spPr>
          <a:xfrm>
            <a:off x="609600" y="593725"/>
            <a:ext cx="7451725" cy="647700"/>
          </a:xfrm>
        </p:spPr>
        <p:txBody>
          <a:bodyPr/>
          <a:lstStyle/>
          <a:p>
            <a:pPr algn="ctr" eaLnBrk="1" hangingPunct="1"/>
            <a:r>
              <a:rPr lang="en-US" altLang="en-US" sz="3200" b="1">
                <a:solidFill>
                  <a:srgbClr val="CCFF99"/>
                </a:solidFill>
                <a:latin typeface="Times New Roman" panose="02020603050405020304" pitchFamily="18" charset="0"/>
                <a:cs typeface="Times New Roman" panose="02020603050405020304" pitchFamily="18" charset="0"/>
              </a:rPr>
              <a:t>FHSS: Frequency Table</a:t>
            </a:r>
            <a:endParaRPr lang="en-US" altLang="en-US" sz="3200" b="1" i="1">
              <a:solidFill>
                <a:srgbClr val="CCFF99"/>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2A366A3-64B5-6A7C-C6C5-3AB3CCADD8C2}"/>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47</a:t>
            </a:r>
          </a:p>
        </p:txBody>
      </p:sp>
      <p:sp>
        <p:nvSpPr>
          <p:cNvPr id="57348" name="Line 2">
            <a:extLst>
              <a:ext uri="{FF2B5EF4-FFF2-40B4-BE49-F238E27FC236}">
                <a16:creationId xmlns:a16="http://schemas.microsoft.com/office/drawing/2014/main" id="{21F8CB4D-3450-9054-1DB8-8BACCF815CC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49" name="Line 3">
            <a:extLst>
              <a:ext uri="{FF2B5EF4-FFF2-40B4-BE49-F238E27FC236}">
                <a16:creationId xmlns:a16="http://schemas.microsoft.com/office/drawing/2014/main" id="{7C2E5C2E-D0A2-0864-F0CB-F980751F542E}"/>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0" name="Content Placeholder 4">
            <a:extLst>
              <a:ext uri="{FF2B5EF4-FFF2-40B4-BE49-F238E27FC236}">
                <a16:creationId xmlns:a16="http://schemas.microsoft.com/office/drawing/2014/main" id="{9C391B68-F5EF-DC97-D98D-57F4571B3A3F}"/>
              </a:ext>
            </a:extLst>
          </p:cNvPr>
          <p:cNvSpPr>
            <a:spLocks noGrp="1" noChangeArrowheads="1"/>
          </p:cNvSpPr>
          <p:nvPr>
            <p:ph idx="1"/>
          </p:nvPr>
        </p:nvSpPr>
        <p:spPr>
          <a:xfrm>
            <a:off x="152400" y="1301750"/>
            <a:ext cx="8839200" cy="3017838"/>
          </a:xfrm>
        </p:spPr>
        <p:txBody>
          <a:bodyPr/>
          <a:lstStyle/>
          <a:p>
            <a:r>
              <a:rPr lang="en-US" altLang="en-US" sz="2400">
                <a:solidFill>
                  <a:srgbClr val="CCFF99"/>
                </a:solidFill>
                <a:latin typeface="Bell MT" panose="02020503060305020303" pitchFamily="18" charset="0"/>
              </a:rPr>
              <a:t>Depending upon the number of hopping frequencies (M), we need k-bit pattern to identify each of these frequencies</a:t>
            </a:r>
          </a:p>
          <a:p>
            <a:r>
              <a:rPr lang="en-US" altLang="en-US" sz="2400">
                <a:solidFill>
                  <a:srgbClr val="CCFF99"/>
                </a:solidFill>
                <a:latin typeface="Bell MT" panose="02020503060305020303" pitchFamily="18" charset="0"/>
              </a:rPr>
              <a:t>The pattern is pseudorandom; it is repeated after M hopping.</a:t>
            </a:r>
          </a:p>
          <a:p>
            <a:r>
              <a:rPr lang="en-US" altLang="en-US" sz="2400">
                <a:solidFill>
                  <a:srgbClr val="CCFF99"/>
                </a:solidFill>
                <a:latin typeface="Bell MT" panose="02020503060305020303" pitchFamily="18" charset="0"/>
              </a:rPr>
              <a:t>At hopping period 1, the pattern is 101. The frequency selected is 700 kHz; the source signal modulates this carrier frequency. The second k-bit pattern selected is 111, which selects the 900-kHz carrier; the eighth pattern is 100, and the frequency is 600 kHz.</a:t>
            </a:r>
          </a:p>
        </p:txBody>
      </p:sp>
      <p:sp>
        <p:nvSpPr>
          <p:cNvPr id="8" name="TextBox 7">
            <a:extLst>
              <a:ext uri="{FF2B5EF4-FFF2-40B4-BE49-F238E27FC236}">
                <a16:creationId xmlns:a16="http://schemas.microsoft.com/office/drawing/2014/main" id="{F5036FC8-BFBE-3DB9-0030-0A08C7903EBC}"/>
              </a:ext>
            </a:extLst>
          </p:cNvPr>
          <p:cNvSpPr txBox="1"/>
          <p:nvPr/>
        </p:nvSpPr>
        <p:spPr>
          <a:xfrm>
            <a:off x="166688" y="4210050"/>
            <a:ext cx="4419600" cy="1200150"/>
          </a:xfrm>
          <a:prstGeom prst="rect">
            <a:avLst/>
          </a:prstGeom>
          <a:noFill/>
        </p:spPr>
        <p:txBody>
          <a:bodyPr>
            <a:spAutoFit/>
          </a:bodyPr>
          <a:lstStyle/>
          <a:p>
            <a:pPr marL="342900" indent="-342900">
              <a:spcBef>
                <a:spcPts val="1000"/>
              </a:spcBef>
              <a:buClr>
                <a:srgbClr val="8AD0D6"/>
              </a:buClr>
              <a:buSzPct val="80000"/>
              <a:buFont typeface="Wingdings 3" panose="05040102010807070707" pitchFamily="18" charset="2"/>
              <a:buChar char=""/>
              <a:defRPr/>
            </a:pPr>
            <a:r>
              <a:rPr lang="en-US" sz="2400" dirty="0">
                <a:solidFill>
                  <a:srgbClr val="CCFF99"/>
                </a:solidFill>
                <a:latin typeface="Bell MT" panose="02020503060305020303" pitchFamily="18" charset="0"/>
                <a:ea typeface="+mj-ea"/>
                <a:cs typeface="+mj-cs"/>
              </a:rPr>
              <a:t>After eight hopping, the pattern repeats, starting from 101 again. </a:t>
            </a:r>
            <a:endParaRPr lang="en-IN" sz="2400" dirty="0">
              <a:solidFill>
                <a:srgbClr val="CCFF99"/>
              </a:solidFill>
              <a:latin typeface="Bell MT" panose="02020503060305020303" pitchFamily="18" charset="0"/>
              <a:ea typeface="+mj-ea"/>
              <a:cs typeface="+mj-cs"/>
            </a:endParaRPr>
          </a:p>
        </p:txBody>
      </p:sp>
      <p:pic>
        <p:nvPicPr>
          <p:cNvPr id="57352" name="Picture 2">
            <a:extLst>
              <a:ext uri="{FF2B5EF4-FFF2-40B4-BE49-F238E27FC236}">
                <a16:creationId xmlns:a16="http://schemas.microsoft.com/office/drawing/2014/main" id="{7A8C4452-508F-197C-94AD-54429A8330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181475"/>
            <a:ext cx="45720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9A95F1B8-C7D0-4975-BBF7-1E3FA68CE92E}"/>
              </a:ext>
            </a:extLst>
          </p:cNvPr>
          <p:cNvSpPr>
            <a:spLocks noGrp="1" noChangeArrowheads="1"/>
          </p:cNvSpPr>
          <p:nvPr>
            <p:ph type="title"/>
          </p:nvPr>
        </p:nvSpPr>
        <p:spPr>
          <a:xfrm>
            <a:off x="609600" y="593725"/>
            <a:ext cx="7451725" cy="647700"/>
          </a:xfrm>
        </p:spPr>
        <p:txBody>
          <a:bodyPr/>
          <a:lstStyle/>
          <a:p>
            <a:pPr algn="ctr" eaLnBrk="1" hangingPunct="1"/>
            <a:r>
              <a:rPr lang="en-US" altLang="en-US" sz="3200" b="1">
                <a:solidFill>
                  <a:srgbClr val="CCFF99"/>
                </a:solidFill>
                <a:latin typeface="Times New Roman" panose="02020603050405020304" pitchFamily="18" charset="0"/>
                <a:cs typeface="Times New Roman" panose="02020603050405020304" pitchFamily="18" charset="0"/>
              </a:rPr>
              <a:t>FHSS: Security and Reliability</a:t>
            </a:r>
            <a:endParaRPr lang="en-US" altLang="en-US" sz="3200" b="1" i="1">
              <a:solidFill>
                <a:srgbClr val="CCFF99"/>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837C6C-A4BF-8900-3283-96CB31E95B21}"/>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48</a:t>
            </a:r>
          </a:p>
        </p:txBody>
      </p:sp>
      <p:sp>
        <p:nvSpPr>
          <p:cNvPr id="58372" name="Line 2">
            <a:extLst>
              <a:ext uri="{FF2B5EF4-FFF2-40B4-BE49-F238E27FC236}">
                <a16:creationId xmlns:a16="http://schemas.microsoft.com/office/drawing/2014/main" id="{EA98EB62-59A8-3F61-C920-7AF11EA9353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3" name="Line 3">
            <a:extLst>
              <a:ext uri="{FF2B5EF4-FFF2-40B4-BE49-F238E27FC236}">
                <a16:creationId xmlns:a16="http://schemas.microsoft.com/office/drawing/2014/main" id="{1954E2E6-88EA-123B-8A2A-904DF1BB4B48}"/>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4" name="Content Placeholder 4">
            <a:extLst>
              <a:ext uri="{FF2B5EF4-FFF2-40B4-BE49-F238E27FC236}">
                <a16:creationId xmlns:a16="http://schemas.microsoft.com/office/drawing/2014/main" id="{3A07B71A-40AA-C651-20C5-18B53E89E2FA}"/>
              </a:ext>
            </a:extLst>
          </p:cNvPr>
          <p:cNvSpPr>
            <a:spLocks noGrp="1" noChangeArrowheads="1"/>
          </p:cNvSpPr>
          <p:nvPr>
            <p:ph idx="1"/>
          </p:nvPr>
        </p:nvSpPr>
        <p:spPr>
          <a:xfrm>
            <a:off x="152400" y="1301750"/>
            <a:ext cx="8839200" cy="3017838"/>
          </a:xfrm>
        </p:spPr>
        <p:txBody>
          <a:bodyPr/>
          <a:lstStyle/>
          <a:p>
            <a:r>
              <a:rPr lang="en-US" altLang="en-US" sz="2400">
                <a:solidFill>
                  <a:srgbClr val="CCFF99"/>
                </a:solidFill>
                <a:latin typeface="Bell MT" panose="02020503060305020303" pitchFamily="18" charset="0"/>
              </a:rPr>
              <a:t>If there are many k-bit patterns and the hopping period (dwell time) is short, a sender and receiver can have privacy. </a:t>
            </a:r>
          </a:p>
          <a:p>
            <a:r>
              <a:rPr lang="en-US" altLang="en-US" sz="2400">
                <a:solidFill>
                  <a:srgbClr val="CCFF99"/>
                </a:solidFill>
                <a:latin typeface="Bell MT" panose="02020503060305020303" pitchFamily="18" charset="0"/>
              </a:rPr>
              <a:t>If an intruder tries to intercept the transmitted signal, she can only access a small piece of data because she does not know the spreading sequence to quickly adapt herself to the next hop. </a:t>
            </a:r>
          </a:p>
          <a:p>
            <a:r>
              <a:rPr lang="en-US" altLang="en-US" sz="2400">
                <a:solidFill>
                  <a:srgbClr val="CCFF99"/>
                </a:solidFill>
                <a:latin typeface="Bell MT" panose="02020503060305020303" pitchFamily="18" charset="0"/>
              </a:rPr>
              <a:t>The scheme also has an antijamming effect. A malicious sender may be able to send noise to jam the signal for one hopping period (randomly), but not for the whole period.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F7128AF0-5B8A-7988-18D1-FF6920B01580}"/>
              </a:ext>
            </a:extLst>
          </p:cNvPr>
          <p:cNvSpPr>
            <a:spLocks noGrp="1" noChangeArrowheads="1"/>
          </p:cNvSpPr>
          <p:nvPr>
            <p:ph type="title"/>
          </p:nvPr>
        </p:nvSpPr>
        <p:spPr>
          <a:xfrm>
            <a:off x="609600" y="593725"/>
            <a:ext cx="7451725" cy="647700"/>
          </a:xfrm>
        </p:spPr>
        <p:txBody>
          <a:bodyPr/>
          <a:lstStyle/>
          <a:p>
            <a:pPr algn="ctr" eaLnBrk="1" hangingPunct="1"/>
            <a:r>
              <a:rPr lang="en-US" altLang="en-US" sz="3200" b="1">
                <a:solidFill>
                  <a:srgbClr val="CCFF99"/>
                </a:solidFill>
                <a:latin typeface="Times New Roman" panose="02020603050405020304" pitchFamily="18" charset="0"/>
                <a:cs typeface="Times New Roman" panose="02020603050405020304" pitchFamily="18" charset="0"/>
              </a:rPr>
              <a:t>FHSS: Bandwidth Sharing</a:t>
            </a:r>
            <a:endParaRPr lang="en-US" altLang="en-US" sz="3200" b="1" i="1">
              <a:solidFill>
                <a:srgbClr val="CCFF99"/>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B84E268-7936-D086-030B-B5830900BF84}"/>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49</a:t>
            </a:r>
          </a:p>
        </p:txBody>
      </p:sp>
      <p:sp>
        <p:nvSpPr>
          <p:cNvPr id="59396" name="Line 2">
            <a:extLst>
              <a:ext uri="{FF2B5EF4-FFF2-40B4-BE49-F238E27FC236}">
                <a16:creationId xmlns:a16="http://schemas.microsoft.com/office/drawing/2014/main" id="{20AD0C1F-2DE9-96B8-3F1A-E5CA5FD4A49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7" name="Line 3">
            <a:extLst>
              <a:ext uri="{FF2B5EF4-FFF2-40B4-BE49-F238E27FC236}">
                <a16:creationId xmlns:a16="http://schemas.microsoft.com/office/drawing/2014/main" id="{B0CEA9FA-F05A-7395-7A23-FCCDE66F5E31}"/>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8" name="Content Placeholder 4">
            <a:extLst>
              <a:ext uri="{FF2B5EF4-FFF2-40B4-BE49-F238E27FC236}">
                <a16:creationId xmlns:a16="http://schemas.microsoft.com/office/drawing/2014/main" id="{A398AC3A-70DC-BD1B-C121-061308E14869}"/>
              </a:ext>
            </a:extLst>
          </p:cNvPr>
          <p:cNvSpPr>
            <a:spLocks noGrp="1" noChangeArrowheads="1"/>
          </p:cNvSpPr>
          <p:nvPr>
            <p:ph idx="1"/>
          </p:nvPr>
        </p:nvSpPr>
        <p:spPr>
          <a:xfrm>
            <a:off x="152400" y="1143000"/>
            <a:ext cx="8839200" cy="3017838"/>
          </a:xfrm>
        </p:spPr>
        <p:txBody>
          <a:bodyPr/>
          <a:lstStyle/>
          <a:p>
            <a:r>
              <a:rPr lang="en-US" altLang="en-US" sz="2400">
                <a:solidFill>
                  <a:srgbClr val="CCFF99"/>
                </a:solidFill>
                <a:latin typeface="Bell MT" panose="02020503060305020303" pitchFamily="18" charset="0"/>
              </a:rPr>
              <a:t>If the number of hopping frequencies is M, we can multiplex M channels into one by using the same B</a:t>
            </a:r>
            <a:r>
              <a:rPr lang="en-US" altLang="en-US" sz="2400" baseline="-25000">
                <a:solidFill>
                  <a:srgbClr val="CCFF99"/>
                </a:solidFill>
                <a:latin typeface="Bell MT" panose="02020503060305020303" pitchFamily="18" charset="0"/>
              </a:rPr>
              <a:t>ss</a:t>
            </a:r>
            <a:r>
              <a:rPr lang="en-US" altLang="en-US" sz="2400">
                <a:solidFill>
                  <a:srgbClr val="CCFF99"/>
                </a:solidFill>
                <a:latin typeface="Bell MT" panose="02020503060305020303" pitchFamily="18" charset="0"/>
              </a:rPr>
              <a:t> bandwidth. This is possible because a station uses just one frequency in each hopping period; M − 1 other frequencies can be used by M − 1 other stations.</a:t>
            </a:r>
          </a:p>
          <a:p>
            <a:r>
              <a:rPr lang="en-US" altLang="en-US" sz="2400">
                <a:solidFill>
                  <a:srgbClr val="CCFF99"/>
                </a:solidFill>
                <a:latin typeface="Bell MT" panose="02020503060305020303" pitchFamily="18" charset="0"/>
              </a:rPr>
              <a:t>M different stations can use the same B</a:t>
            </a:r>
            <a:r>
              <a:rPr lang="en-US" altLang="en-US" sz="2400" baseline="-25000">
                <a:solidFill>
                  <a:srgbClr val="CCFF99"/>
                </a:solidFill>
                <a:latin typeface="Bell MT" panose="02020503060305020303" pitchFamily="18" charset="0"/>
              </a:rPr>
              <a:t>ss</a:t>
            </a:r>
            <a:r>
              <a:rPr lang="en-US" altLang="en-US" sz="2400">
                <a:solidFill>
                  <a:srgbClr val="CCFF99"/>
                </a:solidFill>
                <a:latin typeface="Bell MT" panose="02020503060305020303" pitchFamily="18" charset="0"/>
              </a:rPr>
              <a:t> if an appropriate modulation technique such as multiple FSK (MFSK) is used. FHSS is similar to FDM</a:t>
            </a:r>
          </a:p>
        </p:txBody>
      </p:sp>
      <p:pic>
        <p:nvPicPr>
          <p:cNvPr id="59399" name="Picture 5">
            <a:extLst>
              <a:ext uri="{FF2B5EF4-FFF2-40B4-BE49-F238E27FC236}">
                <a16:creationId xmlns:a16="http://schemas.microsoft.com/office/drawing/2014/main" id="{7B3632E4-8729-96D5-095F-CA18E9C222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11638"/>
            <a:ext cx="4038600" cy="264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0" name="Picture 8">
            <a:extLst>
              <a:ext uri="{FF2B5EF4-FFF2-40B4-BE49-F238E27FC236}">
                <a16:creationId xmlns:a16="http://schemas.microsoft.com/office/drawing/2014/main" id="{22FAADE5-9066-FB85-D2F5-9018B1DB9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8913" y="4211638"/>
            <a:ext cx="5145087" cy="264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2A3E3EB9-1B4B-2DCA-6FD9-C0C78BE5B6FE}"/>
              </a:ext>
            </a:extLst>
          </p:cNvPr>
          <p:cNvSpPr>
            <a:spLocks noGrp="1" noChangeArrowheads="1"/>
          </p:cNvSpPr>
          <p:nvPr>
            <p:ph type="title"/>
          </p:nvPr>
        </p:nvSpPr>
        <p:spPr>
          <a:xfrm>
            <a:off x="381000" y="593725"/>
            <a:ext cx="7056438"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Direct Sequence Spread Spectrum</a:t>
            </a:r>
          </a:p>
        </p:txBody>
      </p:sp>
      <p:sp>
        <p:nvSpPr>
          <p:cNvPr id="60419" name="Content Placeholder 4">
            <a:extLst>
              <a:ext uri="{FF2B5EF4-FFF2-40B4-BE49-F238E27FC236}">
                <a16:creationId xmlns:a16="http://schemas.microsoft.com/office/drawing/2014/main" id="{5EDCC931-2BFE-C77D-5B5C-4408DC56F651}"/>
              </a:ext>
            </a:extLst>
          </p:cNvPr>
          <p:cNvSpPr>
            <a:spLocks noGrp="1" noChangeArrowheads="1"/>
          </p:cNvSpPr>
          <p:nvPr>
            <p:ph idx="1"/>
          </p:nvPr>
        </p:nvSpPr>
        <p:spPr>
          <a:xfrm>
            <a:off x="250825" y="1317625"/>
            <a:ext cx="8534400" cy="2263775"/>
          </a:xfrm>
        </p:spPr>
        <p:txBody>
          <a:bodyPr/>
          <a:lstStyle/>
          <a:p>
            <a:pPr algn="just" eaLnBrk="1" hangingPunct="1">
              <a:buFont typeface="Wingdings" panose="05000000000000000000" pitchFamily="2" charset="2"/>
              <a:buChar char="§"/>
            </a:pPr>
            <a:r>
              <a:rPr lang="en-US" altLang="en-US" sz="2400">
                <a:solidFill>
                  <a:srgbClr val="CCFF99"/>
                </a:solidFill>
                <a:latin typeface="Bell MT" panose="02020503060305020303" pitchFamily="18" charset="0"/>
              </a:rPr>
              <a:t>DSSS technique also expands the bandwidth of the original signal</a:t>
            </a:r>
          </a:p>
          <a:p>
            <a:pPr algn="just" eaLnBrk="1" hangingPunct="1">
              <a:buFont typeface="Wingdings" panose="05000000000000000000" pitchFamily="2" charset="2"/>
              <a:buChar char="§"/>
            </a:pPr>
            <a:r>
              <a:rPr lang="en-US" altLang="en-US" sz="2400">
                <a:solidFill>
                  <a:srgbClr val="CCFF99"/>
                </a:solidFill>
                <a:latin typeface="Bell MT" panose="02020503060305020303" pitchFamily="18" charset="0"/>
              </a:rPr>
              <a:t>In DSSS, each data bit is replaced with n bits using a spreading code. In other words, each bit is assigned a code of n bits, called chips, where the chip rate is n times that of the data bit</a:t>
            </a:r>
          </a:p>
        </p:txBody>
      </p:sp>
      <p:sp>
        <p:nvSpPr>
          <p:cNvPr id="4" name="Slide Number Placeholder 3">
            <a:extLst>
              <a:ext uri="{FF2B5EF4-FFF2-40B4-BE49-F238E27FC236}">
                <a16:creationId xmlns:a16="http://schemas.microsoft.com/office/drawing/2014/main" id="{377AF468-8EAF-720E-2329-26878422A353}"/>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50</a:t>
            </a:r>
          </a:p>
        </p:txBody>
      </p:sp>
      <p:sp>
        <p:nvSpPr>
          <p:cNvPr id="60421" name="Line 2">
            <a:extLst>
              <a:ext uri="{FF2B5EF4-FFF2-40B4-BE49-F238E27FC236}">
                <a16:creationId xmlns:a16="http://schemas.microsoft.com/office/drawing/2014/main" id="{84F628CD-A75C-912E-6C1C-C2E05C45352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422" name="Line 3">
            <a:extLst>
              <a:ext uri="{FF2B5EF4-FFF2-40B4-BE49-F238E27FC236}">
                <a16:creationId xmlns:a16="http://schemas.microsoft.com/office/drawing/2014/main" id="{2903BB85-DE0C-9236-A4C8-6D3A9ABBD412}"/>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0423" name="Picture 2">
            <a:extLst>
              <a:ext uri="{FF2B5EF4-FFF2-40B4-BE49-F238E27FC236}">
                <a16:creationId xmlns:a16="http://schemas.microsoft.com/office/drawing/2014/main" id="{A45A2FD8-AB47-6C58-ED59-C48C03A362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619500"/>
            <a:ext cx="5029200"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DC08AC62-7C9D-9209-6CE7-FF2A3411E4F5}"/>
              </a:ext>
            </a:extLst>
          </p:cNvPr>
          <p:cNvSpPr>
            <a:spLocks noGrp="1" noChangeArrowheads="1"/>
          </p:cNvSpPr>
          <p:nvPr>
            <p:ph type="title"/>
          </p:nvPr>
        </p:nvSpPr>
        <p:spPr>
          <a:xfrm>
            <a:off x="381000" y="593725"/>
            <a:ext cx="7056438"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Direct Sequence Spread Spectrum</a:t>
            </a:r>
          </a:p>
        </p:txBody>
      </p:sp>
      <p:sp>
        <p:nvSpPr>
          <p:cNvPr id="61443" name="Content Placeholder 4">
            <a:extLst>
              <a:ext uri="{FF2B5EF4-FFF2-40B4-BE49-F238E27FC236}">
                <a16:creationId xmlns:a16="http://schemas.microsoft.com/office/drawing/2014/main" id="{B8C28290-1E37-27F2-9F60-800DA8DB9BD2}"/>
              </a:ext>
            </a:extLst>
          </p:cNvPr>
          <p:cNvSpPr>
            <a:spLocks noGrp="1" noChangeArrowheads="1"/>
          </p:cNvSpPr>
          <p:nvPr>
            <p:ph idx="1"/>
          </p:nvPr>
        </p:nvSpPr>
        <p:spPr>
          <a:xfrm>
            <a:off x="22225" y="1301750"/>
            <a:ext cx="8763000" cy="2279650"/>
          </a:xfrm>
        </p:spPr>
        <p:txBody>
          <a:bodyPr/>
          <a:lstStyle/>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Wireless LAN (802.11b) uses the famous Barker sequence, where n is 11 (1 0 1 1 0 1 1 1 0 0 0)</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If the original signal rate is N, the rate of the spread signal is 11N</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The required bandwidth for the spread signal is 11 times larger than the bandwidth of the original signal. </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It can provide privacy if the intruder does not know the code. It can also provide immunity against interference if each station uses a different code</a:t>
            </a:r>
          </a:p>
        </p:txBody>
      </p:sp>
      <p:sp>
        <p:nvSpPr>
          <p:cNvPr id="4" name="Slide Number Placeholder 3">
            <a:extLst>
              <a:ext uri="{FF2B5EF4-FFF2-40B4-BE49-F238E27FC236}">
                <a16:creationId xmlns:a16="http://schemas.microsoft.com/office/drawing/2014/main" id="{8F19051C-A489-DA06-518C-364B59F3F20C}"/>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51</a:t>
            </a:r>
          </a:p>
        </p:txBody>
      </p:sp>
      <p:sp>
        <p:nvSpPr>
          <p:cNvPr id="61445" name="Line 2">
            <a:extLst>
              <a:ext uri="{FF2B5EF4-FFF2-40B4-BE49-F238E27FC236}">
                <a16:creationId xmlns:a16="http://schemas.microsoft.com/office/drawing/2014/main" id="{C7351B01-9726-B3C0-D021-CC8FE3CA9D0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46" name="Line 3">
            <a:extLst>
              <a:ext uri="{FF2B5EF4-FFF2-40B4-BE49-F238E27FC236}">
                <a16:creationId xmlns:a16="http://schemas.microsoft.com/office/drawing/2014/main" id="{EFB2F335-44CA-BE3C-6619-A9AD36FB183D}"/>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1447" name="Picture 4">
            <a:extLst>
              <a:ext uri="{FF2B5EF4-FFF2-40B4-BE49-F238E27FC236}">
                <a16:creationId xmlns:a16="http://schemas.microsoft.com/office/drawing/2014/main" id="{CB86D8A8-075C-8ADD-F9C9-875297EF92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4600" y="4105275"/>
            <a:ext cx="701992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4362AE9C-4C52-3FEE-4AA9-1EE309DFB12B}"/>
              </a:ext>
            </a:extLst>
          </p:cNvPr>
          <p:cNvSpPr>
            <a:spLocks noGrp="1" noChangeArrowheads="1"/>
          </p:cNvSpPr>
          <p:nvPr>
            <p:ph type="title"/>
          </p:nvPr>
        </p:nvSpPr>
        <p:spPr>
          <a:xfrm>
            <a:off x="381000" y="593725"/>
            <a:ext cx="7056438"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DSSS: Bandwidth Sharing</a:t>
            </a:r>
          </a:p>
        </p:txBody>
      </p:sp>
      <p:sp>
        <p:nvSpPr>
          <p:cNvPr id="62467" name="Content Placeholder 4">
            <a:extLst>
              <a:ext uri="{FF2B5EF4-FFF2-40B4-BE49-F238E27FC236}">
                <a16:creationId xmlns:a16="http://schemas.microsoft.com/office/drawing/2014/main" id="{6FF823A4-5B38-1FCA-0145-4CF70DB31A58}"/>
              </a:ext>
            </a:extLst>
          </p:cNvPr>
          <p:cNvSpPr>
            <a:spLocks noGrp="1" noChangeArrowheads="1"/>
          </p:cNvSpPr>
          <p:nvPr>
            <p:ph idx="1"/>
          </p:nvPr>
        </p:nvSpPr>
        <p:spPr>
          <a:xfrm>
            <a:off x="22225" y="1301750"/>
            <a:ext cx="8763000" cy="2279650"/>
          </a:xfrm>
        </p:spPr>
        <p:txBody>
          <a:bodyPr/>
          <a:lstStyle/>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If we use a spreading code that spreads signals (from different stations) that cannot be combined and separated, we cannot share a bandwidth.</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All Wireless LAN stations uses the same code for spreading. Bandwidth can not be shared</a:t>
            </a:r>
          </a:p>
          <a:p>
            <a:pPr algn="just" eaLnBrk="1" hangingPunct="1">
              <a:buFont typeface="Wingdings" panose="05000000000000000000" pitchFamily="2" charset="2"/>
              <a:buChar char="§"/>
            </a:pPr>
            <a:r>
              <a:rPr lang="en-US" altLang="en-US">
                <a:solidFill>
                  <a:srgbClr val="CCFF99"/>
                </a:solidFill>
                <a:latin typeface="Bell MT" panose="02020503060305020303" pitchFamily="18" charset="0"/>
              </a:rPr>
              <a:t>In Cellular networks (using DSSS), all mobile stations are assigned unique orthogonal codes. Their transmission can be separated with unique code. Bandwidth is shared between all users.</a:t>
            </a:r>
          </a:p>
          <a:p>
            <a:pPr algn="just" eaLnBrk="1" hangingPunct="1">
              <a:buFont typeface="Wingdings" panose="05000000000000000000" pitchFamily="2" charset="2"/>
              <a:buChar char="§"/>
            </a:pPr>
            <a:endParaRPr lang="en-US" altLang="en-US">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0E639DBE-BC76-7BF9-618B-A0F18BC8E408}"/>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52</a:t>
            </a:r>
          </a:p>
        </p:txBody>
      </p:sp>
      <p:sp>
        <p:nvSpPr>
          <p:cNvPr id="62469" name="Line 2">
            <a:extLst>
              <a:ext uri="{FF2B5EF4-FFF2-40B4-BE49-F238E27FC236}">
                <a16:creationId xmlns:a16="http://schemas.microsoft.com/office/drawing/2014/main" id="{F0D44E1A-51D5-9D00-A55A-1E3A5EE3133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0" name="Line 3">
            <a:extLst>
              <a:ext uri="{FF2B5EF4-FFF2-40B4-BE49-F238E27FC236}">
                <a16:creationId xmlns:a16="http://schemas.microsoft.com/office/drawing/2014/main" id="{D7292F04-4F36-F16B-68D9-5C2DE554AB2D}"/>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367BB1B4-8005-BA2E-A84D-05F68FBF35AE}"/>
              </a:ext>
            </a:extLst>
          </p:cNvPr>
          <p:cNvSpPr>
            <a:spLocks noGrp="1" noChangeArrowheads="1"/>
          </p:cNvSpPr>
          <p:nvPr>
            <p:ph type="title"/>
          </p:nvPr>
        </p:nvSpPr>
        <p:spPr>
          <a:xfrm>
            <a:off x="381000" y="593725"/>
            <a:ext cx="7056438"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DSSS: Example</a:t>
            </a:r>
          </a:p>
        </p:txBody>
      </p:sp>
      <p:sp>
        <p:nvSpPr>
          <p:cNvPr id="40963" name="Content Placeholder 4">
            <a:extLst>
              <a:ext uri="{FF2B5EF4-FFF2-40B4-BE49-F238E27FC236}">
                <a16:creationId xmlns:a16="http://schemas.microsoft.com/office/drawing/2014/main" id="{CBAD39D6-2122-D8D9-2DD0-9CE128DCF3A4}"/>
              </a:ext>
            </a:extLst>
          </p:cNvPr>
          <p:cNvSpPr>
            <a:spLocks noGrp="1" noChangeArrowheads="1"/>
          </p:cNvSpPr>
          <p:nvPr>
            <p:ph idx="1"/>
          </p:nvPr>
        </p:nvSpPr>
        <p:spPr>
          <a:xfrm>
            <a:off x="22225" y="1301750"/>
            <a:ext cx="8763000" cy="2279650"/>
          </a:xfrm>
        </p:spPr>
        <p:txBody>
          <a:bodyPr/>
          <a:lstStyle/>
          <a:p>
            <a:pPr algn="just" eaLnBrk="1" hangingPunct="1">
              <a:buFont typeface="Wingdings" panose="05000000000000000000" pitchFamily="2" charset="2"/>
              <a:buChar char="§"/>
              <a:defRPr/>
            </a:pPr>
            <a:r>
              <a:rPr lang="en-US" altLang="en-US" dirty="0">
                <a:solidFill>
                  <a:srgbClr val="CCFF99"/>
                </a:solidFill>
                <a:latin typeface="Bell MT" panose="02020503060305020303" pitchFamily="18" charset="0"/>
              </a:rPr>
              <a:t>Assume two senders A and B using Chipping sequences (</a:t>
            </a:r>
            <a:r>
              <a:rPr lang="en-IN" dirty="0">
                <a:solidFill>
                  <a:srgbClr val="CCFF99"/>
                </a:solidFill>
                <a:latin typeface="Bell MT" panose="02020503060305020303" pitchFamily="18" charset="0"/>
              </a:rPr>
              <a:t>[+1, -1, +1, -1] and [+1, +1, -1, -1]). Note both sequences are orthogonal to each other.</a:t>
            </a:r>
          </a:p>
          <a:p>
            <a:pPr algn="just" eaLnBrk="1" hangingPunct="1">
              <a:buFont typeface="Wingdings" panose="05000000000000000000" pitchFamily="2" charset="2"/>
              <a:buChar char="§"/>
              <a:defRPr/>
            </a:pPr>
            <a:r>
              <a:rPr lang="en-IN" altLang="en-US" dirty="0">
                <a:solidFill>
                  <a:srgbClr val="CCFF99"/>
                </a:solidFill>
                <a:latin typeface="Bell MT" panose="02020503060305020303" pitchFamily="18" charset="0"/>
              </a:rPr>
              <a:t>A sends binary bit 1 and B sends bit 0</a:t>
            </a:r>
          </a:p>
          <a:p>
            <a:pPr marL="457200" indent="-457200" algn="just" eaLnBrk="1" hangingPunct="1">
              <a:buFont typeface="+mj-lt"/>
              <a:buAutoNum type="arabicPeriod"/>
              <a:defRPr/>
            </a:pPr>
            <a:r>
              <a:rPr lang="en-IN" altLang="en-US" dirty="0">
                <a:solidFill>
                  <a:srgbClr val="CCFF99"/>
                </a:solidFill>
                <a:latin typeface="Bell MT" panose="02020503060305020303" pitchFamily="18" charset="0"/>
              </a:rPr>
              <a:t>Spread the data</a:t>
            </a:r>
          </a:p>
          <a:p>
            <a:pPr lvl="1" algn="just" eaLnBrk="1" hangingPunct="1">
              <a:defRPr/>
            </a:pPr>
            <a:r>
              <a:rPr lang="en-IN" altLang="en-US" dirty="0">
                <a:solidFill>
                  <a:srgbClr val="CCFF99"/>
                </a:solidFill>
                <a:latin typeface="Bell MT" panose="02020503060305020303" pitchFamily="18" charset="0"/>
              </a:rPr>
              <a:t>A: S1=D1×C1=(1)×[+1,−1,+1,−1]=[+1,−1,+1,−1]</a:t>
            </a:r>
          </a:p>
          <a:p>
            <a:pPr lvl="1" algn="just" eaLnBrk="1" hangingPunct="1">
              <a:defRPr/>
            </a:pPr>
            <a:r>
              <a:rPr lang="en-IN" altLang="en-US" dirty="0">
                <a:solidFill>
                  <a:srgbClr val="CCFF99"/>
                </a:solidFill>
                <a:latin typeface="Bell MT" panose="02020503060305020303" pitchFamily="18" charset="0"/>
              </a:rPr>
              <a:t>B: S2=D2×C2=(-1)×[+1,+1,−1,−1]=[-1,-1,+1,+1]</a:t>
            </a:r>
            <a:endParaRPr lang="en-US" altLang="en-US" dirty="0">
              <a:solidFill>
                <a:srgbClr val="CCFF99"/>
              </a:solidFill>
              <a:latin typeface="Bell MT" panose="02020503060305020303" pitchFamily="18" charset="0"/>
            </a:endParaRPr>
          </a:p>
          <a:p>
            <a:pPr marL="457200" indent="-457200" algn="just" eaLnBrk="1" hangingPunct="1">
              <a:buFont typeface="+mj-lt"/>
              <a:buAutoNum type="arabicPeriod"/>
              <a:defRPr/>
            </a:pPr>
            <a:r>
              <a:rPr lang="en-US" altLang="en-US" dirty="0">
                <a:solidFill>
                  <a:srgbClr val="CCFF99"/>
                </a:solidFill>
                <a:latin typeface="Bell MT" panose="02020503060305020303" pitchFamily="18" charset="0"/>
              </a:rPr>
              <a:t>Transmit combined signal</a:t>
            </a:r>
          </a:p>
          <a:p>
            <a:pPr lvl="1" algn="just" eaLnBrk="1" hangingPunct="1">
              <a:defRPr/>
            </a:pPr>
            <a:r>
              <a:rPr lang="en-US" altLang="en-US" dirty="0">
                <a:solidFill>
                  <a:srgbClr val="CCFF99"/>
                </a:solidFill>
                <a:latin typeface="Bell MT" panose="02020503060305020303" pitchFamily="18" charset="0"/>
              </a:rPr>
              <a:t>S=S1+S2=[+1,−1,+1,−1]+[</a:t>
            </a:r>
            <a:r>
              <a:rPr lang="en-IN" altLang="en-US" dirty="0">
                <a:solidFill>
                  <a:srgbClr val="CCFF99"/>
                </a:solidFill>
                <a:latin typeface="Bell MT" panose="02020503060305020303" pitchFamily="18" charset="0"/>
              </a:rPr>
              <a:t>-1,-1,+1,+1</a:t>
            </a:r>
            <a:r>
              <a:rPr lang="en-US" altLang="en-US" dirty="0">
                <a:solidFill>
                  <a:srgbClr val="CCFF99"/>
                </a:solidFill>
                <a:latin typeface="Bell MT" panose="02020503060305020303" pitchFamily="18" charset="0"/>
              </a:rPr>
              <a:t>]=[0,−2,+2,0]</a:t>
            </a:r>
          </a:p>
          <a:p>
            <a:pPr marL="457200" indent="-457200" algn="just" eaLnBrk="1" hangingPunct="1">
              <a:buFont typeface="+mj-lt"/>
              <a:buAutoNum type="arabicPeriod"/>
              <a:defRPr/>
            </a:pPr>
            <a:r>
              <a:rPr lang="en-US" altLang="en-US" dirty="0" err="1">
                <a:solidFill>
                  <a:srgbClr val="CCFF99"/>
                </a:solidFill>
                <a:latin typeface="Bell MT" panose="02020503060305020303" pitchFamily="18" charset="0"/>
              </a:rPr>
              <a:t>Despread</a:t>
            </a:r>
            <a:r>
              <a:rPr lang="en-US" altLang="en-US" dirty="0">
                <a:solidFill>
                  <a:srgbClr val="CCFF99"/>
                </a:solidFill>
                <a:latin typeface="Bell MT" panose="02020503060305020303" pitchFamily="18" charset="0"/>
              </a:rPr>
              <a:t> on receiver</a:t>
            </a:r>
          </a:p>
          <a:p>
            <a:pPr lvl="1" algn="just" eaLnBrk="1" hangingPunct="1">
              <a:defRPr/>
            </a:pPr>
            <a:r>
              <a:rPr lang="en-US" altLang="en-US" dirty="0">
                <a:solidFill>
                  <a:srgbClr val="CCFF99"/>
                </a:solidFill>
                <a:latin typeface="Bell MT" panose="02020503060305020303" pitchFamily="18" charset="0"/>
              </a:rPr>
              <a:t>R</a:t>
            </a:r>
            <a:r>
              <a:rPr lang="en-US" altLang="en-US" baseline="-25000" dirty="0">
                <a:solidFill>
                  <a:srgbClr val="CCFF99"/>
                </a:solidFill>
                <a:latin typeface="Bell MT" panose="02020503060305020303" pitchFamily="18" charset="0"/>
              </a:rPr>
              <a:t>A</a:t>
            </a:r>
            <a:r>
              <a:rPr lang="en-US" altLang="en-US" dirty="0">
                <a:solidFill>
                  <a:srgbClr val="CCFF99"/>
                </a:solidFill>
                <a:latin typeface="Bell MT" panose="02020503060305020303" pitchFamily="18" charset="0"/>
              </a:rPr>
              <a:t> : R</a:t>
            </a:r>
            <a:r>
              <a:rPr lang="en-US" altLang="en-US" baseline="-25000" dirty="0">
                <a:solidFill>
                  <a:srgbClr val="CCFF99"/>
                </a:solidFill>
                <a:latin typeface="Bell MT" panose="02020503060305020303" pitchFamily="18" charset="0"/>
              </a:rPr>
              <a:t>A</a:t>
            </a:r>
            <a:r>
              <a:rPr lang="en-US" altLang="en-US" dirty="0">
                <a:solidFill>
                  <a:srgbClr val="CCFF99"/>
                </a:solidFill>
                <a:latin typeface="Bell MT" panose="02020503060305020303" pitchFamily="18" charset="0"/>
              </a:rPr>
              <a:t> =  S⋅C1=[0,−2,+2,0]⋅[+1,−1,+1,−1] = 0+2+2+0 = 4 / 4 = +1 (Means 1 was sent)</a:t>
            </a:r>
          </a:p>
          <a:p>
            <a:pPr lvl="1" algn="just" eaLnBrk="1" hangingPunct="1">
              <a:defRPr/>
            </a:pPr>
            <a:r>
              <a:rPr lang="en-US" altLang="en-US" dirty="0">
                <a:solidFill>
                  <a:srgbClr val="CCFF99"/>
                </a:solidFill>
                <a:latin typeface="Bell MT" panose="02020503060305020303" pitchFamily="18" charset="0"/>
              </a:rPr>
              <a:t>R</a:t>
            </a:r>
            <a:r>
              <a:rPr lang="en-US" altLang="en-US" baseline="-25000" dirty="0">
                <a:solidFill>
                  <a:srgbClr val="CCFF99"/>
                </a:solidFill>
                <a:latin typeface="Bell MT" panose="02020503060305020303" pitchFamily="18" charset="0"/>
              </a:rPr>
              <a:t>B</a:t>
            </a:r>
            <a:r>
              <a:rPr lang="en-US" altLang="en-US" dirty="0">
                <a:solidFill>
                  <a:srgbClr val="CCFF99"/>
                </a:solidFill>
                <a:latin typeface="Bell MT" panose="02020503060305020303" pitchFamily="18" charset="0"/>
              </a:rPr>
              <a:t> : R</a:t>
            </a:r>
            <a:r>
              <a:rPr lang="en-US" altLang="en-US" baseline="-25000" dirty="0">
                <a:solidFill>
                  <a:srgbClr val="CCFF99"/>
                </a:solidFill>
                <a:latin typeface="Bell MT" panose="02020503060305020303" pitchFamily="18" charset="0"/>
              </a:rPr>
              <a:t>B</a:t>
            </a:r>
            <a:r>
              <a:rPr lang="en-US" altLang="en-US" dirty="0">
                <a:solidFill>
                  <a:srgbClr val="CCFF99"/>
                </a:solidFill>
                <a:latin typeface="Bell MT" panose="02020503060305020303" pitchFamily="18" charset="0"/>
              </a:rPr>
              <a:t> =  S⋅C2=[0,−2,+2,0]⋅</a:t>
            </a:r>
            <a:r>
              <a:rPr lang="en-IN" dirty="0">
                <a:solidFill>
                  <a:srgbClr val="CCFF99"/>
                </a:solidFill>
                <a:latin typeface="Bell MT" panose="02020503060305020303" pitchFamily="18" charset="0"/>
              </a:rPr>
              <a:t>[+1, +1, -1, -1]</a:t>
            </a:r>
            <a:r>
              <a:rPr lang="en-US" altLang="en-US" dirty="0">
                <a:solidFill>
                  <a:srgbClr val="CCFF99"/>
                </a:solidFill>
                <a:latin typeface="Bell MT" panose="02020503060305020303" pitchFamily="18" charset="0"/>
              </a:rPr>
              <a:t> = 0-2-2+0 = -4 / 4 = -1 (Means 0 was sent)</a:t>
            </a:r>
          </a:p>
          <a:p>
            <a:pPr lvl="1" algn="just" eaLnBrk="1" hangingPunct="1">
              <a:defRPr/>
            </a:pPr>
            <a:endParaRPr lang="en-US" altLang="en-US" dirty="0">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1A90F244-7221-A876-AAB5-515584FEDC11}"/>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53</a:t>
            </a:r>
          </a:p>
        </p:txBody>
      </p:sp>
      <p:sp>
        <p:nvSpPr>
          <p:cNvPr id="63493" name="Line 2">
            <a:extLst>
              <a:ext uri="{FF2B5EF4-FFF2-40B4-BE49-F238E27FC236}">
                <a16:creationId xmlns:a16="http://schemas.microsoft.com/office/drawing/2014/main" id="{BF56CFCC-E0A6-045F-379D-0F21675A850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4" name="Line 3">
            <a:extLst>
              <a:ext uri="{FF2B5EF4-FFF2-40B4-BE49-F238E27FC236}">
                <a16:creationId xmlns:a16="http://schemas.microsoft.com/office/drawing/2014/main" id="{71EFFB93-9646-C0E1-310A-2289F8B566ED}"/>
              </a:ext>
            </a:extLst>
          </p:cNvPr>
          <p:cNvSpPr>
            <a:spLocks noChangeShapeType="1"/>
          </p:cNvSpPr>
          <p:nvPr/>
        </p:nvSpPr>
        <p:spPr bwMode="auto">
          <a:xfrm>
            <a:off x="152400" y="1219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63">
                                            <p:txEl>
                                              <p:pRg st="6" end="6"/>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096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96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EB64A729-7F5A-822F-BD7A-93779A53BC0E}"/>
              </a:ext>
            </a:extLst>
          </p:cNvPr>
          <p:cNvSpPr>
            <a:spLocks noGrp="1" noChangeArrowheads="1"/>
          </p:cNvSpPr>
          <p:nvPr>
            <p:ph type="title"/>
          </p:nvPr>
        </p:nvSpPr>
        <p:spPr>
          <a:xfrm>
            <a:off x="874713" y="3562350"/>
            <a:ext cx="7056437" cy="647700"/>
          </a:xfrm>
        </p:spPr>
        <p:txBody>
          <a:bodyPr/>
          <a:lstStyle/>
          <a:p>
            <a:pPr algn="ctr" eaLnBrk="1" hangingPunct="1"/>
            <a:r>
              <a:rPr lang="en-US" altLang="en-US" sz="3500" b="1">
                <a:solidFill>
                  <a:srgbClr val="CCFF99"/>
                </a:solidFill>
                <a:latin typeface="Times New Roman" panose="02020603050405020304" pitchFamily="18" charset="0"/>
                <a:cs typeface="Times New Roman" panose="02020603050405020304" pitchFamily="18" charset="0"/>
              </a:rPr>
              <a:t>Questions ?</a:t>
            </a:r>
          </a:p>
        </p:txBody>
      </p:sp>
      <p:sp>
        <p:nvSpPr>
          <p:cNvPr id="64515" name="Content Placeholder 4">
            <a:extLst>
              <a:ext uri="{FF2B5EF4-FFF2-40B4-BE49-F238E27FC236}">
                <a16:creationId xmlns:a16="http://schemas.microsoft.com/office/drawing/2014/main" id="{6BBE20BD-BB38-944C-86C0-425016B52468}"/>
              </a:ext>
            </a:extLst>
          </p:cNvPr>
          <p:cNvSpPr>
            <a:spLocks noGrp="1" noChangeArrowheads="1"/>
          </p:cNvSpPr>
          <p:nvPr>
            <p:ph idx="1"/>
          </p:nvPr>
        </p:nvSpPr>
        <p:spPr>
          <a:xfrm>
            <a:off x="22225" y="1301750"/>
            <a:ext cx="8763000" cy="2279650"/>
          </a:xfrm>
        </p:spPr>
        <p:txBody>
          <a:bodyPr/>
          <a:lstStyle/>
          <a:p>
            <a:pPr lvl="1" algn="just" eaLnBrk="1" hangingPunct="1"/>
            <a:endParaRPr lang="en-US" altLang="en-US">
              <a:solidFill>
                <a:srgbClr val="CCFF99"/>
              </a:solidFill>
              <a:latin typeface="Bell MT" panose="02020503060305020303" pitchFamily="18" charset="0"/>
            </a:endParaRPr>
          </a:p>
        </p:txBody>
      </p:sp>
      <p:sp>
        <p:nvSpPr>
          <p:cNvPr id="4" name="Slide Number Placeholder 3">
            <a:extLst>
              <a:ext uri="{FF2B5EF4-FFF2-40B4-BE49-F238E27FC236}">
                <a16:creationId xmlns:a16="http://schemas.microsoft.com/office/drawing/2014/main" id="{22BD7E50-9CE4-4DC7-D527-7D70E5070A36}"/>
              </a:ext>
            </a:extLst>
          </p:cNvPr>
          <p:cNvSpPr>
            <a:spLocks noGrp="1"/>
          </p:cNvSpPr>
          <p:nvPr>
            <p:ph type="sldNum" sz="quarter" idx="12"/>
          </p:nvPr>
        </p:nvSpPr>
        <p:spPr>
          <a:xfrm>
            <a:off x="7766050" y="295275"/>
            <a:ext cx="996950" cy="768350"/>
          </a:xfrm>
        </p:spPr>
        <p:txBody>
          <a:bodyPr/>
          <a:lstStyle/>
          <a:p>
            <a:pPr algn="l">
              <a:defRPr/>
            </a:pPr>
            <a:r>
              <a:rPr lang="en-US" dirty="0">
                <a:solidFill>
                  <a:schemeClr val="accent1">
                    <a:lumMod val="40000"/>
                    <a:lumOff val="60000"/>
                  </a:schemeClr>
                </a:solidFill>
              </a:rPr>
              <a:t> </a:t>
            </a:r>
            <a:r>
              <a:rPr lang="en-US" b="1" dirty="0">
                <a:solidFill>
                  <a:srgbClr val="CCFF99"/>
                </a:solidFill>
              </a:rPr>
              <a:t>54</a:t>
            </a:r>
          </a:p>
        </p:txBody>
      </p:sp>
      <p:sp>
        <p:nvSpPr>
          <p:cNvPr id="64517" name="Line 2">
            <a:extLst>
              <a:ext uri="{FF2B5EF4-FFF2-40B4-BE49-F238E27FC236}">
                <a16:creationId xmlns:a16="http://schemas.microsoft.com/office/drawing/2014/main" id="{5D726EDB-DB89-13CE-D370-545331B5944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18" name="Line 3">
            <a:extLst>
              <a:ext uri="{FF2B5EF4-FFF2-40B4-BE49-F238E27FC236}">
                <a16:creationId xmlns:a16="http://schemas.microsoft.com/office/drawing/2014/main" id="{CE95D5BE-6F0C-0A06-31EC-3D0826AEFD52}"/>
              </a:ext>
            </a:extLst>
          </p:cNvPr>
          <p:cNvSpPr>
            <a:spLocks noChangeShapeType="1"/>
          </p:cNvSpPr>
          <p:nvPr/>
        </p:nvSpPr>
        <p:spPr bwMode="auto">
          <a:xfrm>
            <a:off x="190500" y="1600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Title 1">
            <a:extLst>
              <a:ext uri="{FF2B5EF4-FFF2-40B4-BE49-F238E27FC236}">
                <a16:creationId xmlns:a16="http://schemas.microsoft.com/office/drawing/2014/main" id="{8A3D2AB9-A6F7-63D2-E70A-C68439E67D4E}"/>
              </a:ext>
            </a:extLst>
          </p:cNvPr>
          <p:cNvSpPr txBox="1">
            <a:spLocks noChangeArrowheads="1"/>
          </p:cNvSpPr>
          <p:nvPr/>
        </p:nvSpPr>
        <p:spPr bwMode="auto">
          <a:xfrm>
            <a:off x="912813" y="3562350"/>
            <a:ext cx="70564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defTabSz="457200" eaLnBrk="0" fontAlgn="base" hangingPunct="0">
              <a:spcBef>
                <a:spcPts val="1000"/>
              </a:spcBef>
              <a:spcAft>
                <a:spcPct val="0"/>
              </a:spcAft>
              <a:buClr>
                <a:srgbClr val="8AD0D6"/>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lgn="ctr" eaLnBrk="1" hangingPunct="1">
              <a:spcBef>
                <a:spcPct val="0"/>
              </a:spcBef>
              <a:buClrTx/>
              <a:buSzTx/>
              <a:buFontTx/>
              <a:buNone/>
            </a:pPr>
            <a:r>
              <a:rPr lang="en-US" altLang="en-US" sz="3500" b="1">
                <a:solidFill>
                  <a:srgbClr val="CCFF99"/>
                </a:solidFill>
                <a:latin typeface="Times New Roman" panose="02020603050405020304" pitchFamily="18" charset="0"/>
                <a:cs typeface="Times New Roman" panose="02020603050405020304" pitchFamily="18" charset="0"/>
              </a:rPr>
              <a:t>Thanks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0962"/>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P spid="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7286</TotalTime>
  <Words>3603</Words>
  <Application>Microsoft Office PowerPoint</Application>
  <PresentationFormat>On-screen Show (4:3)</PresentationFormat>
  <Paragraphs>295</Paragraphs>
  <Slides>56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56</vt:i4>
      </vt:variant>
    </vt:vector>
  </HeadingPairs>
  <TitlesOfParts>
    <vt:vector size="67" baseType="lpstr">
      <vt:lpstr>Century Gothic</vt:lpstr>
      <vt:lpstr>Arial</vt:lpstr>
      <vt:lpstr>Wingdings 3</vt:lpstr>
      <vt:lpstr>Times New Roman</vt:lpstr>
      <vt:lpstr>McGrawHill-Italic</vt:lpstr>
      <vt:lpstr>Bell MT</vt:lpstr>
      <vt:lpstr>Wingdings</vt:lpstr>
      <vt:lpstr>Garamond</vt:lpstr>
      <vt:lpstr>Aparajita</vt:lpstr>
      <vt:lpstr>Times-Roman</vt:lpstr>
      <vt:lpstr>Ion</vt:lpstr>
      <vt:lpstr>Chapter 6  Bandwidth Utilization: Multiplexing and Spreading </vt:lpstr>
      <vt:lpstr>Multiplexing &amp; Spreading</vt:lpstr>
      <vt:lpstr>Multiplexing</vt:lpstr>
      <vt:lpstr>Multiplexing(cntd..)</vt:lpstr>
      <vt:lpstr>Categories of Multiplexing </vt:lpstr>
      <vt:lpstr>Frequency Division Multiplexing</vt:lpstr>
      <vt:lpstr>Multiplexing Process</vt:lpstr>
      <vt:lpstr>Demultiplexing Process</vt:lpstr>
      <vt:lpstr>Example : 1</vt:lpstr>
      <vt:lpstr>Solution: 1</vt:lpstr>
      <vt:lpstr>Example : 2</vt:lpstr>
      <vt:lpstr>PowerPoint Presentation</vt:lpstr>
      <vt:lpstr>Applications (cntd..)</vt:lpstr>
      <vt:lpstr>Example 3</vt:lpstr>
      <vt:lpstr>Wavelength Division Multiplexing</vt:lpstr>
      <vt:lpstr>Wavelength Division Multiplexing</vt:lpstr>
      <vt:lpstr>Time Division Multiplexing</vt:lpstr>
      <vt:lpstr>Time Division Multiplexing(cntd..)</vt:lpstr>
      <vt:lpstr>Synchronous TDM</vt:lpstr>
      <vt:lpstr>Example</vt:lpstr>
      <vt:lpstr>Synchronous TDM</vt:lpstr>
      <vt:lpstr>Example</vt:lpstr>
      <vt:lpstr>TDM, Multiplexing </vt:lpstr>
      <vt:lpstr>TDM, Demultiplexing </vt:lpstr>
      <vt:lpstr>Interleaving</vt:lpstr>
      <vt:lpstr>Example</vt:lpstr>
      <vt:lpstr>Empty Slots</vt:lpstr>
      <vt:lpstr>Data Rate Management</vt:lpstr>
      <vt:lpstr>Multilevel Multiplexing</vt:lpstr>
      <vt:lpstr>Multiple-slot Multiplexing</vt:lpstr>
      <vt:lpstr>Pulse Stuffing</vt:lpstr>
      <vt:lpstr>Frame Synchronization</vt:lpstr>
      <vt:lpstr>Frame Synchronization</vt:lpstr>
      <vt:lpstr>Example</vt:lpstr>
      <vt:lpstr>Example</vt:lpstr>
      <vt:lpstr>Digital Signal Service</vt:lpstr>
      <vt:lpstr>Digital Signal Service</vt:lpstr>
      <vt:lpstr>T Lines</vt:lpstr>
      <vt:lpstr>T Lines for Analog Transmission</vt:lpstr>
      <vt:lpstr>T-1 Frame</vt:lpstr>
      <vt:lpstr>Synchronous TDM vs Statistical TDM</vt:lpstr>
      <vt:lpstr>Example TDM</vt:lpstr>
      <vt:lpstr>Solution</vt:lpstr>
      <vt:lpstr>Spread Spectrum</vt:lpstr>
      <vt:lpstr>Spread Spectrum</vt:lpstr>
      <vt:lpstr>Spread Spectrum</vt:lpstr>
      <vt:lpstr>Frequency Hopping Spread Spectrum</vt:lpstr>
      <vt:lpstr>Frequency Hopping Spread Spectrum</vt:lpstr>
      <vt:lpstr>FHSS: Frequency Table</vt:lpstr>
      <vt:lpstr>FHSS: Security and Reliability</vt:lpstr>
      <vt:lpstr>FHSS: Bandwidth Sharing</vt:lpstr>
      <vt:lpstr>Direct Sequence Spread Spectrum</vt:lpstr>
      <vt:lpstr>Direct Sequence Spread Spectrum</vt:lpstr>
      <vt:lpstr>DSSS: Bandwidth Sharing</vt:lpstr>
      <vt:lpstr>DSSS: Example</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Deep Joshi</cp:lastModifiedBy>
  <cp:revision>412</cp:revision>
  <dcterms:created xsi:type="dcterms:W3CDTF">2000-01-15T04:50:39Z</dcterms:created>
  <dcterms:modified xsi:type="dcterms:W3CDTF">2026-08-10T04:43:10Z</dcterms:modified>
</cp:coreProperties>
</file>