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6" r:id="rId1"/>
  </p:sldMasterIdLst>
  <p:notesMasterIdLst>
    <p:notesMasterId r:id="rId63"/>
  </p:notesMasterIdLst>
  <p:handoutMasterIdLst>
    <p:handoutMasterId r:id="rId64"/>
  </p:handoutMasterIdLst>
  <p:sldIdLst>
    <p:sldId id="840" r:id="rId2"/>
    <p:sldId id="775" r:id="rId3"/>
    <p:sldId id="535" r:id="rId4"/>
    <p:sldId id="776" r:id="rId5"/>
    <p:sldId id="1060" r:id="rId6"/>
    <p:sldId id="959" r:id="rId7"/>
    <p:sldId id="1061" r:id="rId8"/>
    <p:sldId id="1062" r:id="rId9"/>
    <p:sldId id="1063" r:id="rId10"/>
    <p:sldId id="1044" r:id="rId11"/>
    <p:sldId id="1064" r:id="rId12"/>
    <p:sldId id="960" r:id="rId13"/>
    <p:sldId id="984" r:id="rId14"/>
    <p:sldId id="985" r:id="rId15"/>
    <p:sldId id="961" r:id="rId16"/>
    <p:sldId id="986" r:id="rId17"/>
    <p:sldId id="987" r:id="rId18"/>
    <p:sldId id="988" r:id="rId19"/>
    <p:sldId id="989" r:id="rId20"/>
    <p:sldId id="975" r:id="rId21"/>
    <p:sldId id="878" r:id="rId22"/>
    <p:sldId id="990" r:id="rId23"/>
    <p:sldId id="761" r:id="rId24"/>
    <p:sldId id="842" r:id="rId25"/>
    <p:sldId id="843" r:id="rId26"/>
    <p:sldId id="803" r:id="rId27"/>
    <p:sldId id="762" r:id="rId28"/>
    <p:sldId id="1045" r:id="rId29"/>
    <p:sldId id="1065" r:id="rId30"/>
    <p:sldId id="976" r:id="rId31"/>
    <p:sldId id="879" r:id="rId32"/>
    <p:sldId id="880" r:id="rId33"/>
    <p:sldId id="881" r:id="rId34"/>
    <p:sldId id="1066" r:id="rId35"/>
    <p:sldId id="1046" r:id="rId36"/>
    <p:sldId id="1067" r:id="rId37"/>
    <p:sldId id="1047" r:id="rId38"/>
    <p:sldId id="1068" r:id="rId39"/>
    <p:sldId id="1080" r:id="rId40"/>
    <p:sldId id="1048" r:id="rId41"/>
    <p:sldId id="1084" r:id="rId42"/>
    <p:sldId id="1085" r:id="rId43"/>
    <p:sldId id="1081" r:id="rId44"/>
    <p:sldId id="1083" r:id="rId45"/>
    <p:sldId id="977" r:id="rId46"/>
    <p:sldId id="1069" r:id="rId47"/>
    <p:sldId id="1070" r:id="rId48"/>
    <p:sldId id="1053" r:id="rId49"/>
    <p:sldId id="882" r:id="rId50"/>
    <p:sldId id="993" r:id="rId51"/>
    <p:sldId id="994" r:id="rId52"/>
    <p:sldId id="978" r:id="rId53"/>
    <p:sldId id="1054" r:id="rId54"/>
    <p:sldId id="1074" r:id="rId55"/>
    <p:sldId id="1055" r:id="rId56"/>
    <p:sldId id="1075" r:id="rId57"/>
    <p:sldId id="1076" r:id="rId58"/>
    <p:sldId id="1056" r:id="rId59"/>
    <p:sldId id="1078" r:id="rId60"/>
    <p:sldId id="1079" r:id="rId61"/>
    <p:sldId id="1057" r:id="rId62"/>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5pPr>
    <a:lvl6pPr marL="2286000" algn="l" defTabSz="914400" rtl="0" eaLnBrk="1" latinLnBrk="0" hangingPunct="1">
      <a:defRPr kern="1200">
        <a:solidFill>
          <a:schemeClr val="tx1"/>
        </a:solidFill>
        <a:latin typeface="Trebuchet MS" panose="020B0603020202020204" pitchFamily="34" charset="0"/>
        <a:ea typeface="+mn-ea"/>
        <a:cs typeface="+mn-cs"/>
      </a:defRPr>
    </a:lvl6pPr>
    <a:lvl7pPr marL="2743200" algn="l" defTabSz="914400" rtl="0" eaLnBrk="1" latinLnBrk="0" hangingPunct="1">
      <a:defRPr kern="1200">
        <a:solidFill>
          <a:schemeClr val="tx1"/>
        </a:solidFill>
        <a:latin typeface="Trebuchet MS" panose="020B0603020202020204" pitchFamily="34" charset="0"/>
        <a:ea typeface="+mn-ea"/>
        <a:cs typeface="+mn-cs"/>
      </a:defRPr>
    </a:lvl7pPr>
    <a:lvl8pPr marL="3200400" algn="l" defTabSz="914400" rtl="0" eaLnBrk="1" latinLnBrk="0" hangingPunct="1">
      <a:defRPr kern="1200">
        <a:solidFill>
          <a:schemeClr val="tx1"/>
        </a:solidFill>
        <a:latin typeface="Trebuchet MS" panose="020B0603020202020204" pitchFamily="34" charset="0"/>
        <a:ea typeface="+mn-ea"/>
        <a:cs typeface="+mn-cs"/>
      </a:defRPr>
    </a:lvl8pPr>
    <a:lvl9pPr marL="3657600" algn="l" defTabSz="914400" rtl="0" eaLnBrk="1" latinLnBrk="0" hangingPunct="1">
      <a:defRPr kern="1200">
        <a:solidFill>
          <a:schemeClr val="tx1"/>
        </a:solidFill>
        <a:latin typeface="Trebuchet MS" panose="020B0603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970" autoAdjust="0"/>
    <p:restoredTop sz="94624" autoAdjust="0"/>
  </p:normalViewPr>
  <p:slideViewPr>
    <p:cSldViewPr>
      <p:cViewPr varScale="1">
        <p:scale>
          <a:sx n="80" d="100"/>
          <a:sy n="80" d="100"/>
        </p:scale>
        <p:origin x="63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0098" name="Rectangle 2">
            <a:extLst>
              <a:ext uri="{FF2B5EF4-FFF2-40B4-BE49-F238E27FC236}">
                <a16:creationId xmlns:a16="http://schemas.microsoft.com/office/drawing/2014/main" id="{5BAAA42B-FAE1-53D7-094B-8836CD4CF948}"/>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b="0" i="0">
                <a:latin typeface="Times New Roman" pitchFamily="18" charset="0"/>
              </a:defRPr>
            </a:lvl1pPr>
          </a:lstStyle>
          <a:p>
            <a:pPr>
              <a:defRPr/>
            </a:pPr>
            <a:endParaRPr lang="en-US"/>
          </a:p>
        </p:txBody>
      </p:sp>
      <p:sp>
        <p:nvSpPr>
          <p:cNvPr id="900099" name="Rectangle 3">
            <a:extLst>
              <a:ext uri="{FF2B5EF4-FFF2-40B4-BE49-F238E27FC236}">
                <a16:creationId xmlns:a16="http://schemas.microsoft.com/office/drawing/2014/main" id="{FE92A182-E687-5EAC-754A-3DD0EFA46ECE}"/>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b="0" i="0">
                <a:latin typeface="Times New Roman" pitchFamily="18" charset="0"/>
              </a:defRPr>
            </a:lvl1pPr>
          </a:lstStyle>
          <a:p>
            <a:pPr>
              <a:defRPr/>
            </a:pPr>
            <a:endParaRPr lang="en-US"/>
          </a:p>
        </p:txBody>
      </p:sp>
      <p:sp>
        <p:nvSpPr>
          <p:cNvPr id="900100" name="Rectangle 4">
            <a:extLst>
              <a:ext uri="{FF2B5EF4-FFF2-40B4-BE49-F238E27FC236}">
                <a16:creationId xmlns:a16="http://schemas.microsoft.com/office/drawing/2014/main" id="{73FBD37A-CCD1-BE4D-956F-23C04368ED03}"/>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b="0" i="0">
                <a:latin typeface="Times New Roman" panose="02020603050405020304" pitchFamily="18" charset="0"/>
              </a:defRPr>
            </a:lvl1pPr>
          </a:lstStyle>
          <a:p>
            <a:pPr>
              <a:defRPr/>
            </a:pPr>
            <a:r>
              <a:rPr lang="en-US"/>
              <a:t>10.#</a:t>
            </a:r>
          </a:p>
        </p:txBody>
      </p:sp>
      <p:sp>
        <p:nvSpPr>
          <p:cNvPr id="900101" name="Rectangle 5">
            <a:extLst>
              <a:ext uri="{FF2B5EF4-FFF2-40B4-BE49-F238E27FC236}">
                <a16:creationId xmlns:a16="http://schemas.microsoft.com/office/drawing/2014/main" id="{80CD370C-0463-1352-1675-68CBC07161B3}"/>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b="0" i="0">
                <a:latin typeface="Times New Roman" panose="02020603050405020304" pitchFamily="18" charset="0"/>
              </a:defRPr>
            </a:lvl1pPr>
          </a:lstStyle>
          <a:p>
            <a:pPr>
              <a:defRPr/>
            </a:pPr>
            <a:fld id="{6A146C98-5A0C-4727-B72C-3FC8D3502B0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8594" name="Rectangle 2">
            <a:extLst>
              <a:ext uri="{FF2B5EF4-FFF2-40B4-BE49-F238E27FC236}">
                <a16:creationId xmlns:a16="http://schemas.microsoft.com/office/drawing/2014/main" id="{7FF34E4F-05CB-19BE-CF59-837A679B1A8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b="0" i="0">
                <a:latin typeface="Times New Roman" pitchFamily="18" charset="0"/>
              </a:defRPr>
            </a:lvl1pPr>
          </a:lstStyle>
          <a:p>
            <a:pPr>
              <a:defRPr/>
            </a:pPr>
            <a:endParaRPr lang="en-US"/>
          </a:p>
        </p:txBody>
      </p:sp>
      <p:sp>
        <p:nvSpPr>
          <p:cNvPr id="878595" name="Rectangle 3">
            <a:extLst>
              <a:ext uri="{FF2B5EF4-FFF2-40B4-BE49-F238E27FC236}">
                <a16:creationId xmlns:a16="http://schemas.microsoft.com/office/drawing/2014/main" id="{AC573929-349E-671D-FC13-142931985C42}"/>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b="0" i="0">
                <a:latin typeface="Times New Roman" pitchFamily="18" charset="0"/>
              </a:defRPr>
            </a:lvl1pPr>
          </a:lstStyle>
          <a:p>
            <a:pPr>
              <a:defRPr/>
            </a:pPr>
            <a:endParaRPr lang="en-US"/>
          </a:p>
        </p:txBody>
      </p:sp>
      <p:sp>
        <p:nvSpPr>
          <p:cNvPr id="9220" name="Rectangle 4">
            <a:extLst>
              <a:ext uri="{FF2B5EF4-FFF2-40B4-BE49-F238E27FC236}">
                <a16:creationId xmlns:a16="http://schemas.microsoft.com/office/drawing/2014/main" id="{24472F30-AA27-CE1C-0BF3-7A7F7686C806}"/>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8597" name="Rectangle 5">
            <a:extLst>
              <a:ext uri="{FF2B5EF4-FFF2-40B4-BE49-F238E27FC236}">
                <a16:creationId xmlns:a16="http://schemas.microsoft.com/office/drawing/2014/main" id="{1A12DDA7-E912-4216-F1C1-16B45DEC3E20}"/>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78598" name="Rectangle 6">
            <a:extLst>
              <a:ext uri="{FF2B5EF4-FFF2-40B4-BE49-F238E27FC236}">
                <a16:creationId xmlns:a16="http://schemas.microsoft.com/office/drawing/2014/main" id="{C7466C6C-7356-2F88-9EE0-84DB32CDC25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b="0" i="0">
                <a:latin typeface="Times New Roman" panose="02020603050405020304" pitchFamily="18" charset="0"/>
              </a:defRPr>
            </a:lvl1pPr>
          </a:lstStyle>
          <a:p>
            <a:pPr>
              <a:defRPr/>
            </a:pPr>
            <a:r>
              <a:rPr lang="en-US"/>
              <a:t>10.#</a:t>
            </a:r>
          </a:p>
        </p:txBody>
      </p:sp>
      <p:sp>
        <p:nvSpPr>
          <p:cNvPr id="878599" name="Rectangle 7">
            <a:extLst>
              <a:ext uri="{FF2B5EF4-FFF2-40B4-BE49-F238E27FC236}">
                <a16:creationId xmlns:a16="http://schemas.microsoft.com/office/drawing/2014/main" id="{9966DC43-6189-93A5-BEB7-C48C69426862}"/>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b="0" i="0">
                <a:latin typeface="Times New Roman" panose="02020603050405020304" pitchFamily="18" charset="0"/>
              </a:defRPr>
            </a:lvl1pPr>
          </a:lstStyle>
          <a:p>
            <a:pPr>
              <a:defRPr/>
            </a:pPr>
            <a:fld id="{67412368-5B42-4028-9BDC-59F8DEDA395E}"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0AD0104A-AB77-AD40-F3C2-2A880571BB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fld id="{A84B4524-3C4A-4C71-BC9F-A38013250FD5}" type="slidenum">
              <a:rPr lang="en-US" altLang="en-US" smtClean="0">
                <a:latin typeface="Times New Roman" panose="02020603050405020304" pitchFamily="18" charset="0"/>
              </a:rPr>
              <a:pPr fontAlgn="base">
                <a:spcBef>
                  <a:spcPct val="0"/>
                </a:spcBef>
                <a:spcAft>
                  <a:spcPct val="0"/>
                </a:spcAft>
              </a:pPr>
              <a:t>1</a:t>
            </a:fld>
            <a:endParaRPr lang="en-US" altLang="en-US">
              <a:latin typeface="Times New Roman" panose="02020603050405020304" pitchFamily="18" charset="0"/>
            </a:endParaRPr>
          </a:p>
        </p:txBody>
      </p:sp>
      <p:sp>
        <p:nvSpPr>
          <p:cNvPr id="12291" name="Rectangle 2">
            <a:extLst>
              <a:ext uri="{FF2B5EF4-FFF2-40B4-BE49-F238E27FC236}">
                <a16:creationId xmlns:a16="http://schemas.microsoft.com/office/drawing/2014/main" id="{4A6B5D3F-62A8-999C-AF7C-04A6ACDC4B1F}"/>
              </a:ext>
            </a:extLst>
          </p:cNvPr>
          <p:cNvSpPr>
            <a:spLocks noRot="1" noChangeArrowheads="1" noTextEdit="1"/>
          </p:cNvSpPr>
          <p:nvPr>
            <p:ph type="sldImg"/>
          </p:nvPr>
        </p:nvSpPr>
        <p:spPr>
          <a:ln/>
        </p:spPr>
      </p:sp>
      <p:sp>
        <p:nvSpPr>
          <p:cNvPr id="12292" name="Rectangle 3">
            <a:extLst>
              <a:ext uri="{FF2B5EF4-FFF2-40B4-BE49-F238E27FC236}">
                <a16:creationId xmlns:a16="http://schemas.microsoft.com/office/drawing/2014/main" id="{DE2F0C94-C959-317C-1ECD-A30D1CA405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19E39177-0DAD-F0B9-745C-EA0CEC395C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fld id="{D0EB2719-24B4-429A-815E-F2D34AF9A317}" type="slidenum">
              <a:rPr lang="en-US" altLang="en-US" smtClean="0">
                <a:latin typeface="Times New Roman" panose="02020603050405020304" pitchFamily="18" charset="0"/>
              </a:rPr>
              <a:pPr fontAlgn="base">
                <a:spcBef>
                  <a:spcPct val="0"/>
                </a:spcBef>
                <a:spcAft>
                  <a:spcPct val="0"/>
                </a:spcAft>
              </a:pPr>
              <a:t>2</a:t>
            </a:fld>
            <a:endParaRPr lang="en-US" altLang="en-US">
              <a:latin typeface="Times New Roman" panose="02020603050405020304" pitchFamily="18" charset="0"/>
            </a:endParaRPr>
          </a:p>
        </p:txBody>
      </p:sp>
      <p:sp>
        <p:nvSpPr>
          <p:cNvPr id="14339" name="Rectangle 2">
            <a:extLst>
              <a:ext uri="{FF2B5EF4-FFF2-40B4-BE49-F238E27FC236}">
                <a16:creationId xmlns:a16="http://schemas.microsoft.com/office/drawing/2014/main" id="{CF17364E-9DDC-E249-DD29-00F3EFE7AF99}"/>
              </a:ext>
            </a:extLst>
          </p:cNvPr>
          <p:cNvSpPr>
            <a:spLocks noRot="1" noChangeArrowheads="1" noTextEdit="1"/>
          </p:cNvSpPr>
          <p:nvPr>
            <p:ph type="sldImg"/>
          </p:nvPr>
        </p:nvSpPr>
        <p:spPr>
          <a:ln/>
        </p:spPr>
      </p:sp>
      <p:sp>
        <p:nvSpPr>
          <p:cNvPr id="14340" name="Rectangle 3">
            <a:extLst>
              <a:ext uri="{FF2B5EF4-FFF2-40B4-BE49-F238E27FC236}">
                <a16:creationId xmlns:a16="http://schemas.microsoft.com/office/drawing/2014/main" id="{41FBB306-11C7-38B5-2218-80179AC9BD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CFEC1B8D-A922-6777-344A-329F385BD1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fld id="{58C3F92C-8420-4EAF-A5BA-0A76B873EE09}" type="slidenum">
              <a:rPr lang="en-US" altLang="en-US" smtClean="0">
                <a:latin typeface="Times New Roman" panose="02020603050405020304" pitchFamily="18" charset="0"/>
              </a:rPr>
              <a:pPr fontAlgn="base">
                <a:spcBef>
                  <a:spcPct val="0"/>
                </a:spcBef>
                <a:spcAft>
                  <a:spcPct val="0"/>
                </a:spcAft>
              </a:pPr>
              <a:t>3</a:t>
            </a:fld>
            <a:endParaRPr lang="en-US" altLang="en-US">
              <a:latin typeface="Times New Roman" panose="02020603050405020304" pitchFamily="18" charset="0"/>
            </a:endParaRPr>
          </a:p>
        </p:txBody>
      </p:sp>
      <p:sp>
        <p:nvSpPr>
          <p:cNvPr id="16387" name="Rectangle 2">
            <a:extLst>
              <a:ext uri="{FF2B5EF4-FFF2-40B4-BE49-F238E27FC236}">
                <a16:creationId xmlns:a16="http://schemas.microsoft.com/office/drawing/2014/main" id="{9AD432C7-15B3-925D-A969-BCDB4B4C22A9}"/>
              </a:ext>
            </a:extLst>
          </p:cNvPr>
          <p:cNvSpPr>
            <a:spLocks noRot="1" noChangeArrowheads="1" noTextEdit="1"/>
          </p:cNvSpPr>
          <p:nvPr>
            <p:ph type="sldImg"/>
          </p:nvPr>
        </p:nvSpPr>
        <p:spPr>
          <a:ln/>
        </p:spPr>
      </p:sp>
      <p:sp>
        <p:nvSpPr>
          <p:cNvPr id="16388" name="Rectangle 3">
            <a:extLst>
              <a:ext uri="{FF2B5EF4-FFF2-40B4-BE49-F238E27FC236}">
                <a16:creationId xmlns:a16="http://schemas.microsoft.com/office/drawing/2014/main" id="{709BBAD7-912F-06B3-5ECF-5036D6FB33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C93E9AF1-A921-402C-D781-ECC8CFC10A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fld id="{EF035918-724C-4309-8920-75F112808614}" type="slidenum">
              <a:rPr lang="en-US" altLang="en-US" smtClean="0">
                <a:latin typeface="Times New Roman" panose="02020603050405020304" pitchFamily="18" charset="0"/>
              </a:rPr>
              <a:pPr fontAlgn="base">
                <a:spcBef>
                  <a:spcPct val="0"/>
                </a:spcBef>
                <a:spcAft>
                  <a:spcPct val="0"/>
                </a:spcAft>
              </a:pPr>
              <a:t>4</a:t>
            </a:fld>
            <a:endParaRPr lang="en-US" altLang="en-US">
              <a:latin typeface="Times New Roman" panose="02020603050405020304" pitchFamily="18" charset="0"/>
            </a:endParaRPr>
          </a:p>
        </p:txBody>
      </p:sp>
      <p:sp>
        <p:nvSpPr>
          <p:cNvPr id="18435" name="Rectangle 2">
            <a:extLst>
              <a:ext uri="{FF2B5EF4-FFF2-40B4-BE49-F238E27FC236}">
                <a16:creationId xmlns:a16="http://schemas.microsoft.com/office/drawing/2014/main" id="{0573380F-61C5-DAF3-CF36-929DCD2E6289}"/>
              </a:ext>
            </a:extLst>
          </p:cNvPr>
          <p:cNvSpPr>
            <a:spLocks noRot="1" noChangeArrowheads="1" noTextEdit="1"/>
          </p:cNvSpPr>
          <p:nvPr>
            <p:ph type="sldImg"/>
          </p:nvPr>
        </p:nvSpPr>
        <p:spPr>
          <a:ln/>
        </p:spPr>
      </p:sp>
      <p:sp>
        <p:nvSpPr>
          <p:cNvPr id="18436" name="Rectangle 3">
            <a:extLst>
              <a:ext uri="{FF2B5EF4-FFF2-40B4-BE49-F238E27FC236}">
                <a16:creationId xmlns:a16="http://schemas.microsoft.com/office/drawing/2014/main" id="{B6FDDA67-DC7B-FB09-79C8-2FDA73AF91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6">
            <a:extLst>
              <a:ext uri="{FF2B5EF4-FFF2-40B4-BE49-F238E27FC236}">
                <a16:creationId xmlns:a16="http://schemas.microsoft.com/office/drawing/2014/main" id="{83665022-EB4C-0221-45D9-FE66F8331EC3}"/>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20483" name="Rectangle 2">
            <a:extLst>
              <a:ext uri="{FF2B5EF4-FFF2-40B4-BE49-F238E27FC236}">
                <a16:creationId xmlns:a16="http://schemas.microsoft.com/office/drawing/2014/main" id="{84F2D56E-CAE6-D7EF-D5BC-4FF2889C0A1E}"/>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C375A8BD-703D-7EEF-CABF-AB19A0FBBA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6">
            <a:extLst>
              <a:ext uri="{FF2B5EF4-FFF2-40B4-BE49-F238E27FC236}">
                <a16:creationId xmlns:a16="http://schemas.microsoft.com/office/drawing/2014/main" id="{E3544316-38DF-D94E-7AB9-EFB8F033606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22531" name="Rectangle 2">
            <a:extLst>
              <a:ext uri="{FF2B5EF4-FFF2-40B4-BE49-F238E27FC236}">
                <a16:creationId xmlns:a16="http://schemas.microsoft.com/office/drawing/2014/main" id="{4EEDF482-AEA5-77D4-B11F-3B3F216DE1B4}"/>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1D3A9C75-DB75-BB4D-7646-2E4FB9BA11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6">
            <a:extLst>
              <a:ext uri="{FF2B5EF4-FFF2-40B4-BE49-F238E27FC236}">
                <a16:creationId xmlns:a16="http://schemas.microsoft.com/office/drawing/2014/main" id="{194FAB56-31A5-0025-3FF3-DA65AE046B56}"/>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24579" name="Rectangle 2">
            <a:extLst>
              <a:ext uri="{FF2B5EF4-FFF2-40B4-BE49-F238E27FC236}">
                <a16:creationId xmlns:a16="http://schemas.microsoft.com/office/drawing/2014/main" id="{47E7E362-22A9-2AE0-F857-1DBADA753DF7}"/>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DFE1E2A9-06A3-0165-9EAD-69F48927F9A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6">
            <a:extLst>
              <a:ext uri="{FF2B5EF4-FFF2-40B4-BE49-F238E27FC236}">
                <a16:creationId xmlns:a16="http://schemas.microsoft.com/office/drawing/2014/main" id="{666D7CB2-4576-6F12-FDBE-DF05493F275E}"/>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26627" name="Rectangle 2">
            <a:extLst>
              <a:ext uri="{FF2B5EF4-FFF2-40B4-BE49-F238E27FC236}">
                <a16:creationId xmlns:a16="http://schemas.microsoft.com/office/drawing/2014/main" id="{E5F5C3C6-F6F0-AF68-ADD4-F894442DAC90}"/>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6FECBB1E-0CFA-E01E-B032-1885F0F9D6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6">
            <a:extLst>
              <a:ext uri="{FF2B5EF4-FFF2-40B4-BE49-F238E27FC236}">
                <a16:creationId xmlns:a16="http://schemas.microsoft.com/office/drawing/2014/main" id="{33A89C5C-02C7-64BE-984E-EC60F55FA389}"/>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28675" name="Rectangle 2">
            <a:extLst>
              <a:ext uri="{FF2B5EF4-FFF2-40B4-BE49-F238E27FC236}">
                <a16:creationId xmlns:a16="http://schemas.microsoft.com/office/drawing/2014/main" id="{7CAF6253-04E4-D022-6518-2CB600754F60}"/>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5548FA3E-6D7E-8DC2-0E70-1F8C0C44AB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6">
            <a:extLst>
              <a:ext uri="{FF2B5EF4-FFF2-40B4-BE49-F238E27FC236}">
                <a16:creationId xmlns:a16="http://schemas.microsoft.com/office/drawing/2014/main" id="{9A319A03-83F1-B776-9F0B-D0426EC1D542}"/>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30723" name="Rectangle 2">
            <a:extLst>
              <a:ext uri="{FF2B5EF4-FFF2-40B4-BE49-F238E27FC236}">
                <a16:creationId xmlns:a16="http://schemas.microsoft.com/office/drawing/2014/main" id="{D0C560A6-3269-6AF2-D215-C1B2C794C8C7}"/>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22746077-7494-7B00-4782-8602F46426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6">
            <a:extLst>
              <a:ext uri="{FF2B5EF4-FFF2-40B4-BE49-F238E27FC236}">
                <a16:creationId xmlns:a16="http://schemas.microsoft.com/office/drawing/2014/main" id="{8B88E4C9-3DA7-B614-D331-AE04B7982C6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32771" name="Rectangle 2">
            <a:extLst>
              <a:ext uri="{FF2B5EF4-FFF2-40B4-BE49-F238E27FC236}">
                <a16:creationId xmlns:a16="http://schemas.microsoft.com/office/drawing/2014/main" id="{A45DC3F1-3322-77D7-9293-7EC34F3899BB}"/>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ED89A9EA-06B2-7332-7809-759F0AC687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6">
            <a:extLst>
              <a:ext uri="{FF2B5EF4-FFF2-40B4-BE49-F238E27FC236}">
                <a16:creationId xmlns:a16="http://schemas.microsoft.com/office/drawing/2014/main" id="{25BE3264-6602-D725-6A28-B05268210BE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34819" name="Rectangle 2">
            <a:extLst>
              <a:ext uri="{FF2B5EF4-FFF2-40B4-BE49-F238E27FC236}">
                <a16:creationId xmlns:a16="http://schemas.microsoft.com/office/drawing/2014/main" id="{82769843-8760-07A5-670A-AB205C389745}"/>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4FF73FEA-949B-D9E7-9439-5DA4AE864A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92FACE6F-52CA-A3CC-A2A9-1958ACEA6C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1675AD8F-43F1-441E-9514-B7D6EC06925C}" type="slidenum">
              <a:rPr lang="en-US" altLang="en-US" smtClean="0"/>
              <a:pPr fontAlgn="base">
                <a:spcBef>
                  <a:spcPct val="0"/>
                </a:spcBef>
                <a:spcAft>
                  <a:spcPct val="0"/>
                </a:spcAft>
              </a:pPr>
              <a:t>13</a:t>
            </a:fld>
            <a:endParaRPr lang="en-US" altLang="en-US"/>
          </a:p>
        </p:txBody>
      </p:sp>
      <p:sp>
        <p:nvSpPr>
          <p:cNvPr id="36867" name="Rectangle 2">
            <a:extLst>
              <a:ext uri="{FF2B5EF4-FFF2-40B4-BE49-F238E27FC236}">
                <a16:creationId xmlns:a16="http://schemas.microsoft.com/office/drawing/2014/main" id="{C6F42E25-FE51-A96A-E216-37C5E708D1A0}"/>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EB9098CF-E770-24B0-98FB-193412BE35E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0EC00624-B263-ED7B-10F2-4AEBE73A2C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7C2FC703-9A64-41A8-BD75-5B8763F3B28E}" type="slidenum">
              <a:rPr lang="en-US" altLang="en-US" smtClean="0"/>
              <a:pPr fontAlgn="base">
                <a:spcBef>
                  <a:spcPct val="0"/>
                </a:spcBef>
                <a:spcAft>
                  <a:spcPct val="0"/>
                </a:spcAft>
              </a:pPr>
              <a:t>14</a:t>
            </a:fld>
            <a:endParaRPr lang="en-US" altLang="en-US"/>
          </a:p>
        </p:txBody>
      </p:sp>
      <p:sp>
        <p:nvSpPr>
          <p:cNvPr id="38915" name="Rectangle 2">
            <a:extLst>
              <a:ext uri="{FF2B5EF4-FFF2-40B4-BE49-F238E27FC236}">
                <a16:creationId xmlns:a16="http://schemas.microsoft.com/office/drawing/2014/main" id="{F582E7F3-752E-6316-19A1-ECFAA26417A0}"/>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46721702-F306-E2BB-2FB5-40050037E1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6">
            <a:extLst>
              <a:ext uri="{FF2B5EF4-FFF2-40B4-BE49-F238E27FC236}">
                <a16:creationId xmlns:a16="http://schemas.microsoft.com/office/drawing/2014/main" id="{8F0E9437-B119-9C11-1F83-CBFC67407B3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40963" name="Rectangle 2">
            <a:extLst>
              <a:ext uri="{FF2B5EF4-FFF2-40B4-BE49-F238E27FC236}">
                <a16:creationId xmlns:a16="http://schemas.microsoft.com/office/drawing/2014/main" id="{432A4180-AA3B-EE97-3B81-7EBF182DBFFC}"/>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B7F81A1E-FED2-1A8D-0D37-AC9B997382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ECD41378-ACAF-87DF-1DB2-F15DC115E3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96C69265-3055-4B4D-8EFB-EC87DD0A2E37}" type="slidenum">
              <a:rPr lang="en-US" altLang="en-US" smtClean="0"/>
              <a:pPr fontAlgn="base">
                <a:spcBef>
                  <a:spcPct val="0"/>
                </a:spcBef>
                <a:spcAft>
                  <a:spcPct val="0"/>
                </a:spcAft>
              </a:pPr>
              <a:t>16</a:t>
            </a:fld>
            <a:endParaRPr lang="en-US" altLang="en-US"/>
          </a:p>
        </p:txBody>
      </p:sp>
      <p:sp>
        <p:nvSpPr>
          <p:cNvPr id="43011" name="Rectangle 2">
            <a:extLst>
              <a:ext uri="{FF2B5EF4-FFF2-40B4-BE49-F238E27FC236}">
                <a16:creationId xmlns:a16="http://schemas.microsoft.com/office/drawing/2014/main" id="{B5301EA1-AC89-B6D3-2054-FCFD66DAB4CC}"/>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E70379C9-6937-C36E-FF36-69A445FAA1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3B6D6964-91AD-75FB-5460-FC2107A0A7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7303B563-01F6-4C2F-90EF-7AAAC9F994F0}" type="slidenum">
              <a:rPr lang="en-US" altLang="en-US" smtClean="0"/>
              <a:pPr fontAlgn="base">
                <a:spcBef>
                  <a:spcPct val="0"/>
                </a:spcBef>
                <a:spcAft>
                  <a:spcPct val="0"/>
                </a:spcAft>
              </a:pPr>
              <a:t>17</a:t>
            </a:fld>
            <a:endParaRPr lang="en-US" altLang="en-US"/>
          </a:p>
        </p:txBody>
      </p:sp>
      <p:sp>
        <p:nvSpPr>
          <p:cNvPr id="45059" name="Rectangle 2">
            <a:extLst>
              <a:ext uri="{FF2B5EF4-FFF2-40B4-BE49-F238E27FC236}">
                <a16:creationId xmlns:a16="http://schemas.microsoft.com/office/drawing/2014/main" id="{E3EE4537-7A67-99BC-6C16-CA5C052897C2}"/>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C17C1BF5-3325-6C11-ABAC-66C8DAE5F0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17E61CC3-400A-69A5-6989-56FFCEDFEC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032914D5-56C8-4B66-A0E4-2D4A253379C9}" type="slidenum">
              <a:rPr lang="en-US" altLang="en-US" smtClean="0"/>
              <a:pPr fontAlgn="base">
                <a:spcBef>
                  <a:spcPct val="0"/>
                </a:spcBef>
                <a:spcAft>
                  <a:spcPct val="0"/>
                </a:spcAft>
              </a:pPr>
              <a:t>18</a:t>
            </a:fld>
            <a:endParaRPr lang="en-US" altLang="en-US"/>
          </a:p>
        </p:txBody>
      </p:sp>
      <p:sp>
        <p:nvSpPr>
          <p:cNvPr id="47107" name="Rectangle 2">
            <a:extLst>
              <a:ext uri="{FF2B5EF4-FFF2-40B4-BE49-F238E27FC236}">
                <a16:creationId xmlns:a16="http://schemas.microsoft.com/office/drawing/2014/main" id="{216A3247-34BB-5FFC-F78B-B9EF1070674A}"/>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977CDE72-BE3E-1FA5-5639-C365EDDD6B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FF133FD2-4F4C-23B0-ED07-6B615AE34D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34BABB73-4C30-4D7D-987A-3EB8EC5DCC50}" type="slidenum">
              <a:rPr lang="en-US" altLang="en-US" smtClean="0"/>
              <a:pPr fontAlgn="base">
                <a:spcBef>
                  <a:spcPct val="0"/>
                </a:spcBef>
                <a:spcAft>
                  <a:spcPct val="0"/>
                </a:spcAft>
              </a:pPr>
              <a:t>19</a:t>
            </a:fld>
            <a:endParaRPr lang="en-US" altLang="en-US"/>
          </a:p>
        </p:txBody>
      </p:sp>
      <p:sp>
        <p:nvSpPr>
          <p:cNvPr id="49155" name="Rectangle 2">
            <a:extLst>
              <a:ext uri="{FF2B5EF4-FFF2-40B4-BE49-F238E27FC236}">
                <a16:creationId xmlns:a16="http://schemas.microsoft.com/office/drawing/2014/main" id="{A98ABC14-8C6E-C0B1-EC72-60BE21FD7402}"/>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305A6444-0D47-AE5F-54A6-111F61A7F7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B8FED06D-8FC6-C358-5DBC-136DAD5AEA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5615ACE0-0CE9-4EED-85FD-4A74ABCF0D99}" type="slidenum">
              <a:rPr lang="en-US" altLang="en-US" smtClean="0">
                <a:solidFill>
                  <a:srgbClr val="000000"/>
                </a:solidFill>
              </a:rPr>
              <a:pPr fontAlgn="base">
                <a:spcBef>
                  <a:spcPct val="0"/>
                </a:spcBef>
                <a:spcAft>
                  <a:spcPct val="0"/>
                </a:spcAft>
              </a:pPr>
              <a:t>20</a:t>
            </a:fld>
            <a:endParaRPr lang="en-US" altLang="en-US">
              <a:solidFill>
                <a:srgbClr val="000000"/>
              </a:solidFill>
            </a:endParaRPr>
          </a:p>
        </p:txBody>
      </p:sp>
      <p:sp>
        <p:nvSpPr>
          <p:cNvPr id="51203" name="Rectangle 2">
            <a:extLst>
              <a:ext uri="{FF2B5EF4-FFF2-40B4-BE49-F238E27FC236}">
                <a16:creationId xmlns:a16="http://schemas.microsoft.com/office/drawing/2014/main" id="{C976176F-C663-341B-E259-47C2B352E75E}"/>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ECFBDD69-36D3-47E3-19C5-6B11EB0624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6">
            <a:extLst>
              <a:ext uri="{FF2B5EF4-FFF2-40B4-BE49-F238E27FC236}">
                <a16:creationId xmlns:a16="http://schemas.microsoft.com/office/drawing/2014/main" id="{BDCB7D44-C478-B637-390F-975BA6BCBFBB}"/>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53251" name="Rectangle 2">
            <a:extLst>
              <a:ext uri="{FF2B5EF4-FFF2-40B4-BE49-F238E27FC236}">
                <a16:creationId xmlns:a16="http://schemas.microsoft.com/office/drawing/2014/main" id="{06EA3689-7AF1-EEAD-A893-10619E12C260}"/>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40B95451-BB31-C9EE-596E-3752A11CE4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7C97451B-EA4B-FE51-B011-AE7857F2CD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186BB82B-1331-4868-8D38-650649A596F3}" type="slidenum">
              <a:rPr lang="en-US" altLang="en-US" smtClean="0"/>
              <a:pPr fontAlgn="base">
                <a:spcBef>
                  <a:spcPct val="0"/>
                </a:spcBef>
                <a:spcAft>
                  <a:spcPct val="0"/>
                </a:spcAft>
              </a:pPr>
              <a:t>22</a:t>
            </a:fld>
            <a:endParaRPr lang="en-US" altLang="en-US"/>
          </a:p>
        </p:txBody>
      </p:sp>
      <p:sp>
        <p:nvSpPr>
          <p:cNvPr id="55299" name="Rectangle 2">
            <a:extLst>
              <a:ext uri="{FF2B5EF4-FFF2-40B4-BE49-F238E27FC236}">
                <a16:creationId xmlns:a16="http://schemas.microsoft.com/office/drawing/2014/main" id="{04A555CA-A02A-6E82-72D9-5D9351697E66}"/>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E2BEC8A7-1173-EFB7-6BC1-4D6AB9AA95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A9C5EA82-89B3-EDE3-B665-4FACD0DC10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fld id="{678C0284-8234-443C-91D7-C287302A352C}" type="slidenum">
              <a:rPr lang="en-US" altLang="en-US" smtClean="0">
                <a:latin typeface="Times New Roman" panose="02020603050405020304" pitchFamily="18" charset="0"/>
              </a:rPr>
              <a:pPr fontAlgn="base">
                <a:spcBef>
                  <a:spcPct val="0"/>
                </a:spcBef>
                <a:spcAft>
                  <a:spcPct val="0"/>
                </a:spcAft>
              </a:pPr>
              <a:t>23</a:t>
            </a:fld>
            <a:endParaRPr lang="en-US" altLang="en-US">
              <a:latin typeface="Times New Roman" panose="02020603050405020304" pitchFamily="18" charset="0"/>
            </a:endParaRPr>
          </a:p>
        </p:txBody>
      </p:sp>
      <p:sp>
        <p:nvSpPr>
          <p:cNvPr id="57347" name="Rectangle 2">
            <a:extLst>
              <a:ext uri="{FF2B5EF4-FFF2-40B4-BE49-F238E27FC236}">
                <a16:creationId xmlns:a16="http://schemas.microsoft.com/office/drawing/2014/main" id="{1D425F5B-99C6-527C-A41A-8613657F4235}"/>
              </a:ext>
            </a:extLst>
          </p:cNvPr>
          <p:cNvSpPr>
            <a:spLocks noRot="1" noChangeArrowheads="1" noTextEdit="1"/>
          </p:cNvSpPr>
          <p:nvPr>
            <p:ph type="sldImg"/>
          </p:nvPr>
        </p:nvSpPr>
        <p:spPr>
          <a:ln/>
        </p:spPr>
      </p:sp>
      <p:sp>
        <p:nvSpPr>
          <p:cNvPr id="57348" name="Rectangle 3">
            <a:extLst>
              <a:ext uri="{FF2B5EF4-FFF2-40B4-BE49-F238E27FC236}">
                <a16:creationId xmlns:a16="http://schemas.microsoft.com/office/drawing/2014/main" id="{F1A2568C-5A62-32CF-3803-B2054BAB3EC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DC24157C-6A66-A949-8F4C-120CE363C6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fld id="{D2CC3BFC-95AD-4B04-B9A6-36A4E0774950}" type="slidenum">
              <a:rPr lang="en-US" altLang="en-US" smtClean="0">
                <a:latin typeface="Times New Roman" panose="02020603050405020304" pitchFamily="18" charset="0"/>
              </a:rPr>
              <a:pPr fontAlgn="base">
                <a:spcBef>
                  <a:spcPct val="0"/>
                </a:spcBef>
                <a:spcAft>
                  <a:spcPct val="0"/>
                </a:spcAft>
              </a:pPr>
              <a:t>26</a:t>
            </a:fld>
            <a:endParaRPr lang="en-US" altLang="en-US">
              <a:latin typeface="Times New Roman" panose="02020603050405020304" pitchFamily="18" charset="0"/>
            </a:endParaRPr>
          </a:p>
        </p:txBody>
      </p:sp>
      <p:sp>
        <p:nvSpPr>
          <p:cNvPr id="61443" name="Rectangle 2">
            <a:extLst>
              <a:ext uri="{FF2B5EF4-FFF2-40B4-BE49-F238E27FC236}">
                <a16:creationId xmlns:a16="http://schemas.microsoft.com/office/drawing/2014/main" id="{036016AA-DA3E-497D-78FC-014EC0F8AA16}"/>
              </a:ext>
            </a:extLst>
          </p:cNvPr>
          <p:cNvSpPr>
            <a:spLocks noRot="1" noChangeArrowheads="1" noTextEdit="1"/>
          </p:cNvSpPr>
          <p:nvPr>
            <p:ph type="sldImg"/>
          </p:nvPr>
        </p:nvSpPr>
        <p:spPr>
          <a:ln/>
        </p:spPr>
      </p:sp>
      <p:sp>
        <p:nvSpPr>
          <p:cNvPr id="61444" name="Rectangle 3">
            <a:extLst>
              <a:ext uri="{FF2B5EF4-FFF2-40B4-BE49-F238E27FC236}">
                <a16:creationId xmlns:a16="http://schemas.microsoft.com/office/drawing/2014/main" id="{C459229B-58C9-04DC-69EB-F0B1E57108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D0ECDD66-D98A-F48A-AEEB-C5BF03ACEDD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fld id="{AF5F15A0-C2D0-43CD-9498-13627F6678B1}" type="slidenum">
              <a:rPr lang="en-US" altLang="en-US" smtClean="0">
                <a:latin typeface="Times New Roman" panose="02020603050405020304" pitchFamily="18" charset="0"/>
              </a:rPr>
              <a:pPr fontAlgn="base">
                <a:spcBef>
                  <a:spcPct val="0"/>
                </a:spcBef>
                <a:spcAft>
                  <a:spcPct val="0"/>
                </a:spcAft>
              </a:pPr>
              <a:t>27</a:t>
            </a:fld>
            <a:endParaRPr lang="en-US" altLang="en-US">
              <a:latin typeface="Times New Roman" panose="02020603050405020304" pitchFamily="18" charset="0"/>
            </a:endParaRPr>
          </a:p>
        </p:txBody>
      </p:sp>
      <p:sp>
        <p:nvSpPr>
          <p:cNvPr id="63491" name="Rectangle 2">
            <a:extLst>
              <a:ext uri="{FF2B5EF4-FFF2-40B4-BE49-F238E27FC236}">
                <a16:creationId xmlns:a16="http://schemas.microsoft.com/office/drawing/2014/main" id="{6402A515-4B04-9A03-A7AE-83F63047CA95}"/>
              </a:ext>
            </a:extLst>
          </p:cNvPr>
          <p:cNvSpPr>
            <a:spLocks noRot="1" noChangeArrowheads="1" noTextEdit="1"/>
          </p:cNvSpPr>
          <p:nvPr>
            <p:ph type="sldImg"/>
          </p:nvPr>
        </p:nvSpPr>
        <p:spPr>
          <a:ln/>
        </p:spPr>
      </p:sp>
      <p:sp>
        <p:nvSpPr>
          <p:cNvPr id="63492" name="Rectangle 3">
            <a:extLst>
              <a:ext uri="{FF2B5EF4-FFF2-40B4-BE49-F238E27FC236}">
                <a16:creationId xmlns:a16="http://schemas.microsoft.com/office/drawing/2014/main" id="{34302C06-D07D-8438-BE7D-338890A286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6">
            <a:extLst>
              <a:ext uri="{FF2B5EF4-FFF2-40B4-BE49-F238E27FC236}">
                <a16:creationId xmlns:a16="http://schemas.microsoft.com/office/drawing/2014/main" id="{AF52D2C0-4C41-E4E0-5466-DB82C54D291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65539" name="Rectangle 2">
            <a:extLst>
              <a:ext uri="{FF2B5EF4-FFF2-40B4-BE49-F238E27FC236}">
                <a16:creationId xmlns:a16="http://schemas.microsoft.com/office/drawing/2014/main" id="{A8B21D68-0E86-1337-4393-B2995F2DD097}"/>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24E1B657-FBB7-DBA8-CE99-295EC7B7568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6">
            <a:extLst>
              <a:ext uri="{FF2B5EF4-FFF2-40B4-BE49-F238E27FC236}">
                <a16:creationId xmlns:a16="http://schemas.microsoft.com/office/drawing/2014/main" id="{78370815-1CD2-910C-AEDC-F8D4592FE4CE}"/>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67587" name="Rectangle 2">
            <a:extLst>
              <a:ext uri="{FF2B5EF4-FFF2-40B4-BE49-F238E27FC236}">
                <a16:creationId xmlns:a16="http://schemas.microsoft.com/office/drawing/2014/main" id="{8449848C-1A65-9392-F771-C3961A650442}"/>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7B209403-D1F5-7D68-2B55-1E2E9E8CC2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6E1F2C24-AE66-24F6-697C-C8D5432925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D0C80389-9DF8-450D-AA5F-F8B06F00F47D}" type="slidenum">
              <a:rPr lang="en-US" altLang="en-US" smtClean="0">
                <a:solidFill>
                  <a:srgbClr val="000000"/>
                </a:solidFill>
              </a:rPr>
              <a:pPr fontAlgn="base">
                <a:spcBef>
                  <a:spcPct val="0"/>
                </a:spcBef>
                <a:spcAft>
                  <a:spcPct val="0"/>
                </a:spcAft>
              </a:pPr>
              <a:t>30</a:t>
            </a:fld>
            <a:endParaRPr lang="en-US" altLang="en-US">
              <a:solidFill>
                <a:srgbClr val="000000"/>
              </a:solidFill>
            </a:endParaRPr>
          </a:p>
        </p:txBody>
      </p:sp>
      <p:sp>
        <p:nvSpPr>
          <p:cNvPr id="69635" name="Rectangle 2">
            <a:extLst>
              <a:ext uri="{FF2B5EF4-FFF2-40B4-BE49-F238E27FC236}">
                <a16:creationId xmlns:a16="http://schemas.microsoft.com/office/drawing/2014/main" id="{D650B788-7916-C614-93FC-F8775F9694BE}"/>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64A82850-6452-F27C-B526-93F3E772E8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6">
            <a:extLst>
              <a:ext uri="{FF2B5EF4-FFF2-40B4-BE49-F238E27FC236}">
                <a16:creationId xmlns:a16="http://schemas.microsoft.com/office/drawing/2014/main" id="{38AE5ABC-DDEF-BDBC-BCED-3CFA8B2BC08D}"/>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71683" name="Rectangle 2">
            <a:extLst>
              <a:ext uri="{FF2B5EF4-FFF2-40B4-BE49-F238E27FC236}">
                <a16:creationId xmlns:a16="http://schemas.microsoft.com/office/drawing/2014/main" id="{E057623B-D917-68C1-37DE-1F1EA946AF2F}"/>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8880498F-A743-54E0-BAD0-B44D446EC7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6">
            <a:extLst>
              <a:ext uri="{FF2B5EF4-FFF2-40B4-BE49-F238E27FC236}">
                <a16:creationId xmlns:a16="http://schemas.microsoft.com/office/drawing/2014/main" id="{D4912AF6-76E1-2F37-95BB-928FAF92D4A7}"/>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73731" name="Rectangle 2">
            <a:extLst>
              <a:ext uri="{FF2B5EF4-FFF2-40B4-BE49-F238E27FC236}">
                <a16:creationId xmlns:a16="http://schemas.microsoft.com/office/drawing/2014/main" id="{5B99FB1E-CDF3-06B4-F785-2FA8C97A7AE4}"/>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DBCF35DE-A975-AEA8-AC12-ECB7F47BE7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6">
            <a:extLst>
              <a:ext uri="{FF2B5EF4-FFF2-40B4-BE49-F238E27FC236}">
                <a16:creationId xmlns:a16="http://schemas.microsoft.com/office/drawing/2014/main" id="{AD57F0CD-491F-B40C-F284-317E4F7F9C92}"/>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75779" name="Rectangle 2">
            <a:extLst>
              <a:ext uri="{FF2B5EF4-FFF2-40B4-BE49-F238E27FC236}">
                <a16:creationId xmlns:a16="http://schemas.microsoft.com/office/drawing/2014/main" id="{ECB4D652-0E24-AA4B-F97B-56342F6A934F}"/>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F255ACC7-6FEC-A884-47C8-9F5B9766B1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6">
            <a:extLst>
              <a:ext uri="{FF2B5EF4-FFF2-40B4-BE49-F238E27FC236}">
                <a16:creationId xmlns:a16="http://schemas.microsoft.com/office/drawing/2014/main" id="{D4DFFA12-9892-5EA5-1523-01ED8579F63F}"/>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77827" name="Rectangle 2">
            <a:extLst>
              <a:ext uri="{FF2B5EF4-FFF2-40B4-BE49-F238E27FC236}">
                <a16:creationId xmlns:a16="http://schemas.microsoft.com/office/drawing/2014/main" id="{CF891908-CB81-5415-B1B9-053C02BB3AC6}"/>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5B52D1E2-8914-B6C9-AFB0-63BD6BC8CE0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6">
            <a:extLst>
              <a:ext uri="{FF2B5EF4-FFF2-40B4-BE49-F238E27FC236}">
                <a16:creationId xmlns:a16="http://schemas.microsoft.com/office/drawing/2014/main" id="{E12371D5-9C82-F610-FF65-7F59C796939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79875" name="Rectangle 2">
            <a:extLst>
              <a:ext uri="{FF2B5EF4-FFF2-40B4-BE49-F238E27FC236}">
                <a16:creationId xmlns:a16="http://schemas.microsoft.com/office/drawing/2014/main" id="{FC7E5A10-1870-0610-4C2C-E01EF7A479FC}"/>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CFDF8148-60EB-2DFC-CDDA-4FBC5A2126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6">
            <a:extLst>
              <a:ext uri="{FF2B5EF4-FFF2-40B4-BE49-F238E27FC236}">
                <a16:creationId xmlns:a16="http://schemas.microsoft.com/office/drawing/2014/main" id="{2EFB6064-CC87-A3C5-FD38-352329FF065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81923" name="Rectangle 2">
            <a:extLst>
              <a:ext uri="{FF2B5EF4-FFF2-40B4-BE49-F238E27FC236}">
                <a16:creationId xmlns:a16="http://schemas.microsoft.com/office/drawing/2014/main" id="{1BBF5592-8DE6-BB2F-CBE9-14B1AC2AE8CB}"/>
              </a:ext>
            </a:extLst>
          </p:cNvPr>
          <p:cNvSpPr>
            <a:spLocks noGrp="1" noRot="1" noChangeAspect="1" noChangeArrowheads="1" noTextEdit="1"/>
          </p:cNvSpPr>
          <p:nvPr>
            <p:ph type="sldImg"/>
          </p:nvPr>
        </p:nvSpPr>
        <p:spPr>
          <a:ln/>
        </p:spPr>
      </p:sp>
      <p:sp>
        <p:nvSpPr>
          <p:cNvPr id="81924" name="Rectangle 3">
            <a:extLst>
              <a:ext uri="{FF2B5EF4-FFF2-40B4-BE49-F238E27FC236}">
                <a16:creationId xmlns:a16="http://schemas.microsoft.com/office/drawing/2014/main" id="{9B092168-157D-0B57-4EE9-879C6BAFF2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6">
            <a:extLst>
              <a:ext uri="{FF2B5EF4-FFF2-40B4-BE49-F238E27FC236}">
                <a16:creationId xmlns:a16="http://schemas.microsoft.com/office/drawing/2014/main" id="{0350CFA9-2794-65A0-B48A-A592D25B5587}"/>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83971" name="Rectangle 2">
            <a:extLst>
              <a:ext uri="{FF2B5EF4-FFF2-40B4-BE49-F238E27FC236}">
                <a16:creationId xmlns:a16="http://schemas.microsoft.com/office/drawing/2014/main" id="{FDE38F45-FE5B-BB83-C7CF-AF2E4BEF6559}"/>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6F34F2FB-CB18-2038-B41D-E9970CC219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6">
            <a:extLst>
              <a:ext uri="{FF2B5EF4-FFF2-40B4-BE49-F238E27FC236}">
                <a16:creationId xmlns:a16="http://schemas.microsoft.com/office/drawing/2014/main" id="{DEFDCA4F-E894-572A-1071-00EB6AF25B7D}"/>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86019" name="Rectangle 2">
            <a:extLst>
              <a:ext uri="{FF2B5EF4-FFF2-40B4-BE49-F238E27FC236}">
                <a16:creationId xmlns:a16="http://schemas.microsoft.com/office/drawing/2014/main" id="{6C774D20-76A6-8056-AE25-4364B664795B}"/>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F27362C6-1B00-C249-AFEA-85046620FF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DEE9D2C6-2501-16DA-DE15-E914C97E8F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B6DB41D2-6589-4E41-AC22-FE83A519DA4E}" type="slidenum">
              <a:rPr lang="en-US" altLang="en-US" smtClean="0"/>
              <a:pPr fontAlgn="base">
                <a:spcBef>
                  <a:spcPct val="0"/>
                </a:spcBef>
                <a:spcAft>
                  <a:spcPct val="0"/>
                </a:spcAft>
              </a:pPr>
              <a:t>39</a:t>
            </a:fld>
            <a:endParaRPr lang="en-US" altLang="en-US"/>
          </a:p>
        </p:txBody>
      </p:sp>
      <p:sp>
        <p:nvSpPr>
          <p:cNvPr id="88067" name="Rectangle 2">
            <a:extLst>
              <a:ext uri="{FF2B5EF4-FFF2-40B4-BE49-F238E27FC236}">
                <a16:creationId xmlns:a16="http://schemas.microsoft.com/office/drawing/2014/main" id="{A69EF10E-00D8-E2F8-4C8A-06E35D520A59}"/>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760CC457-2512-A0C4-C6E5-0B9723D526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6">
            <a:extLst>
              <a:ext uri="{FF2B5EF4-FFF2-40B4-BE49-F238E27FC236}">
                <a16:creationId xmlns:a16="http://schemas.microsoft.com/office/drawing/2014/main" id="{0BD69380-F11F-E043-816E-8BDE102EBA42}"/>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90115" name="Rectangle 2">
            <a:extLst>
              <a:ext uri="{FF2B5EF4-FFF2-40B4-BE49-F238E27FC236}">
                <a16:creationId xmlns:a16="http://schemas.microsoft.com/office/drawing/2014/main" id="{8B962167-9AFE-FC07-9F67-4E45629DBEBF}"/>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EA1B61FB-D14B-65EF-8E05-2A5C793DBA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9429F711-A5B9-E8FF-EC4B-C8984F7C78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41F7C103-8B73-42DB-A4E0-2D4EC012ECAD}" type="slidenum">
              <a:rPr lang="en-US" altLang="en-US" smtClean="0"/>
              <a:pPr fontAlgn="base">
                <a:spcBef>
                  <a:spcPct val="0"/>
                </a:spcBef>
                <a:spcAft>
                  <a:spcPct val="0"/>
                </a:spcAft>
              </a:pPr>
              <a:t>41</a:t>
            </a:fld>
            <a:endParaRPr lang="en-US" altLang="en-US"/>
          </a:p>
        </p:txBody>
      </p:sp>
      <p:sp>
        <p:nvSpPr>
          <p:cNvPr id="92163" name="Rectangle 2">
            <a:extLst>
              <a:ext uri="{FF2B5EF4-FFF2-40B4-BE49-F238E27FC236}">
                <a16:creationId xmlns:a16="http://schemas.microsoft.com/office/drawing/2014/main" id="{E63B9E12-1F23-CD3D-EF7C-B1A5CBD5EB13}"/>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D0EDC8C1-84F0-9569-996E-FB7BEACB8A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B109778F-4A34-DD1A-183F-02DB527744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9DF54D00-6330-4DF9-B147-293883602A1F}" type="slidenum">
              <a:rPr lang="en-US" altLang="en-US" smtClean="0"/>
              <a:pPr fontAlgn="base">
                <a:spcBef>
                  <a:spcPct val="0"/>
                </a:spcBef>
                <a:spcAft>
                  <a:spcPct val="0"/>
                </a:spcAft>
              </a:pPr>
              <a:t>42</a:t>
            </a:fld>
            <a:endParaRPr lang="en-US" altLang="en-US"/>
          </a:p>
        </p:txBody>
      </p:sp>
      <p:sp>
        <p:nvSpPr>
          <p:cNvPr id="94211" name="Rectangle 2">
            <a:extLst>
              <a:ext uri="{FF2B5EF4-FFF2-40B4-BE49-F238E27FC236}">
                <a16:creationId xmlns:a16="http://schemas.microsoft.com/office/drawing/2014/main" id="{A89F6671-0D04-0EEE-FC51-F7A33BCB0F97}"/>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5F0196CB-7154-F797-C2E2-22BEBFEBAD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5CF8254D-F5BA-3146-82F1-9452602A3F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E47A4488-7CC3-4969-811E-FBABC49AAFE1}" type="slidenum">
              <a:rPr lang="en-US" altLang="en-US" smtClean="0"/>
              <a:pPr fontAlgn="base">
                <a:spcBef>
                  <a:spcPct val="0"/>
                </a:spcBef>
                <a:spcAft>
                  <a:spcPct val="0"/>
                </a:spcAft>
              </a:pPr>
              <a:t>43</a:t>
            </a:fld>
            <a:endParaRPr lang="en-US" altLang="en-US"/>
          </a:p>
        </p:txBody>
      </p:sp>
      <p:sp>
        <p:nvSpPr>
          <p:cNvPr id="96259" name="Rectangle 2">
            <a:extLst>
              <a:ext uri="{FF2B5EF4-FFF2-40B4-BE49-F238E27FC236}">
                <a16:creationId xmlns:a16="http://schemas.microsoft.com/office/drawing/2014/main" id="{4B222014-2555-8155-E73A-1027B25AE2C3}"/>
              </a:ext>
            </a:extLst>
          </p:cNvPr>
          <p:cNvSpPr>
            <a:spLocks noGrp="1" noRot="1" noChangeAspect="1" noChangeArrowheads="1" noTextEdit="1"/>
          </p:cNvSpPr>
          <p:nvPr>
            <p:ph type="sldImg"/>
          </p:nvPr>
        </p:nvSpPr>
        <p:spPr>
          <a:ln/>
        </p:spPr>
      </p:sp>
      <p:sp>
        <p:nvSpPr>
          <p:cNvPr id="96260" name="Rectangle 3">
            <a:extLst>
              <a:ext uri="{FF2B5EF4-FFF2-40B4-BE49-F238E27FC236}">
                <a16:creationId xmlns:a16="http://schemas.microsoft.com/office/drawing/2014/main" id="{2FDD9AC9-4576-3AA0-F4A8-3D477B3390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DA04CC11-1F6B-D52F-3DE9-CCA523CB330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79E29637-5BD1-4CBE-A54B-2A040B85917C}" type="slidenum">
              <a:rPr lang="en-US" altLang="en-US" smtClean="0"/>
              <a:pPr fontAlgn="base">
                <a:spcBef>
                  <a:spcPct val="0"/>
                </a:spcBef>
                <a:spcAft>
                  <a:spcPct val="0"/>
                </a:spcAft>
              </a:pPr>
              <a:t>44</a:t>
            </a:fld>
            <a:endParaRPr lang="en-US" altLang="en-US"/>
          </a:p>
        </p:txBody>
      </p:sp>
      <p:sp>
        <p:nvSpPr>
          <p:cNvPr id="98307" name="Rectangle 2">
            <a:extLst>
              <a:ext uri="{FF2B5EF4-FFF2-40B4-BE49-F238E27FC236}">
                <a16:creationId xmlns:a16="http://schemas.microsoft.com/office/drawing/2014/main" id="{CF647B3D-574C-5B60-405E-86D282B19419}"/>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67CAE4AA-FEDA-2245-1ED4-37EB08E15C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903161A3-AEF9-D9AD-DF15-943A7872E9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8AB4F891-0DE3-4106-B305-E7A4D7582C1A}" type="slidenum">
              <a:rPr lang="en-US" altLang="en-US" smtClean="0">
                <a:solidFill>
                  <a:srgbClr val="000000"/>
                </a:solidFill>
              </a:rPr>
              <a:pPr fontAlgn="base">
                <a:spcBef>
                  <a:spcPct val="0"/>
                </a:spcBef>
                <a:spcAft>
                  <a:spcPct val="0"/>
                </a:spcAft>
              </a:pPr>
              <a:t>45</a:t>
            </a:fld>
            <a:endParaRPr lang="en-US" altLang="en-US">
              <a:solidFill>
                <a:srgbClr val="000000"/>
              </a:solidFill>
            </a:endParaRPr>
          </a:p>
        </p:txBody>
      </p:sp>
      <p:sp>
        <p:nvSpPr>
          <p:cNvPr id="100355" name="Rectangle 2">
            <a:extLst>
              <a:ext uri="{FF2B5EF4-FFF2-40B4-BE49-F238E27FC236}">
                <a16:creationId xmlns:a16="http://schemas.microsoft.com/office/drawing/2014/main" id="{E536AB46-D2B5-99DA-DD73-A76DDD8CA0EE}"/>
              </a:ext>
            </a:extLst>
          </p:cNvPr>
          <p:cNvSpPr>
            <a:spLocks noGrp="1" noRot="1" noChangeAspect="1" noChangeArrowheads="1" noTextEdit="1"/>
          </p:cNvSpPr>
          <p:nvPr>
            <p:ph type="sldImg"/>
          </p:nvPr>
        </p:nvSpPr>
        <p:spPr>
          <a:ln/>
        </p:spPr>
      </p:sp>
      <p:sp>
        <p:nvSpPr>
          <p:cNvPr id="100356" name="Rectangle 3">
            <a:extLst>
              <a:ext uri="{FF2B5EF4-FFF2-40B4-BE49-F238E27FC236}">
                <a16:creationId xmlns:a16="http://schemas.microsoft.com/office/drawing/2014/main" id="{EE6D111B-01E0-CBBF-6FC0-67344AFEBD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6">
            <a:extLst>
              <a:ext uri="{FF2B5EF4-FFF2-40B4-BE49-F238E27FC236}">
                <a16:creationId xmlns:a16="http://schemas.microsoft.com/office/drawing/2014/main" id="{C683EE18-7132-DB01-C058-1FB28993678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102403" name="Rectangle 2">
            <a:extLst>
              <a:ext uri="{FF2B5EF4-FFF2-40B4-BE49-F238E27FC236}">
                <a16:creationId xmlns:a16="http://schemas.microsoft.com/office/drawing/2014/main" id="{4593EBDA-526F-3875-9D50-9AE19F2E68BC}"/>
              </a:ext>
            </a:extLst>
          </p:cNvPr>
          <p:cNvSpPr>
            <a:spLocks noGrp="1" noRot="1" noChangeAspect="1" noChangeArrowheads="1" noTextEdit="1"/>
          </p:cNvSpPr>
          <p:nvPr>
            <p:ph type="sldImg"/>
          </p:nvPr>
        </p:nvSpPr>
        <p:spPr>
          <a:ln/>
        </p:spPr>
      </p:sp>
      <p:sp>
        <p:nvSpPr>
          <p:cNvPr id="102404" name="Rectangle 3">
            <a:extLst>
              <a:ext uri="{FF2B5EF4-FFF2-40B4-BE49-F238E27FC236}">
                <a16:creationId xmlns:a16="http://schemas.microsoft.com/office/drawing/2014/main" id="{751BE6F6-3E51-1F21-57EC-C827BBA866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6">
            <a:extLst>
              <a:ext uri="{FF2B5EF4-FFF2-40B4-BE49-F238E27FC236}">
                <a16:creationId xmlns:a16="http://schemas.microsoft.com/office/drawing/2014/main" id="{46D8E09B-072F-3D0A-04CD-BD2E58878C9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104451" name="Rectangle 2">
            <a:extLst>
              <a:ext uri="{FF2B5EF4-FFF2-40B4-BE49-F238E27FC236}">
                <a16:creationId xmlns:a16="http://schemas.microsoft.com/office/drawing/2014/main" id="{6F8A4293-0FC7-58FD-B41E-69D3EA5B5AF1}"/>
              </a:ext>
            </a:extLst>
          </p:cNvPr>
          <p:cNvSpPr>
            <a:spLocks noGrp="1" noRot="1" noChangeAspect="1" noChangeArrowheads="1" noTextEdit="1"/>
          </p:cNvSpPr>
          <p:nvPr>
            <p:ph type="sldImg"/>
          </p:nvPr>
        </p:nvSpPr>
        <p:spPr>
          <a:ln/>
        </p:spPr>
      </p:sp>
      <p:sp>
        <p:nvSpPr>
          <p:cNvPr id="104452" name="Rectangle 3">
            <a:extLst>
              <a:ext uri="{FF2B5EF4-FFF2-40B4-BE49-F238E27FC236}">
                <a16:creationId xmlns:a16="http://schemas.microsoft.com/office/drawing/2014/main" id="{08EAE379-EA20-52FF-D787-03F9A8C5C9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6">
            <a:extLst>
              <a:ext uri="{FF2B5EF4-FFF2-40B4-BE49-F238E27FC236}">
                <a16:creationId xmlns:a16="http://schemas.microsoft.com/office/drawing/2014/main" id="{57C8D0D7-79F7-198C-BA7B-33038EEB0E02}"/>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106499" name="Rectangle 2">
            <a:extLst>
              <a:ext uri="{FF2B5EF4-FFF2-40B4-BE49-F238E27FC236}">
                <a16:creationId xmlns:a16="http://schemas.microsoft.com/office/drawing/2014/main" id="{3F9CCCF0-B466-BA4F-88A9-4B7BBE2C6AF2}"/>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6DB11A99-C28D-8F3F-FAD1-9FC247BEC4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6">
            <a:extLst>
              <a:ext uri="{FF2B5EF4-FFF2-40B4-BE49-F238E27FC236}">
                <a16:creationId xmlns:a16="http://schemas.microsoft.com/office/drawing/2014/main" id="{121739FE-A77E-98A6-8630-22DDCA4538C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108547" name="Rectangle 2">
            <a:extLst>
              <a:ext uri="{FF2B5EF4-FFF2-40B4-BE49-F238E27FC236}">
                <a16:creationId xmlns:a16="http://schemas.microsoft.com/office/drawing/2014/main" id="{6271B875-0DAF-7D6F-3B17-39C8B8012B09}"/>
              </a:ext>
            </a:extLst>
          </p:cNvPr>
          <p:cNvSpPr>
            <a:spLocks noGrp="1" noRot="1" noChangeAspect="1" noChangeArrowheads="1" noTextEdit="1"/>
          </p:cNvSpPr>
          <p:nvPr>
            <p:ph type="sldImg"/>
          </p:nvPr>
        </p:nvSpPr>
        <p:spPr>
          <a:ln/>
        </p:spPr>
      </p:sp>
      <p:sp>
        <p:nvSpPr>
          <p:cNvPr id="108548" name="Rectangle 3">
            <a:extLst>
              <a:ext uri="{FF2B5EF4-FFF2-40B4-BE49-F238E27FC236}">
                <a16:creationId xmlns:a16="http://schemas.microsoft.com/office/drawing/2014/main" id="{4EBA9350-6F7D-B85B-FC85-346A60CDC1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7A28CB72-F885-3760-9B6D-9ADCCEC471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EFE920E7-978A-497F-BB18-348417504631}" type="slidenum">
              <a:rPr lang="en-US" altLang="en-US" smtClean="0"/>
              <a:pPr fontAlgn="base">
                <a:spcBef>
                  <a:spcPct val="0"/>
                </a:spcBef>
                <a:spcAft>
                  <a:spcPct val="0"/>
                </a:spcAft>
              </a:pPr>
              <a:t>50</a:t>
            </a:fld>
            <a:endParaRPr lang="en-US" altLang="en-US"/>
          </a:p>
        </p:txBody>
      </p:sp>
      <p:sp>
        <p:nvSpPr>
          <p:cNvPr id="110595" name="Rectangle 2">
            <a:extLst>
              <a:ext uri="{FF2B5EF4-FFF2-40B4-BE49-F238E27FC236}">
                <a16:creationId xmlns:a16="http://schemas.microsoft.com/office/drawing/2014/main" id="{A09A3726-5647-0480-DA04-7058C80618EA}"/>
              </a:ext>
            </a:extLst>
          </p:cNvPr>
          <p:cNvSpPr>
            <a:spLocks noGrp="1" noRot="1" noChangeAspect="1" noChangeArrowheads="1" noTextEdit="1"/>
          </p:cNvSpPr>
          <p:nvPr>
            <p:ph type="sldImg"/>
          </p:nvPr>
        </p:nvSpPr>
        <p:spPr>
          <a:ln/>
        </p:spPr>
      </p:sp>
      <p:sp>
        <p:nvSpPr>
          <p:cNvPr id="110596" name="Rectangle 3">
            <a:extLst>
              <a:ext uri="{FF2B5EF4-FFF2-40B4-BE49-F238E27FC236}">
                <a16:creationId xmlns:a16="http://schemas.microsoft.com/office/drawing/2014/main" id="{059E0FE3-8140-A03E-85F7-3376811B43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8E263CB3-F808-E390-7BFF-3840E33968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47E98046-72BB-4763-9FD9-5638051956ED}" type="slidenum">
              <a:rPr lang="en-US" altLang="en-US" smtClean="0"/>
              <a:pPr fontAlgn="base">
                <a:spcBef>
                  <a:spcPct val="0"/>
                </a:spcBef>
                <a:spcAft>
                  <a:spcPct val="0"/>
                </a:spcAft>
              </a:pPr>
              <a:t>51</a:t>
            </a:fld>
            <a:endParaRPr lang="en-US" altLang="en-US"/>
          </a:p>
        </p:txBody>
      </p:sp>
      <p:sp>
        <p:nvSpPr>
          <p:cNvPr id="112643" name="Rectangle 2">
            <a:extLst>
              <a:ext uri="{FF2B5EF4-FFF2-40B4-BE49-F238E27FC236}">
                <a16:creationId xmlns:a16="http://schemas.microsoft.com/office/drawing/2014/main" id="{F9795CA9-E931-9B1F-9A46-13F8BD037BE8}"/>
              </a:ext>
            </a:extLst>
          </p:cNvPr>
          <p:cNvSpPr>
            <a:spLocks noGrp="1" noRot="1" noChangeAspect="1" noChangeArrowheads="1" noTextEdit="1"/>
          </p:cNvSpPr>
          <p:nvPr>
            <p:ph type="sldImg"/>
          </p:nvPr>
        </p:nvSpPr>
        <p:spPr>
          <a:ln/>
        </p:spPr>
      </p:sp>
      <p:sp>
        <p:nvSpPr>
          <p:cNvPr id="112644" name="Rectangle 3">
            <a:extLst>
              <a:ext uri="{FF2B5EF4-FFF2-40B4-BE49-F238E27FC236}">
                <a16:creationId xmlns:a16="http://schemas.microsoft.com/office/drawing/2014/main" id="{CBAC2CEE-C05C-311F-8972-977B8C9444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90525179-90EE-3E9A-9432-54DE2294BEB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97FE6946-4627-424E-B8FC-7E9F60B6C059}" type="slidenum">
              <a:rPr lang="en-US" altLang="en-US" smtClean="0">
                <a:solidFill>
                  <a:srgbClr val="000000"/>
                </a:solidFill>
              </a:rPr>
              <a:pPr fontAlgn="base">
                <a:spcBef>
                  <a:spcPct val="0"/>
                </a:spcBef>
                <a:spcAft>
                  <a:spcPct val="0"/>
                </a:spcAft>
              </a:pPr>
              <a:t>52</a:t>
            </a:fld>
            <a:endParaRPr lang="en-US" altLang="en-US">
              <a:solidFill>
                <a:srgbClr val="000000"/>
              </a:solidFill>
            </a:endParaRPr>
          </a:p>
        </p:txBody>
      </p:sp>
      <p:sp>
        <p:nvSpPr>
          <p:cNvPr id="114691" name="Rectangle 2">
            <a:extLst>
              <a:ext uri="{FF2B5EF4-FFF2-40B4-BE49-F238E27FC236}">
                <a16:creationId xmlns:a16="http://schemas.microsoft.com/office/drawing/2014/main" id="{3C80753D-4FF4-E57E-C250-EF8054FAF164}"/>
              </a:ext>
            </a:extLst>
          </p:cNvPr>
          <p:cNvSpPr>
            <a:spLocks noGrp="1" noRot="1" noChangeAspect="1" noChangeArrowheads="1" noTextEdit="1"/>
          </p:cNvSpPr>
          <p:nvPr>
            <p:ph type="sldImg"/>
          </p:nvPr>
        </p:nvSpPr>
        <p:spPr>
          <a:ln/>
        </p:spPr>
      </p:sp>
      <p:sp>
        <p:nvSpPr>
          <p:cNvPr id="114692" name="Rectangle 3">
            <a:extLst>
              <a:ext uri="{FF2B5EF4-FFF2-40B4-BE49-F238E27FC236}">
                <a16:creationId xmlns:a16="http://schemas.microsoft.com/office/drawing/2014/main" id="{4D9077AC-FE95-7656-56C0-17F1F2CE0F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6">
            <a:extLst>
              <a:ext uri="{FF2B5EF4-FFF2-40B4-BE49-F238E27FC236}">
                <a16:creationId xmlns:a16="http://schemas.microsoft.com/office/drawing/2014/main" id="{730A9D16-B5F4-E1DE-F413-FC84BB0571DE}"/>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116739" name="Rectangle 2">
            <a:extLst>
              <a:ext uri="{FF2B5EF4-FFF2-40B4-BE49-F238E27FC236}">
                <a16:creationId xmlns:a16="http://schemas.microsoft.com/office/drawing/2014/main" id="{EE2227FA-A24F-651B-34C7-F45F4736B55F}"/>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110914D5-4C7D-3408-5C73-81E8FDBF56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6">
            <a:extLst>
              <a:ext uri="{FF2B5EF4-FFF2-40B4-BE49-F238E27FC236}">
                <a16:creationId xmlns:a16="http://schemas.microsoft.com/office/drawing/2014/main" id="{6374BBE3-2045-6B27-8212-91465F8D7552}"/>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118787" name="Rectangle 2">
            <a:extLst>
              <a:ext uri="{FF2B5EF4-FFF2-40B4-BE49-F238E27FC236}">
                <a16:creationId xmlns:a16="http://schemas.microsoft.com/office/drawing/2014/main" id="{B2E6F733-5E92-6769-0C9E-1690666D8789}"/>
              </a:ext>
            </a:extLst>
          </p:cNvPr>
          <p:cNvSpPr>
            <a:spLocks noGrp="1" noRot="1" noChangeAspect="1" noChangeArrowheads="1" noTextEdit="1"/>
          </p:cNvSpPr>
          <p:nvPr>
            <p:ph type="sldImg"/>
          </p:nvPr>
        </p:nvSpPr>
        <p:spPr>
          <a:ln/>
        </p:spPr>
      </p:sp>
      <p:sp>
        <p:nvSpPr>
          <p:cNvPr id="118788" name="Rectangle 3">
            <a:extLst>
              <a:ext uri="{FF2B5EF4-FFF2-40B4-BE49-F238E27FC236}">
                <a16:creationId xmlns:a16="http://schemas.microsoft.com/office/drawing/2014/main" id="{EAE071C3-56C1-6F99-8B4C-BAC9205AF1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6">
            <a:extLst>
              <a:ext uri="{FF2B5EF4-FFF2-40B4-BE49-F238E27FC236}">
                <a16:creationId xmlns:a16="http://schemas.microsoft.com/office/drawing/2014/main" id="{0FDDD364-3B37-CA36-5EAB-1C86705472E1}"/>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120835" name="Rectangle 2">
            <a:extLst>
              <a:ext uri="{FF2B5EF4-FFF2-40B4-BE49-F238E27FC236}">
                <a16:creationId xmlns:a16="http://schemas.microsoft.com/office/drawing/2014/main" id="{75840A64-FFAA-40D0-2747-096710BE09F2}"/>
              </a:ext>
            </a:extLst>
          </p:cNvPr>
          <p:cNvSpPr>
            <a:spLocks noGrp="1" noRot="1" noChangeAspect="1" noChangeArrowheads="1" noTextEdit="1"/>
          </p:cNvSpPr>
          <p:nvPr>
            <p:ph type="sldImg"/>
          </p:nvPr>
        </p:nvSpPr>
        <p:spPr>
          <a:ln/>
        </p:spPr>
      </p:sp>
      <p:sp>
        <p:nvSpPr>
          <p:cNvPr id="120836" name="Rectangle 3">
            <a:extLst>
              <a:ext uri="{FF2B5EF4-FFF2-40B4-BE49-F238E27FC236}">
                <a16:creationId xmlns:a16="http://schemas.microsoft.com/office/drawing/2014/main" id="{EC788090-C652-AB7E-4367-7ED4C34970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6">
            <a:extLst>
              <a:ext uri="{FF2B5EF4-FFF2-40B4-BE49-F238E27FC236}">
                <a16:creationId xmlns:a16="http://schemas.microsoft.com/office/drawing/2014/main" id="{3130BBAC-5AA0-34D4-948E-5B3BB972AF99}"/>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122883" name="Rectangle 2">
            <a:extLst>
              <a:ext uri="{FF2B5EF4-FFF2-40B4-BE49-F238E27FC236}">
                <a16:creationId xmlns:a16="http://schemas.microsoft.com/office/drawing/2014/main" id="{691EE909-C513-F9B4-8A1A-CCAC73C82CB2}"/>
              </a:ext>
            </a:extLst>
          </p:cNvPr>
          <p:cNvSpPr>
            <a:spLocks noGrp="1" noRot="1" noChangeAspect="1" noChangeArrowheads="1" noTextEdit="1"/>
          </p:cNvSpPr>
          <p:nvPr>
            <p:ph type="sldImg"/>
          </p:nvPr>
        </p:nvSpPr>
        <p:spPr>
          <a:ln/>
        </p:spPr>
      </p:sp>
      <p:sp>
        <p:nvSpPr>
          <p:cNvPr id="122884" name="Rectangle 3">
            <a:extLst>
              <a:ext uri="{FF2B5EF4-FFF2-40B4-BE49-F238E27FC236}">
                <a16:creationId xmlns:a16="http://schemas.microsoft.com/office/drawing/2014/main" id="{9B6EF3DB-E5F7-E163-CC33-86BD580898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6">
            <a:extLst>
              <a:ext uri="{FF2B5EF4-FFF2-40B4-BE49-F238E27FC236}">
                <a16:creationId xmlns:a16="http://schemas.microsoft.com/office/drawing/2014/main" id="{9C3C76AE-4128-C8A7-2CFD-A00341C310F1}"/>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124931" name="Rectangle 2">
            <a:extLst>
              <a:ext uri="{FF2B5EF4-FFF2-40B4-BE49-F238E27FC236}">
                <a16:creationId xmlns:a16="http://schemas.microsoft.com/office/drawing/2014/main" id="{168C93B6-8477-85B4-E442-239A24A0D0E0}"/>
              </a:ext>
            </a:extLst>
          </p:cNvPr>
          <p:cNvSpPr>
            <a:spLocks noGrp="1" noRot="1" noChangeAspect="1" noChangeArrowheads="1" noTextEdit="1"/>
          </p:cNvSpPr>
          <p:nvPr>
            <p:ph type="sldImg"/>
          </p:nvPr>
        </p:nvSpPr>
        <p:spPr>
          <a:ln/>
        </p:spPr>
      </p:sp>
      <p:sp>
        <p:nvSpPr>
          <p:cNvPr id="124932" name="Rectangle 3">
            <a:extLst>
              <a:ext uri="{FF2B5EF4-FFF2-40B4-BE49-F238E27FC236}">
                <a16:creationId xmlns:a16="http://schemas.microsoft.com/office/drawing/2014/main" id="{0F75B1C9-C560-C3D0-E814-B0DF0529E2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6">
            <a:extLst>
              <a:ext uri="{FF2B5EF4-FFF2-40B4-BE49-F238E27FC236}">
                <a16:creationId xmlns:a16="http://schemas.microsoft.com/office/drawing/2014/main" id="{3617AEDA-ADFB-DBF9-F418-42016A563B1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126979" name="Rectangle 2">
            <a:extLst>
              <a:ext uri="{FF2B5EF4-FFF2-40B4-BE49-F238E27FC236}">
                <a16:creationId xmlns:a16="http://schemas.microsoft.com/office/drawing/2014/main" id="{DFB6091A-2602-DF9E-2FF8-A7517062301A}"/>
              </a:ext>
            </a:extLst>
          </p:cNvPr>
          <p:cNvSpPr>
            <a:spLocks noGrp="1" noRot="1" noChangeAspect="1" noChangeArrowheads="1" noTextEdit="1"/>
          </p:cNvSpPr>
          <p:nvPr>
            <p:ph type="sldImg"/>
          </p:nvPr>
        </p:nvSpPr>
        <p:spPr>
          <a:ln/>
        </p:spPr>
      </p:sp>
      <p:sp>
        <p:nvSpPr>
          <p:cNvPr id="126980" name="Rectangle 3">
            <a:extLst>
              <a:ext uri="{FF2B5EF4-FFF2-40B4-BE49-F238E27FC236}">
                <a16:creationId xmlns:a16="http://schemas.microsoft.com/office/drawing/2014/main" id="{885F8F52-0A66-59A6-3455-F768986254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6">
            <a:extLst>
              <a:ext uri="{FF2B5EF4-FFF2-40B4-BE49-F238E27FC236}">
                <a16:creationId xmlns:a16="http://schemas.microsoft.com/office/drawing/2014/main" id="{E4610004-BDB4-FDF3-EF09-BE5CBDA823E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129027" name="Rectangle 2">
            <a:extLst>
              <a:ext uri="{FF2B5EF4-FFF2-40B4-BE49-F238E27FC236}">
                <a16:creationId xmlns:a16="http://schemas.microsoft.com/office/drawing/2014/main" id="{C90668B2-6933-3B98-1D8A-0461EB9D3827}"/>
              </a:ext>
            </a:extLst>
          </p:cNvPr>
          <p:cNvSpPr>
            <a:spLocks noGrp="1" noRot="1" noChangeAspect="1" noChangeArrowheads="1" noTextEdit="1"/>
          </p:cNvSpPr>
          <p:nvPr>
            <p:ph type="sldImg"/>
          </p:nvPr>
        </p:nvSpPr>
        <p:spPr>
          <a:ln/>
        </p:spPr>
      </p:sp>
      <p:sp>
        <p:nvSpPr>
          <p:cNvPr id="129028" name="Rectangle 3">
            <a:extLst>
              <a:ext uri="{FF2B5EF4-FFF2-40B4-BE49-F238E27FC236}">
                <a16:creationId xmlns:a16="http://schemas.microsoft.com/office/drawing/2014/main" id="{F24CC2A4-4600-6E39-3B4D-D771C9C87F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6">
            <a:extLst>
              <a:ext uri="{FF2B5EF4-FFF2-40B4-BE49-F238E27FC236}">
                <a16:creationId xmlns:a16="http://schemas.microsoft.com/office/drawing/2014/main" id="{C85765F7-DDF9-76C5-E2B9-01634C92F4E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131075" name="Rectangle 2">
            <a:extLst>
              <a:ext uri="{FF2B5EF4-FFF2-40B4-BE49-F238E27FC236}">
                <a16:creationId xmlns:a16="http://schemas.microsoft.com/office/drawing/2014/main" id="{9104DB81-6701-5006-31D6-B08457547FDB}"/>
              </a:ext>
            </a:extLst>
          </p:cNvPr>
          <p:cNvSpPr>
            <a:spLocks noGrp="1" noRot="1" noChangeAspect="1" noChangeArrowheads="1" noTextEdit="1"/>
          </p:cNvSpPr>
          <p:nvPr>
            <p:ph type="sldImg"/>
          </p:nvPr>
        </p:nvSpPr>
        <p:spPr>
          <a:ln/>
        </p:spPr>
      </p:sp>
      <p:sp>
        <p:nvSpPr>
          <p:cNvPr id="131076" name="Rectangle 3">
            <a:extLst>
              <a:ext uri="{FF2B5EF4-FFF2-40B4-BE49-F238E27FC236}">
                <a16:creationId xmlns:a16="http://schemas.microsoft.com/office/drawing/2014/main" id="{2613FA7C-3CCB-CD57-C1BB-43E8621DC9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6">
            <a:extLst>
              <a:ext uri="{FF2B5EF4-FFF2-40B4-BE49-F238E27FC236}">
                <a16:creationId xmlns:a16="http://schemas.microsoft.com/office/drawing/2014/main" id="{413CF495-BB01-7FA9-B579-7959B7B98FE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r>
              <a:rPr lang="en-US" altLang="en-US"/>
              <a:t>10.#</a:t>
            </a:r>
          </a:p>
        </p:txBody>
      </p:sp>
      <p:sp>
        <p:nvSpPr>
          <p:cNvPr id="133123" name="Rectangle 2">
            <a:extLst>
              <a:ext uri="{FF2B5EF4-FFF2-40B4-BE49-F238E27FC236}">
                <a16:creationId xmlns:a16="http://schemas.microsoft.com/office/drawing/2014/main" id="{4114FAF1-7390-38AD-A454-9F51243E0CD3}"/>
              </a:ext>
            </a:extLst>
          </p:cNvPr>
          <p:cNvSpPr>
            <a:spLocks noGrp="1" noRot="1" noChangeAspect="1" noChangeArrowheads="1" noTextEdit="1"/>
          </p:cNvSpPr>
          <p:nvPr>
            <p:ph type="sldImg"/>
          </p:nvPr>
        </p:nvSpPr>
        <p:spPr>
          <a:ln/>
        </p:spPr>
      </p:sp>
      <p:sp>
        <p:nvSpPr>
          <p:cNvPr id="133124" name="Rectangle 3">
            <a:extLst>
              <a:ext uri="{FF2B5EF4-FFF2-40B4-BE49-F238E27FC236}">
                <a16:creationId xmlns:a16="http://schemas.microsoft.com/office/drawing/2014/main" id="{7207F83C-D13B-649D-E2D9-A65ABA2870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FDEFA8A-D230-1F92-EE79-BAC02C0C01B0}"/>
              </a:ext>
            </a:extLst>
          </p:cNvPr>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a:extLst>
              <a:ext uri="{FF2B5EF4-FFF2-40B4-BE49-F238E27FC236}">
                <a16:creationId xmlns:a16="http://schemas.microsoft.com/office/drawing/2014/main" id="{0DD750FD-348F-757E-3536-610E7D9C1E94}"/>
              </a:ext>
            </a:extLst>
          </p:cNvPr>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5">
            <a:extLst>
              <a:ext uri="{FF2B5EF4-FFF2-40B4-BE49-F238E27FC236}">
                <a16:creationId xmlns:a16="http://schemas.microsoft.com/office/drawing/2014/main" id="{AB0D7A9B-2C98-DC46-CCD6-9DBD933DE0BC}"/>
              </a:ext>
            </a:extLst>
          </p:cNvPr>
          <p:cNvCxnSpPr/>
          <p:nvPr/>
        </p:nvCxnSpPr>
        <p:spPr>
          <a:xfrm>
            <a:off x="906463" y="4343400"/>
            <a:ext cx="740568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 name="Text Box 17">
            <a:extLst>
              <a:ext uri="{FF2B5EF4-FFF2-40B4-BE49-F238E27FC236}">
                <a16:creationId xmlns:a16="http://schemas.microsoft.com/office/drawing/2014/main" id="{077411AF-EB8B-F4D1-B2EE-959F072FC2CF}"/>
              </a:ext>
            </a:extLst>
          </p:cNvPr>
          <p:cNvSpPr txBox="1">
            <a:spLocks noChangeArrowheads="1"/>
          </p:cNvSpPr>
          <p:nvPr userDrawn="1"/>
        </p:nvSpPr>
        <p:spPr bwMode="auto">
          <a:xfrm>
            <a:off x="0" y="6553200"/>
            <a:ext cx="2209800" cy="304800"/>
          </a:xfrm>
          <a:prstGeom prst="rect">
            <a:avLst/>
          </a:prstGeom>
          <a:noFill/>
          <a:ln>
            <a:noFill/>
          </a:ln>
        </p:spPr>
        <p:txBody>
          <a:bodyPr>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1" fontAlgn="auto" hangingPunct="1">
              <a:spcBef>
                <a:spcPct val="50000"/>
              </a:spcBef>
              <a:spcAft>
                <a:spcPts val="0"/>
              </a:spcAft>
              <a:defRPr/>
            </a:pPr>
            <a:r>
              <a:rPr lang="en-US" altLang="en-US" sz="1400" b="0" i="0" dirty="0">
                <a:latin typeface="McGrawHill-Italic" pitchFamily="2" charset="0"/>
              </a:rPr>
              <a:t>McGraw-Hill</a:t>
            </a:r>
            <a:endParaRPr lang="en-US" altLang="en-US" sz="2400" b="0" i="0" dirty="0">
              <a:latin typeface="Times New Roman" pitchFamily="18" charset="0"/>
            </a:endParaRPr>
          </a:p>
        </p:txBody>
      </p:sp>
      <p:sp>
        <p:nvSpPr>
          <p:cNvPr id="8" name="Text Box 18">
            <a:extLst>
              <a:ext uri="{FF2B5EF4-FFF2-40B4-BE49-F238E27FC236}">
                <a16:creationId xmlns:a16="http://schemas.microsoft.com/office/drawing/2014/main" id="{FAF871C5-FA4B-9282-5CB3-AF1416C24978}"/>
              </a:ext>
            </a:extLst>
          </p:cNvPr>
          <p:cNvSpPr txBox="1">
            <a:spLocks noChangeArrowheads="1"/>
          </p:cNvSpPr>
          <p:nvPr userDrawn="1"/>
        </p:nvSpPr>
        <p:spPr bwMode="auto">
          <a:xfrm>
            <a:off x="4572000" y="6553200"/>
            <a:ext cx="4572000" cy="304800"/>
          </a:xfrm>
          <a:prstGeom prst="rect">
            <a:avLst/>
          </a:prstGeom>
          <a:noFill/>
          <a:ln>
            <a:noFill/>
          </a:ln>
        </p:spPr>
        <p:txBody>
          <a:bodyPr>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algn="r" eaLnBrk="1" fontAlgn="auto" hangingPunct="1">
              <a:spcBef>
                <a:spcPct val="50000"/>
              </a:spcBef>
              <a:spcAft>
                <a:spcPts val="0"/>
              </a:spcAft>
              <a:buFontTx/>
              <a:buChar char="©"/>
              <a:defRPr/>
            </a:pPr>
            <a:r>
              <a:rPr lang="en-US" altLang="en-US" sz="1400" b="0" i="0" dirty="0">
                <a:latin typeface="McGrawHill-Italic" pitchFamily="2" charset="0"/>
              </a:rPr>
              <a:t>The McGraw-Hill Companies, Inc., 2000</a:t>
            </a:r>
            <a:endParaRPr lang="en-US" altLang="en-US" sz="2400" b="0" i="0" dirty="0">
              <a:latin typeface="Times New Roman" pitchFamily="18" charset="0"/>
            </a:endParaRPr>
          </a:p>
        </p:txBody>
      </p:sp>
      <p:sp>
        <p:nvSpPr>
          <p:cNvPr id="2" name="Title 1"/>
          <p:cNvSpPr>
            <a:spLocks noGrp="1"/>
          </p:cNvSpPr>
          <p:nvPr>
            <p:ph type="ctrTitle"/>
          </p:nvPr>
        </p:nvSpPr>
        <p:spPr>
          <a:xfrm>
            <a:off x="822960" y="758952"/>
            <a:ext cx="7543800" cy="3566160"/>
          </a:xfrm>
        </p:spPr>
        <p:txBody>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9" name="Date Placeholder 3">
            <a:extLst>
              <a:ext uri="{FF2B5EF4-FFF2-40B4-BE49-F238E27FC236}">
                <a16:creationId xmlns:a16="http://schemas.microsoft.com/office/drawing/2014/main" id="{FA516017-A19E-9134-6747-6328097C8E4B}"/>
              </a:ext>
            </a:extLst>
          </p:cNvPr>
          <p:cNvSpPr>
            <a:spLocks noGrp="1"/>
          </p:cNvSpPr>
          <p:nvPr>
            <p:ph type="dt" sz="half" idx="10"/>
          </p:nvPr>
        </p:nvSpPr>
        <p:spPr/>
        <p:txBody>
          <a:bodyPr/>
          <a:lstStyle>
            <a:lvl1pPr>
              <a:defRPr/>
            </a:lvl1pPr>
          </a:lstStyle>
          <a:p>
            <a:pPr>
              <a:defRPr/>
            </a:pPr>
            <a:endParaRPr lang="en-US"/>
          </a:p>
        </p:txBody>
      </p:sp>
      <p:sp>
        <p:nvSpPr>
          <p:cNvPr id="10" name="Footer Placeholder 4">
            <a:extLst>
              <a:ext uri="{FF2B5EF4-FFF2-40B4-BE49-F238E27FC236}">
                <a16:creationId xmlns:a16="http://schemas.microsoft.com/office/drawing/2014/main" id="{79C8DF1D-1B1A-BB1F-FED7-32603E613925}"/>
              </a:ext>
            </a:extLst>
          </p:cNvPr>
          <p:cNvSpPr>
            <a:spLocks noGrp="1"/>
          </p:cNvSpPr>
          <p:nvPr>
            <p:ph type="ftr" sz="quarter" idx="11"/>
          </p:nvPr>
        </p:nvSpPr>
        <p:spPr/>
        <p:txBody>
          <a:bodyPr/>
          <a:lstStyle>
            <a:lvl1pPr>
              <a:defRPr/>
            </a:lvl1pPr>
          </a:lstStyle>
          <a:p>
            <a:pPr>
              <a:defRPr/>
            </a:pPr>
            <a:endParaRPr lang="en-US"/>
          </a:p>
        </p:txBody>
      </p:sp>
      <p:sp>
        <p:nvSpPr>
          <p:cNvPr id="11" name="Slide Number Placeholder 5">
            <a:extLst>
              <a:ext uri="{FF2B5EF4-FFF2-40B4-BE49-F238E27FC236}">
                <a16:creationId xmlns:a16="http://schemas.microsoft.com/office/drawing/2014/main" id="{83CC7026-A796-7959-971A-7DC498DE3B67}"/>
              </a:ext>
            </a:extLst>
          </p:cNvPr>
          <p:cNvSpPr>
            <a:spLocks noGrp="1"/>
          </p:cNvSpPr>
          <p:nvPr>
            <p:ph type="sldNum" sz="quarter" idx="12"/>
          </p:nvPr>
        </p:nvSpPr>
        <p:spPr/>
        <p:txBody>
          <a:bodyPr/>
          <a:lstStyle>
            <a:lvl1pPr>
              <a:defRPr/>
            </a:lvl1pPr>
          </a:lstStyle>
          <a:p>
            <a:pPr>
              <a:defRPr/>
            </a:pPr>
            <a:fld id="{FF207834-B84E-4EF7-9A54-2784A1C9999B}" type="slidenum">
              <a:rPr lang="en-US" altLang="en-US"/>
              <a:pPr>
                <a:defRPr/>
              </a:pPr>
              <a:t>‹#›</a:t>
            </a:fld>
            <a:endParaRPr lang="en-US" altLang="en-US"/>
          </a:p>
        </p:txBody>
      </p:sp>
    </p:spTree>
    <p:extLst>
      <p:ext uri="{BB962C8B-B14F-4D97-AF65-F5344CB8AC3E}">
        <p14:creationId xmlns:p14="http://schemas.microsoft.com/office/powerpoint/2010/main" val="1622678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E783985-4316-821C-BF73-12E8C9AC2438}"/>
              </a:ext>
            </a:extLst>
          </p:cNvPr>
          <p:cNvSpPr>
            <a:spLocks noGrp="1"/>
          </p:cNvSpPr>
          <p:nvPr>
            <p:ph type="dt" sz="half" idx="10"/>
          </p:nvPr>
        </p:nvSpPr>
        <p:spPr/>
        <p:txBody>
          <a:bodyPr/>
          <a:lstStyle>
            <a:lvl1pPr>
              <a:defRPr/>
            </a:lvl1pPr>
          </a:lstStyle>
          <a:p>
            <a:pPr>
              <a:defRPr/>
            </a:pPr>
            <a:fld id="{90598119-0962-40A4-A912-3ECBC0010577}" type="datetimeFigureOut">
              <a:rPr lang="en-US"/>
              <a:pPr>
                <a:defRPr/>
              </a:pPr>
              <a:t>8/10/2026</a:t>
            </a:fld>
            <a:endParaRPr lang="en-US" dirty="0"/>
          </a:p>
        </p:txBody>
      </p:sp>
      <p:sp>
        <p:nvSpPr>
          <p:cNvPr id="5" name="Footer Placeholder 4">
            <a:extLst>
              <a:ext uri="{FF2B5EF4-FFF2-40B4-BE49-F238E27FC236}">
                <a16:creationId xmlns:a16="http://schemas.microsoft.com/office/drawing/2014/main" id="{1EE38AA9-0499-8967-8860-20554CFE3A8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2263516-75E5-74D1-AA32-2B473955A421}"/>
              </a:ext>
            </a:extLst>
          </p:cNvPr>
          <p:cNvSpPr>
            <a:spLocks noGrp="1"/>
          </p:cNvSpPr>
          <p:nvPr>
            <p:ph type="sldNum" sz="quarter" idx="12"/>
          </p:nvPr>
        </p:nvSpPr>
        <p:spPr/>
        <p:txBody>
          <a:bodyPr/>
          <a:lstStyle>
            <a:lvl1pPr>
              <a:defRPr/>
            </a:lvl1pPr>
          </a:lstStyle>
          <a:p>
            <a:pPr>
              <a:defRPr/>
            </a:pPr>
            <a:r>
              <a:rPr lang="en-US" altLang="en-US"/>
              <a:t>10.</a:t>
            </a:r>
            <a:fld id="{C46051ED-A804-4A6B-8D51-B8A43954C8F5}" type="slidenum">
              <a:rPr lang="en-US" altLang="en-US" smtClean="0"/>
              <a:pPr>
                <a:defRPr/>
              </a:pPr>
              <a:t>‹#›</a:t>
            </a:fld>
            <a:endParaRPr lang="en-US" altLang="en-US"/>
          </a:p>
        </p:txBody>
      </p:sp>
    </p:spTree>
    <p:extLst>
      <p:ext uri="{BB962C8B-B14F-4D97-AF65-F5344CB8AC3E}">
        <p14:creationId xmlns:p14="http://schemas.microsoft.com/office/powerpoint/2010/main" val="2311534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AE24ACC-2527-D73C-EF4F-8FE7727F4B2A}"/>
              </a:ext>
            </a:extLst>
          </p:cNvPr>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a:extLst>
              <a:ext uri="{FF2B5EF4-FFF2-40B4-BE49-F238E27FC236}">
                <a16:creationId xmlns:a16="http://schemas.microsoft.com/office/drawing/2014/main" id="{24698C82-CFB8-B079-DD6B-9F114927592C}"/>
              </a:ext>
            </a:extLst>
          </p:cNvPr>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5">
            <a:extLst>
              <a:ext uri="{FF2B5EF4-FFF2-40B4-BE49-F238E27FC236}">
                <a16:creationId xmlns:a16="http://schemas.microsoft.com/office/drawing/2014/main" id="{83113EFB-A5B4-ED29-AA9D-84E109A2D31A}"/>
              </a:ext>
            </a:extLst>
          </p:cNvPr>
          <p:cNvCxnSpPr/>
          <p:nvPr/>
        </p:nvCxnSpPr>
        <p:spPr>
          <a:xfrm>
            <a:off x="906463" y="4343400"/>
            <a:ext cx="740568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822960" y="758952"/>
            <a:ext cx="7543800" cy="3566160"/>
          </a:xfrm>
        </p:spPr>
        <p:txBody>
          <a:bodyPr anchorCtr="0"/>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3">
            <a:extLst>
              <a:ext uri="{FF2B5EF4-FFF2-40B4-BE49-F238E27FC236}">
                <a16:creationId xmlns:a16="http://schemas.microsoft.com/office/drawing/2014/main" id="{2CE807FA-60E0-A0BC-3EBD-F7CC3DAC5078}"/>
              </a:ext>
            </a:extLst>
          </p:cNvPr>
          <p:cNvSpPr>
            <a:spLocks noGrp="1"/>
          </p:cNvSpPr>
          <p:nvPr>
            <p:ph type="dt" sz="half" idx="10"/>
          </p:nvPr>
        </p:nvSpPr>
        <p:spPr/>
        <p:txBody>
          <a:bodyPr/>
          <a:lstStyle>
            <a:lvl1pPr>
              <a:defRPr/>
            </a:lvl1pPr>
          </a:lstStyle>
          <a:p>
            <a:pPr>
              <a:defRPr/>
            </a:pPr>
            <a:fld id="{F1A0C0F5-FEBE-4CB2-BF54-A5D1EFE52614}" type="datetimeFigureOut">
              <a:rPr lang="en-US"/>
              <a:pPr>
                <a:defRPr/>
              </a:pPr>
              <a:t>8/10/2026</a:t>
            </a:fld>
            <a:endParaRPr lang="en-US" dirty="0"/>
          </a:p>
        </p:txBody>
      </p:sp>
      <p:sp>
        <p:nvSpPr>
          <p:cNvPr id="8" name="Footer Placeholder 4">
            <a:extLst>
              <a:ext uri="{FF2B5EF4-FFF2-40B4-BE49-F238E27FC236}">
                <a16:creationId xmlns:a16="http://schemas.microsoft.com/office/drawing/2014/main" id="{20327FB9-CE89-A761-0F93-875F0E2C6F27}"/>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F49BFAEB-1F91-7299-294B-C7DB7C15C19A}"/>
              </a:ext>
            </a:extLst>
          </p:cNvPr>
          <p:cNvSpPr>
            <a:spLocks noGrp="1"/>
          </p:cNvSpPr>
          <p:nvPr>
            <p:ph type="sldNum" sz="quarter" idx="12"/>
          </p:nvPr>
        </p:nvSpPr>
        <p:spPr/>
        <p:txBody>
          <a:bodyPr/>
          <a:lstStyle>
            <a:lvl1pPr>
              <a:defRPr/>
            </a:lvl1pPr>
          </a:lstStyle>
          <a:p>
            <a:pPr>
              <a:defRPr/>
            </a:pPr>
            <a:r>
              <a:rPr lang="en-US" altLang="en-US"/>
              <a:t>10.</a:t>
            </a:r>
            <a:fld id="{628BE7CD-D4FD-4FB5-8156-E125ECD38BA2}" type="slidenum">
              <a:rPr lang="en-US" altLang="en-US" smtClean="0"/>
              <a:pPr>
                <a:defRPr/>
              </a:pPr>
              <a:t>‹#›</a:t>
            </a:fld>
            <a:endParaRPr lang="en-US" altLang="en-US"/>
          </a:p>
        </p:txBody>
      </p:sp>
    </p:spTree>
    <p:extLst>
      <p:ext uri="{BB962C8B-B14F-4D97-AF65-F5344CB8AC3E}">
        <p14:creationId xmlns:p14="http://schemas.microsoft.com/office/powerpoint/2010/main" val="511753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3">
            <a:extLst>
              <a:ext uri="{FF2B5EF4-FFF2-40B4-BE49-F238E27FC236}">
                <a16:creationId xmlns:a16="http://schemas.microsoft.com/office/drawing/2014/main" id="{40574455-F9D4-EED8-C245-D738D3DE2D80}"/>
              </a:ext>
            </a:extLst>
          </p:cNvPr>
          <p:cNvSpPr>
            <a:spLocks noGrp="1"/>
          </p:cNvSpPr>
          <p:nvPr>
            <p:ph type="dt" sz="half" idx="10"/>
          </p:nvPr>
        </p:nvSpPr>
        <p:spPr/>
        <p:txBody>
          <a:bodyPr/>
          <a:lstStyle>
            <a:lvl1pPr>
              <a:defRPr/>
            </a:lvl1pPr>
          </a:lstStyle>
          <a:p>
            <a:pPr>
              <a:defRPr/>
            </a:pPr>
            <a:fld id="{EBA0FD54-4F81-434C-B26C-DF9458294988}" type="datetimeFigureOut">
              <a:rPr lang="en-US"/>
              <a:pPr>
                <a:defRPr/>
              </a:pPr>
              <a:t>8/10/2026</a:t>
            </a:fld>
            <a:endParaRPr lang="en-US" dirty="0"/>
          </a:p>
        </p:txBody>
      </p:sp>
      <p:sp>
        <p:nvSpPr>
          <p:cNvPr id="5" name="Footer Placeholder 4">
            <a:extLst>
              <a:ext uri="{FF2B5EF4-FFF2-40B4-BE49-F238E27FC236}">
                <a16:creationId xmlns:a16="http://schemas.microsoft.com/office/drawing/2014/main" id="{BECA2CB8-C763-2B27-D205-D26D3FB5E99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556AE93-41AB-4002-DE17-6CDC294BCA6C}"/>
              </a:ext>
            </a:extLst>
          </p:cNvPr>
          <p:cNvSpPr>
            <a:spLocks noGrp="1"/>
          </p:cNvSpPr>
          <p:nvPr>
            <p:ph type="sldNum" sz="quarter" idx="12"/>
          </p:nvPr>
        </p:nvSpPr>
        <p:spPr/>
        <p:txBody>
          <a:bodyPr/>
          <a:lstStyle>
            <a:lvl1pPr>
              <a:defRPr/>
            </a:lvl1pPr>
          </a:lstStyle>
          <a:p>
            <a:pPr>
              <a:defRPr/>
            </a:pPr>
            <a:r>
              <a:rPr lang="en-US" altLang="en-US"/>
              <a:t>10.</a:t>
            </a:r>
            <a:fld id="{F1F6F869-7DD1-4752-81AC-86B65BA41CEC}" type="slidenum">
              <a:rPr lang="en-US" altLang="en-US" smtClean="0"/>
              <a:pPr>
                <a:defRPr/>
              </a:pPr>
              <a:t>‹#›</a:t>
            </a:fld>
            <a:endParaRPr lang="en-US" altLang="en-US"/>
          </a:p>
        </p:txBody>
      </p:sp>
    </p:spTree>
    <p:extLst>
      <p:ext uri="{BB962C8B-B14F-4D97-AF65-F5344CB8AC3E}">
        <p14:creationId xmlns:p14="http://schemas.microsoft.com/office/powerpoint/2010/main" val="4054509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3">
            <a:extLst>
              <a:ext uri="{FF2B5EF4-FFF2-40B4-BE49-F238E27FC236}">
                <a16:creationId xmlns:a16="http://schemas.microsoft.com/office/drawing/2014/main" id="{D0296525-A365-AF25-5C5B-BB4A3C9A5DE1}"/>
              </a:ext>
            </a:extLst>
          </p:cNvPr>
          <p:cNvSpPr>
            <a:spLocks noGrp="1"/>
          </p:cNvSpPr>
          <p:nvPr>
            <p:ph type="dt" sz="half" idx="10"/>
          </p:nvPr>
        </p:nvSpPr>
        <p:spPr/>
        <p:txBody>
          <a:bodyPr/>
          <a:lstStyle>
            <a:lvl1pPr>
              <a:defRPr/>
            </a:lvl1pPr>
          </a:lstStyle>
          <a:p>
            <a:pPr>
              <a:defRPr/>
            </a:pPr>
            <a:fld id="{A19BB63E-772B-498F-BA0C-9E0D72002BC2}" type="datetimeFigureOut">
              <a:rPr lang="en-US"/>
              <a:pPr>
                <a:defRPr/>
              </a:pPr>
              <a:t>8/10/2026</a:t>
            </a:fld>
            <a:endParaRPr lang="en-US" dirty="0"/>
          </a:p>
        </p:txBody>
      </p:sp>
      <p:sp>
        <p:nvSpPr>
          <p:cNvPr id="7" name="Footer Placeholder 4">
            <a:extLst>
              <a:ext uri="{FF2B5EF4-FFF2-40B4-BE49-F238E27FC236}">
                <a16:creationId xmlns:a16="http://schemas.microsoft.com/office/drawing/2014/main" id="{77C105CE-39FF-02FA-E639-A8D74D23C9E3}"/>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7EB5384F-538E-EC96-5FF2-F55BA5D224FC}"/>
              </a:ext>
            </a:extLst>
          </p:cNvPr>
          <p:cNvSpPr>
            <a:spLocks noGrp="1"/>
          </p:cNvSpPr>
          <p:nvPr>
            <p:ph type="sldNum" sz="quarter" idx="12"/>
          </p:nvPr>
        </p:nvSpPr>
        <p:spPr/>
        <p:txBody>
          <a:bodyPr/>
          <a:lstStyle>
            <a:lvl1pPr>
              <a:defRPr/>
            </a:lvl1pPr>
          </a:lstStyle>
          <a:p>
            <a:pPr>
              <a:defRPr/>
            </a:pPr>
            <a:r>
              <a:rPr lang="en-US" altLang="en-US"/>
              <a:t>10.</a:t>
            </a:r>
            <a:fld id="{67A42040-F3B7-4601-A196-E2E68D15149D}" type="slidenum">
              <a:rPr lang="en-US" altLang="en-US" smtClean="0"/>
              <a:pPr>
                <a:defRPr/>
              </a:pPr>
              <a:t>‹#›</a:t>
            </a:fld>
            <a:endParaRPr lang="en-US" altLang="en-US"/>
          </a:p>
        </p:txBody>
      </p:sp>
    </p:spTree>
    <p:extLst>
      <p:ext uri="{BB962C8B-B14F-4D97-AF65-F5344CB8AC3E}">
        <p14:creationId xmlns:p14="http://schemas.microsoft.com/office/powerpoint/2010/main" val="616987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B58C8D68-B501-AE2F-7350-DDC6C14E798C}"/>
              </a:ext>
            </a:extLst>
          </p:cNvPr>
          <p:cNvSpPr>
            <a:spLocks noGrp="1"/>
          </p:cNvSpPr>
          <p:nvPr>
            <p:ph type="dt" sz="half" idx="10"/>
          </p:nvPr>
        </p:nvSpPr>
        <p:spPr/>
        <p:txBody>
          <a:bodyPr/>
          <a:lstStyle>
            <a:lvl1pPr>
              <a:defRPr/>
            </a:lvl1pPr>
          </a:lstStyle>
          <a:p>
            <a:pPr>
              <a:defRPr/>
            </a:pPr>
            <a:fld id="{4FD947F2-F810-4187-9433-6BD1686893F1}" type="datetimeFigureOut">
              <a:rPr lang="en-US"/>
              <a:pPr>
                <a:defRPr/>
              </a:pPr>
              <a:t>8/10/2026</a:t>
            </a:fld>
            <a:endParaRPr lang="en-US" dirty="0"/>
          </a:p>
        </p:txBody>
      </p:sp>
      <p:sp>
        <p:nvSpPr>
          <p:cNvPr id="4" name="Footer Placeholder 4">
            <a:extLst>
              <a:ext uri="{FF2B5EF4-FFF2-40B4-BE49-F238E27FC236}">
                <a16:creationId xmlns:a16="http://schemas.microsoft.com/office/drawing/2014/main" id="{263EE4D7-2AB0-F9B8-F09E-3E9C9ECC4E45}"/>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D26DE076-436F-FCD9-588E-C081D54FB7B0}"/>
              </a:ext>
            </a:extLst>
          </p:cNvPr>
          <p:cNvSpPr>
            <a:spLocks noGrp="1"/>
          </p:cNvSpPr>
          <p:nvPr>
            <p:ph type="sldNum" sz="quarter" idx="12"/>
          </p:nvPr>
        </p:nvSpPr>
        <p:spPr/>
        <p:txBody>
          <a:bodyPr/>
          <a:lstStyle>
            <a:lvl1pPr>
              <a:defRPr/>
            </a:lvl1pPr>
          </a:lstStyle>
          <a:p>
            <a:pPr>
              <a:defRPr/>
            </a:pPr>
            <a:r>
              <a:rPr lang="en-US" altLang="en-US"/>
              <a:t>10.</a:t>
            </a:r>
            <a:fld id="{2CE39137-9CC2-4650-BB18-8D633AD094AC}" type="slidenum">
              <a:rPr lang="en-US" altLang="en-US" smtClean="0"/>
              <a:pPr>
                <a:defRPr/>
              </a:pPr>
              <a:t>‹#›</a:t>
            </a:fld>
            <a:endParaRPr lang="en-US" altLang="en-US"/>
          </a:p>
        </p:txBody>
      </p:sp>
    </p:spTree>
    <p:extLst>
      <p:ext uri="{BB962C8B-B14F-4D97-AF65-F5344CB8AC3E}">
        <p14:creationId xmlns:p14="http://schemas.microsoft.com/office/powerpoint/2010/main" val="3000291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D6B7E1-242F-05A0-4543-AF5EEB570513}"/>
              </a:ext>
            </a:extLst>
          </p:cNvPr>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2">
            <a:extLst>
              <a:ext uri="{FF2B5EF4-FFF2-40B4-BE49-F238E27FC236}">
                <a16:creationId xmlns:a16="http://schemas.microsoft.com/office/drawing/2014/main" id="{652CB732-9084-E51D-386D-FF2D375D76BE}"/>
              </a:ext>
            </a:extLst>
          </p:cNvPr>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6">
            <a:extLst>
              <a:ext uri="{FF2B5EF4-FFF2-40B4-BE49-F238E27FC236}">
                <a16:creationId xmlns:a16="http://schemas.microsoft.com/office/drawing/2014/main" id="{CDCA45F4-5541-B1CF-44AE-3ECC87E8F58F}"/>
              </a:ext>
            </a:extLst>
          </p:cNvPr>
          <p:cNvSpPr>
            <a:spLocks noGrp="1"/>
          </p:cNvSpPr>
          <p:nvPr>
            <p:ph type="dt" sz="half" idx="10"/>
          </p:nvPr>
        </p:nvSpPr>
        <p:spPr/>
        <p:txBody>
          <a:bodyPr/>
          <a:lstStyle>
            <a:lvl1pPr>
              <a:defRPr/>
            </a:lvl1pPr>
          </a:lstStyle>
          <a:p>
            <a:pPr>
              <a:defRPr/>
            </a:pPr>
            <a:fld id="{D22C0CAA-BDCC-49EE-8C7A-D0D81ED090F9}" type="datetimeFigureOut">
              <a:rPr lang="en-US"/>
              <a:pPr>
                <a:defRPr/>
              </a:pPr>
              <a:t>8/10/2026</a:t>
            </a:fld>
            <a:endParaRPr lang="en-US" dirty="0"/>
          </a:p>
        </p:txBody>
      </p:sp>
      <p:sp>
        <p:nvSpPr>
          <p:cNvPr id="5" name="Footer Placeholder 7">
            <a:extLst>
              <a:ext uri="{FF2B5EF4-FFF2-40B4-BE49-F238E27FC236}">
                <a16:creationId xmlns:a16="http://schemas.microsoft.com/office/drawing/2014/main" id="{CA1EA1D4-9F41-438F-B764-0E7362306A66}"/>
              </a:ext>
            </a:extLst>
          </p:cNvPr>
          <p:cNvSpPr>
            <a:spLocks noGrp="1"/>
          </p:cNvSpPr>
          <p:nvPr>
            <p:ph type="ftr" sz="quarter" idx="11"/>
          </p:nvPr>
        </p:nvSpPr>
        <p:spPr/>
        <p:txBody>
          <a:bodyPr/>
          <a:lstStyle>
            <a:lvl1pPr>
              <a:defRPr>
                <a:solidFill>
                  <a:srgbClr val="FFFFFF"/>
                </a:solidFill>
              </a:defRPr>
            </a:lvl1pPr>
          </a:lstStyle>
          <a:p>
            <a:pPr>
              <a:defRPr/>
            </a:pPr>
            <a:endParaRPr lang="en-US"/>
          </a:p>
        </p:txBody>
      </p:sp>
      <p:sp>
        <p:nvSpPr>
          <p:cNvPr id="6" name="Slide Number Placeholder 8">
            <a:extLst>
              <a:ext uri="{FF2B5EF4-FFF2-40B4-BE49-F238E27FC236}">
                <a16:creationId xmlns:a16="http://schemas.microsoft.com/office/drawing/2014/main" id="{AC9CD96C-EE04-8B15-EFC4-FEF946177DD0}"/>
              </a:ext>
            </a:extLst>
          </p:cNvPr>
          <p:cNvSpPr>
            <a:spLocks noGrp="1"/>
          </p:cNvSpPr>
          <p:nvPr>
            <p:ph type="sldNum" sz="quarter" idx="12"/>
          </p:nvPr>
        </p:nvSpPr>
        <p:spPr/>
        <p:txBody>
          <a:bodyPr/>
          <a:lstStyle>
            <a:lvl1pPr>
              <a:defRPr/>
            </a:lvl1pPr>
          </a:lstStyle>
          <a:p>
            <a:pPr>
              <a:defRPr/>
            </a:pPr>
            <a:r>
              <a:rPr lang="en-US" altLang="en-US"/>
              <a:t>10.</a:t>
            </a:r>
            <a:fld id="{2DDE75AC-FBFB-4556-AB2E-E96ACDDAE2B5}" type="slidenum">
              <a:rPr lang="en-US" altLang="en-US" smtClean="0"/>
              <a:pPr>
                <a:defRPr/>
              </a:pPr>
              <a:t>‹#›</a:t>
            </a:fld>
            <a:endParaRPr lang="en-US" altLang="en-US"/>
          </a:p>
        </p:txBody>
      </p:sp>
    </p:spTree>
    <p:extLst>
      <p:ext uri="{BB962C8B-B14F-4D97-AF65-F5344CB8AC3E}">
        <p14:creationId xmlns:p14="http://schemas.microsoft.com/office/powerpoint/2010/main" val="2026421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178EF4B-4E5E-D8E9-9284-9EDA5146E3AB}"/>
              </a:ext>
            </a:extLst>
          </p:cNvPr>
          <p:cNvSpPr/>
          <p:nvPr/>
        </p:nvSpPr>
        <p:spPr>
          <a:xfrm>
            <a:off x="0" y="0"/>
            <a:ext cx="303847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718B4D3A-1BE0-C14A-7E51-22044D6F96F1}"/>
              </a:ext>
            </a:extLst>
          </p:cNvPr>
          <p:cNvSpPr/>
          <p:nvPr/>
        </p:nvSpPr>
        <p:spPr>
          <a:xfrm>
            <a:off x="3030538" y="0"/>
            <a:ext cx="4762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a:extLst>
              <a:ext uri="{FF2B5EF4-FFF2-40B4-BE49-F238E27FC236}">
                <a16:creationId xmlns:a16="http://schemas.microsoft.com/office/drawing/2014/main" id="{F056CA9A-05A6-780A-A0F8-3FAE2AE7603D}"/>
              </a:ext>
            </a:extLst>
          </p:cNvPr>
          <p:cNvSpPr>
            <a:spLocks noGrp="1"/>
          </p:cNvSpPr>
          <p:nvPr>
            <p:ph type="dt" sz="half" idx="10"/>
          </p:nvPr>
        </p:nvSpPr>
        <p:spPr>
          <a:xfrm>
            <a:off x="349250" y="6459538"/>
            <a:ext cx="1963738" cy="365125"/>
          </a:xfrm>
        </p:spPr>
        <p:txBody>
          <a:bodyPr/>
          <a:lstStyle>
            <a:lvl1pPr algn="l">
              <a:defRPr/>
            </a:lvl1pPr>
          </a:lstStyle>
          <a:p>
            <a:pPr>
              <a:defRPr/>
            </a:pPr>
            <a:fld id="{BDF5A329-03DF-4AA6-A7B5-8716FF8FFDAF}" type="datetimeFigureOut">
              <a:rPr lang="en-US"/>
              <a:pPr>
                <a:defRPr/>
              </a:pPr>
              <a:t>8/10/2026</a:t>
            </a:fld>
            <a:endParaRPr lang="en-US" dirty="0"/>
          </a:p>
        </p:txBody>
      </p:sp>
      <p:sp>
        <p:nvSpPr>
          <p:cNvPr id="8" name="Footer Placeholder 5">
            <a:extLst>
              <a:ext uri="{FF2B5EF4-FFF2-40B4-BE49-F238E27FC236}">
                <a16:creationId xmlns:a16="http://schemas.microsoft.com/office/drawing/2014/main" id="{E29B082E-348C-8C47-5A4E-6F6D20D90E1F}"/>
              </a:ext>
            </a:extLst>
          </p:cNvPr>
          <p:cNvSpPr>
            <a:spLocks noGrp="1"/>
          </p:cNvSpPr>
          <p:nvPr>
            <p:ph type="ftr" sz="quarter" idx="11"/>
          </p:nvPr>
        </p:nvSpPr>
        <p:spPr>
          <a:xfrm>
            <a:off x="3600450" y="6459538"/>
            <a:ext cx="3486150" cy="365125"/>
          </a:xfrm>
        </p:spPr>
        <p:txBody>
          <a:bodyPr/>
          <a:lstStyle>
            <a:lvl1pPr algn="l">
              <a:defRPr>
                <a:solidFill>
                  <a:schemeClr val="tx2"/>
                </a:solidFill>
              </a:defRPr>
            </a:lvl1pPr>
          </a:lstStyle>
          <a:p>
            <a:pPr>
              <a:defRPr/>
            </a:pPr>
            <a:endParaRPr lang="en-US"/>
          </a:p>
        </p:txBody>
      </p:sp>
      <p:sp>
        <p:nvSpPr>
          <p:cNvPr id="9" name="Slide Number Placeholder 6">
            <a:extLst>
              <a:ext uri="{FF2B5EF4-FFF2-40B4-BE49-F238E27FC236}">
                <a16:creationId xmlns:a16="http://schemas.microsoft.com/office/drawing/2014/main" id="{53E37B69-1543-DA6F-AB76-7C3333A9560E}"/>
              </a:ext>
            </a:extLst>
          </p:cNvPr>
          <p:cNvSpPr>
            <a:spLocks noGrp="1"/>
          </p:cNvSpPr>
          <p:nvPr>
            <p:ph type="sldNum" sz="quarter" idx="12"/>
          </p:nvPr>
        </p:nvSpPr>
        <p:spPr/>
        <p:txBody>
          <a:bodyPr/>
          <a:lstStyle>
            <a:lvl1pPr>
              <a:defRPr>
                <a:solidFill>
                  <a:schemeClr val="tx2"/>
                </a:solidFill>
              </a:defRPr>
            </a:lvl1pPr>
          </a:lstStyle>
          <a:p>
            <a:pPr>
              <a:defRPr/>
            </a:pPr>
            <a:r>
              <a:rPr lang="en-US" altLang="en-US"/>
              <a:t>10.</a:t>
            </a:r>
            <a:fld id="{1BCCFE19-C434-4A83-829E-8A789A501A33}" type="slidenum">
              <a:rPr lang="en-US" altLang="en-US" smtClean="0"/>
              <a:pPr>
                <a:defRPr/>
              </a:pPr>
              <a:t>‹#›</a:t>
            </a:fld>
            <a:endParaRPr lang="en-US" altLang="en-US"/>
          </a:p>
        </p:txBody>
      </p:sp>
    </p:spTree>
    <p:extLst>
      <p:ext uri="{BB962C8B-B14F-4D97-AF65-F5344CB8AC3E}">
        <p14:creationId xmlns:p14="http://schemas.microsoft.com/office/powerpoint/2010/main" val="1207223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FD30FF8-66CE-DA2C-4F65-CBE4A90D61D4}"/>
              </a:ext>
            </a:extLst>
          </p:cNvPr>
          <p:cNvSpPr/>
          <p:nvPr/>
        </p:nvSpPr>
        <p:spPr>
          <a:xfrm>
            <a:off x="0" y="4953000"/>
            <a:ext cx="9142413"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53199286-402A-24AE-402A-361B2422FC38}"/>
              </a:ext>
            </a:extLst>
          </p:cNvPr>
          <p:cNvSpPr/>
          <p:nvPr/>
        </p:nvSpPr>
        <p:spPr>
          <a:xfrm>
            <a:off x="0" y="4914900"/>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5234" cy="822960"/>
          </a:xfrm>
        </p:spPr>
        <p:txBody>
          <a:bodyPr tIns="0" bIns="0">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a:extLst>
              <a:ext uri="{FF2B5EF4-FFF2-40B4-BE49-F238E27FC236}">
                <a16:creationId xmlns:a16="http://schemas.microsoft.com/office/drawing/2014/main" id="{6C6AF517-8EC4-B5C7-811B-523D50FAEF7C}"/>
              </a:ext>
            </a:extLst>
          </p:cNvPr>
          <p:cNvSpPr>
            <a:spLocks noGrp="1"/>
          </p:cNvSpPr>
          <p:nvPr>
            <p:ph type="dt" sz="half" idx="10"/>
          </p:nvPr>
        </p:nvSpPr>
        <p:spPr/>
        <p:txBody>
          <a:bodyPr/>
          <a:lstStyle>
            <a:lvl1pPr>
              <a:defRPr/>
            </a:lvl1pPr>
          </a:lstStyle>
          <a:p>
            <a:pPr>
              <a:defRPr/>
            </a:pPr>
            <a:fld id="{0018F9C0-8C46-4694-A40B-CE9C4DD58C9B}" type="datetimeFigureOut">
              <a:rPr lang="en-US"/>
              <a:pPr>
                <a:defRPr/>
              </a:pPr>
              <a:t>8/10/2026</a:t>
            </a:fld>
            <a:endParaRPr lang="en-US" dirty="0"/>
          </a:p>
        </p:txBody>
      </p:sp>
      <p:sp>
        <p:nvSpPr>
          <p:cNvPr id="8" name="Footer Placeholder 5">
            <a:extLst>
              <a:ext uri="{FF2B5EF4-FFF2-40B4-BE49-F238E27FC236}">
                <a16:creationId xmlns:a16="http://schemas.microsoft.com/office/drawing/2014/main" id="{BC2FB436-E9FD-3ED4-DE44-DB4928D5D58D}"/>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6">
            <a:extLst>
              <a:ext uri="{FF2B5EF4-FFF2-40B4-BE49-F238E27FC236}">
                <a16:creationId xmlns:a16="http://schemas.microsoft.com/office/drawing/2014/main" id="{D438A108-2246-107E-69DF-DFAFC5BE8D66}"/>
              </a:ext>
            </a:extLst>
          </p:cNvPr>
          <p:cNvSpPr>
            <a:spLocks noGrp="1"/>
          </p:cNvSpPr>
          <p:nvPr>
            <p:ph type="sldNum" sz="quarter" idx="12"/>
          </p:nvPr>
        </p:nvSpPr>
        <p:spPr/>
        <p:txBody>
          <a:bodyPr/>
          <a:lstStyle>
            <a:lvl1pPr>
              <a:defRPr/>
            </a:lvl1pPr>
          </a:lstStyle>
          <a:p>
            <a:pPr>
              <a:defRPr/>
            </a:pPr>
            <a:r>
              <a:rPr lang="en-US" altLang="en-US"/>
              <a:t>10.</a:t>
            </a:r>
            <a:fld id="{F97E74ED-A998-44E0-896C-C965B3C1D98D}" type="slidenum">
              <a:rPr lang="en-US" altLang="en-US" smtClean="0"/>
              <a:pPr>
                <a:defRPr/>
              </a:pPr>
              <a:t>‹#›</a:t>
            </a:fld>
            <a:endParaRPr lang="en-US" altLang="en-US"/>
          </a:p>
        </p:txBody>
      </p:sp>
    </p:spTree>
    <p:extLst>
      <p:ext uri="{BB962C8B-B14F-4D97-AF65-F5344CB8AC3E}">
        <p14:creationId xmlns:p14="http://schemas.microsoft.com/office/powerpoint/2010/main" val="120344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247C9CA-6693-62A3-0FBF-4FC2605925C9}"/>
              </a:ext>
            </a:extLst>
          </p:cNvPr>
          <p:cNvSpPr>
            <a:spLocks noGrp="1"/>
          </p:cNvSpPr>
          <p:nvPr>
            <p:ph type="dt" sz="half" idx="10"/>
          </p:nvPr>
        </p:nvSpPr>
        <p:spPr/>
        <p:txBody>
          <a:bodyPr/>
          <a:lstStyle>
            <a:lvl1pPr>
              <a:defRPr/>
            </a:lvl1pPr>
          </a:lstStyle>
          <a:p>
            <a:pPr>
              <a:defRPr/>
            </a:pPr>
            <a:fld id="{FAE9F0FB-617F-4D6E-8D1F-97884728D5D0}" type="datetimeFigureOut">
              <a:rPr lang="en-US"/>
              <a:pPr>
                <a:defRPr/>
              </a:pPr>
              <a:t>8/10/2026</a:t>
            </a:fld>
            <a:endParaRPr lang="en-US" dirty="0"/>
          </a:p>
        </p:txBody>
      </p:sp>
      <p:sp>
        <p:nvSpPr>
          <p:cNvPr id="5" name="Footer Placeholder 4">
            <a:extLst>
              <a:ext uri="{FF2B5EF4-FFF2-40B4-BE49-F238E27FC236}">
                <a16:creationId xmlns:a16="http://schemas.microsoft.com/office/drawing/2014/main" id="{9583B43D-106D-BD6C-DFAD-51E5C73E6C6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4ECCB06-C27A-0889-577E-9591DE735C12}"/>
              </a:ext>
            </a:extLst>
          </p:cNvPr>
          <p:cNvSpPr>
            <a:spLocks noGrp="1"/>
          </p:cNvSpPr>
          <p:nvPr>
            <p:ph type="sldNum" sz="quarter" idx="12"/>
          </p:nvPr>
        </p:nvSpPr>
        <p:spPr/>
        <p:txBody>
          <a:bodyPr/>
          <a:lstStyle>
            <a:lvl1pPr>
              <a:defRPr/>
            </a:lvl1pPr>
          </a:lstStyle>
          <a:p>
            <a:pPr>
              <a:defRPr/>
            </a:pPr>
            <a:r>
              <a:rPr lang="en-US" altLang="en-US"/>
              <a:t>10.</a:t>
            </a:r>
            <a:fld id="{C83485B2-1AD9-47EF-B34D-E8D5033B6AAE}" type="slidenum">
              <a:rPr lang="en-US" altLang="en-US" smtClean="0"/>
              <a:pPr>
                <a:defRPr/>
              </a:pPr>
              <a:t>‹#›</a:t>
            </a:fld>
            <a:endParaRPr lang="en-US" altLang="en-US"/>
          </a:p>
        </p:txBody>
      </p:sp>
    </p:spTree>
    <p:extLst>
      <p:ext uri="{BB962C8B-B14F-4D97-AF65-F5344CB8AC3E}">
        <p14:creationId xmlns:p14="http://schemas.microsoft.com/office/powerpoint/2010/main" val="75282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86AFEFD-8728-E950-8F74-6732571C59F0}"/>
              </a:ext>
            </a:extLst>
          </p:cNvPr>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a:extLst>
              <a:ext uri="{FF2B5EF4-FFF2-40B4-BE49-F238E27FC236}">
                <a16:creationId xmlns:a16="http://schemas.microsoft.com/office/drawing/2014/main" id="{81465160-1440-E2FF-8B4E-1D3F81BA9BB4}"/>
              </a:ext>
            </a:extLst>
          </p:cNvPr>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3">
            <a:extLst>
              <a:ext uri="{FF2B5EF4-FFF2-40B4-BE49-F238E27FC236}">
                <a16:creationId xmlns:a16="http://schemas.microsoft.com/office/drawing/2014/main" id="{5B0F22B6-AF2D-AB98-42C7-38ABC9C93A8F}"/>
              </a:ext>
            </a:extLst>
          </p:cNvPr>
          <p:cNvSpPr>
            <a:spLocks noGrp="1"/>
          </p:cNvSpPr>
          <p:nvPr>
            <p:ph type="dt" sz="half" idx="10"/>
          </p:nvPr>
        </p:nvSpPr>
        <p:spPr/>
        <p:txBody>
          <a:bodyPr/>
          <a:lstStyle>
            <a:lvl1pPr>
              <a:defRPr/>
            </a:lvl1pPr>
          </a:lstStyle>
          <a:p>
            <a:pPr>
              <a:defRPr/>
            </a:pPr>
            <a:fld id="{4DF92F69-6052-4752-96E2-D09B10F941E0}" type="datetimeFigureOut">
              <a:rPr lang="en-US"/>
              <a:pPr>
                <a:defRPr/>
              </a:pPr>
              <a:t>8/10/2026</a:t>
            </a:fld>
            <a:endParaRPr lang="en-US" dirty="0"/>
          </a:p>
        </p:txBody>
      </p:sp>
      <p:sp>
        <p:nvSpPr>
          <p:cNvPr id="7" name="Footer Placeholder 4">
            <a:extLst>
              <a:ext uri="{FF2B5EF4-FFF2-40B4-BE49-F238E27FC236}">
                <a16:creationId xmlns:a16="http://schemas.microsoft.com/office/drawing/2014/main" id="{39E2DBEE-1E73-8D0C-6C79-5191C7120CD0}"/>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1F448234-5EC7-6BD7-FA5B-3BBABC8F9223}"/>
              </a:ext>
            </a:extLst>
          </p:cNvPr>
          <p:cNvSpPr>
            <a:spLocks noGrp="1"/>
          </p:cNvSpPr>
          <p:nvPr>
            <p:ph type="sldNum" sz="quarter" idx="12"/>
          </p:nvPr>
        </p:nvSpPr>
        <p:spPr/>
        <p:txBody>
          <a:bodyPr/>
          <a:lstStyle>
            <a:lvl1pPr>
              <a:defRPr/>
            </a:lvl1pPr>
          </a:lstStyle>
          <a:p>
            <a:pPr>
              <a:defRPr/>
            </a:pPr>
            <a:r>
              <a:rPr lang="en-US" altLang="en-US"/>
              <a:t>10.</a:t>
            </a:r>
            <a:fld id="{2570A1A3-9B8B-483D-B135-87E9B6046F84}" type="slidenum">
              <a:rPr lang="en-US" altLang="en-US" smtClean="0"/>
              <a:pPr>
                <a:defRPr/>
              </a:pPr>
              <a:t>‹#›</a:t>
            </a:fld>
            <a:endParaRPr lang="en-US" altLang="en-US"/>
          </a:p>
        </p:txBody>
      </p:sp>
    </p:spTree>
    <p:extLst>
      <p:ext uri="{BB962C8B-B14F-4D97-AF65-F5344CB8AC3E}">
        <p14:creationId xmlns:p14="http://schemas.microsoft.com/office/powerpoint/2010/main" val="3169632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16">
            <a:extLst>
              <a:ext uri="{FF2B5EF4-FFF2-40B4-BE49-F238E27FC236}">
                <a16:creationId xmlns:a16="http://schemas.microsoft.com/office/drawing/2014/main" id="{D4754459-6283-728E-CC60-86D79FBDC1E8}"/>
              </a:ext>
            </a:extLst>
          </p:cNvPr>
          <p:cNvSpPr>
            <a:spLocks noGrp="1" noChangeArrowheads="1"/>
          </p:cNvSpPr>
          <p:nvPr>
            <p:ph type="sldNum" sz="quarter" idx="10"/>
          </p:nvPr>
        </p:nvSpPr>
        <p:spPr/>
        <p:txBody>
          <a:bodyPr/>
          <a:lstStyle>
            <a:lvl1pPr>
              <a:defRPr/>
            </a:lvl1pPr>
          </a:lstStyle>
          <a:p>
            <a:pPr>
              <a:defRPr/>
            </a:pPr>
            <a:r>
              <a:rPr lang="en-US" altLang="en-US"/>
              <a:t>10.</a:t>
            </a:r>
            <a:fld id="{0F1A5B1C-29CA-4596-8087-1CF49D135544}" type="slidenum">
              <a:rPr lang="en-US" altLang="en-US" smtClean="0"/>
              <a:pPr>
                <a:defRPr/>
              </a:pPr>
              <a:t>‹#›</a:t>
            </a:fld>
            <a:endParaRPr lang="en-US" altLang="en-US"/>
          </a:p>
        </p:txBody>
      </p:sp>
    </p:spTree>
    <p:extLst>
      <p:ext uri="{BB962C8B-B14F-4D97-AF65-F5344CB8AC3E}">
        <p14:creationId xmlns:p14="http://schemas.microsoft.com/office/powerpoint/2010/main" val="148084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FF67344-6754-FFB2-D89C-0A60698FD6C3}"/>
              </a:ext>
            </a:extLst>
          </p:cNvPr>
          <p:cNvSpPr/>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1DACFF7A-E4D3-A111-F71E-182B733BD869}"/>
              </a:ext>
            </a:extLst>
          </p:cNvPr>
          <p:cNvSpPr/>
          <p:nvPr/>
        </p:nvSpPr>
        <p:spPr>
          <a:xfrm>
            <a:off x="0" y="6334125"/>
            <a:ext cx="9144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a16="http://schemas.microsoft.com/office/drawing/2014/main" id="{9BA1D652-DAEE-AA90-083E-9BC64345DCE2}"/>
              </a:ext>
            </a:extLst>
          </p:cNvPr>
          <p:cNvSpPr>
            <a:spLocks noGrp="1"/>
          </p:cNvSpPr>
          <p:nvPr>
            <p:ph type="title"/>
          </p:nvPr>
        </p:nvSpPr>
        <p:spPr>
          <a:xfrm>
            <a:off x="822325" y="287338"/>
            <a:ext cx="7543800" cy="144938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1029" name="Text Placeholder 2">
            <a:extLst>
              <a:ext uri="{FF2B5EF4-FFF2-40B4-BE49-F238E27FC236}">
                <a16:creationId xmlns:a16="http://schemas.microsoft.com/office/drawing/2014/main" id="{F1CA5C2F-469F-3438-524E-4FD825383E92}"/>
              </a:ext>
            </a:extLst>
          </p:cNvPr>
          <p:cNvSpPr>
            <a:spLocks noGrp="1" noChangeArrowheads="1"/>
          </p:cNvSpPr>
          <p:nvPr>
            <p:ph type="body" idx="1"/>
          </p:nvPr>
        </p:nvSpPr>
        <p:spPr bwMode="auto">
          <a:xfrm>
            <a:off x="822325" y="1846263"/>
            <a:ext cx="75438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606BFADA-FE05-BF42-05EE-BCFBE5775974}"/>
              </a:ext>
            </a:extLst>
          </p:cNvPr>
          <p:cNvSpPr>
            <a:spLocks noGrp="1"/>
          </p:cNvSpPr>
          <p:nvPr>
            <p:ph type="dt" sz="half" idx="2"/>
          </p:nvPr>
        </p:nvSpPr>
        <p:spPr>
          <a:xfrm>
            <a:off x="822325" y="6459538"/>
            <a:ext cx="18542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rgbClr val="FFFFFF"/>
                </a:solidFill>
                <a:latin typeface="+mn-lt"/>
              </a:defRPr>
            </a:lvl1pPr>
          </a:lstStyle>
          <a:p>
            <a:pPr>
              <a:defRPr/>
            </a:pPr>
            <a:fld id="{9929B7AB-CFE5-4981-BBC7-59F4D54A742C}" type="datetimeFigureOut">
              <a:rPr lang="en-US"/>
              <a:pPr>
                <a:defRPr/>
              </a:pPr>
              <a:t>8/10/2026</a:t>
            </a:fld>
            <a:endParaRPr lang="en-US" dirty="0"/>
          </a:p>
        </p:txBody>
      </p:sp>
      <p:sp>
        <p:nvSpPr>
          <p:cNvPr id="5" name="Footer Placeholder 4">
            <a:extLst>
              <a:ext uri="{FF2B5EF4-FFF2-40B4-BE49-F238E27FC236}">
                <a16:creationId xmlns:a16="http://schemas.microsoft.com/office/drawing/2014/main" id="{AC27153A-11EB-6F6A-316F-1A431702C7FC}"/>
              </a:ext>
            </a:extLst>
          </p:cNvPr>
          <p:cNvSpPr>
            <a:spLocks noGrp="1"/>
          </p:cNvSpPr>
          <p:nvPr>
            <p:ph type="ftr" sz="quarter" idx="3"/>
          </p:nvPr>
        </p:nvSpPr>
        <p:spPr>
          <a:xfrm>
            <a:off x="2765425" y="6459538"/>
            <a:ext cx="3616325" cy="365125"/>
          </a:xfrm>
          <a:prstGeom prst="rect">
            <a:avLst/>
          </a:prstGeom>
        </p:spPr>
        <p:txBody>
          <a:bodyPr vert="horz" lIns="91440" tIns="45720" rIns="91440" bIns="45720" rtlCol="0" anchor="ctr"/>
          <a:lstStyle>
            <a:lvl1pPr algn="ctr" eaLnBrk="1" fontAlgn="auto" hangingPunct="1">
              <a:spcBef>
                <a:spcPts val="0"/>
              </a:spcBef>
              <a:spcAft>
                <a:spcPts val="0"/>
              </a:spcAft>
              <a:defRPr sz="900" cap="all" baseline="0">
                <a:solidFill>
                  <a:srgbClr val="FFFFFF"/>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794FEEE9-204D-2761-68CB-7B9270CDA00A}"/>
              </a:ext>
            </a:extLst>
          </p:cNvPr>
          <p:cNvSpPr>
            <a:spLocks noGrp="1"/>
          </p:cNvSpPr>
          <p:nvPr>
            <p:ph type="sldNum" sz="quarter" idx="4"/>
          </p:nvPr>
        </p:nvSpPr>
        <p:spPr>
          <a:xfrm>
            <a:off x="7424738" y="6459538"/>
            <a:ext cx="984250" cy="365125"/>
          </a:xfrm>
          <a:prstGeom prst="rect">
            <a:avLst/>
          </a:prstGeom>
        </p:spPr>
        <p:txBody>
          <a:bodyPr vert="horz" lIns="91440" tIns="45720" rIns="91440" bIns="45720" rtlCol="0" anchor="ctr"/>
          <a:lstStyle>
            <a:lvl1pPr algn="r" eaLnBrk="1" fontAlgn="auto" hangingPunct="1">
              <a:spcBef>
                <a:spcPts val="0"/>
              </a:spcBef>
              <a:spcAft>
                <a:spcPts val="0"/>
              </a:spcAft>
              <a:defRPr sz="1050">
                <a:solidFill>
                  <a:srgbClr val="FFFFFF"/>
                </a:solidFill>
                <a:latin typeface="+mn-lt"/>
              </a:defRPr>
            </a:lvl1pPr>
          </a:lstStyle>
          <a:p>
            <a:pPr>
              <a:defRPr/>
            </a:pPr>
            <a:r>
              <a:rPr lang="en-US" altLang="en-US"/>
              <a:t>10.</a:t>
            </a:r>
            <a:fld id="{ED9094E0-6C53-4CD2-A7E0-4D34E89EFF70}" type="slidenum">
              <a:rPr lang="en-US" altLang="en-US" smtClean="0"/>
              <a:pPr>
                <a:defRPr/>
              </a:pPr>
              <a:t>‹#›</a:t>
            </a:fld>
            <a:endParaRPr lang="en-US" altLang="en-US"/>
          </a:p>
        </p:txBody>
      </p:sp>
      <p:cxnSp>
        <p:nvCxnSpPr>
          <p:cNvPr id="10" name="Straight Connector 9">
            <a:extLst>
              <a:ext uri="{FF2B5EF4-FFF2-40B4-BE49-F238E27FC236}">
                <a16:creationId xmlns:a16="http://schemas.microsoft.com/office/drawing/2014/main" id="{9F71FE98-2F13-2EB7-AAFC-95A10EFB7808}"/>
              </a:ext>
            </a:extLst>
          </p:cNvPr>
          <p:cNvCxnSpPr/>
          <p:nvPr/>
        </p:nvCxnSpPr>
        <p:spPr>
          <a:xfrm>
            <a:off x="895350" y="1738313"/>
            <a:ext cx="747553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856" r:id="rId1"/>
    <p:sldLayoutId id="2147483851" r:id="rId2"/>
    <p:sldLayoutId id="2147483857" r:id="rId3"/>
    <p:sldLayoutId id="2147483852" r:id="rId4"/>
    <p:sldLayoutId id="2147483853" r:id="rId5"/>
    <p:sldLayoutId id="2147483854" r:id="rId6"/>
    <p:sldLayoutId id="2147483858" r:id="rId7"/>
    <p:sldLayoutId id="2147483859" r:id="rId8"/>
    <p:sldLayoutId id="2147483860" r:id="rId9"/>
    <p:sldLayoutId id="2147483855" r:id="rId10"/>
    <p:sldLayoutId id="2147483861" r:id="rId11"/>
    <p:sldLayoutId id="2147483862" r:id="rId12"/>
  </p:sldLayoutIdLst>
  <p:hf hdr="0" ftr="0" dt="0"/>
  <p:txStyles>
    <p:title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Garamond" panose="02020404030301010803" pitchFamily="18" charset="0"/>
        </a:defRPr>
      </a:lvl2pPr>
      <a:lvl3pPr algn="l" rtl="0" eaLnBrk="0" fontAlgn="base" hangingPunct="0">
        <a:lnSpc>
          <a:spcPct val="85000"/>
        </a:lnSpc>
        <a:spcBef>
          <a:spcPct val="0"/>
        </a:spcBef>
        <a:spcAft>
          <a:spcPct val="0"/>
        </a:spcAft>
        <a:defRPr sz="4800">
          <a:solidFill>
            <a:srgbClr val="404040"/>
          </a:solidFill>
          <a:latin typeface="Garamond" panose="02020404030301010803" pitchFamily="18" charset="0"/>
        </a:defRPr>
      </a:lvl3pPr>
      <a:lvl4pPr algn="l" rtl="0" eaLnBrk="0" fontAlgn="base" hangingPunct="0">
        <a:lnSpc>
          <a:spcPct val="85000"/>
        </a:lnSpc>
        <a:spcBef>
          <a:spcPct val="0"/>
        </a:spcBef>
        <a:spcAft>
          <a:spcPct val="0"/>
        </a:spcAft>
        <a:defRPr sz="4800">
          <a:solidFill>
            <a:srgbClr val="404040"/>
          </a:solidFill>
          <a:latin typeface="Garamond" panose="02020404030301010803" pitchFamily="18" charset="0"/>
        </a:defRPr>
      </a:lvl4pPr>
      <a:lvl5pPr algn="l" rtl="0" eaLnBrk="0" fontAlgn="base" hangingPunct="0">
        <a:lnSpc>
          <a:spcPct val="85000"/>
        </a:lnSpc>
        <a:spcBef>
          <a:spcPct val="0"/>
        </a:spcBef>
        <a:spcAft>
          <a:spcPct val="0"/>
        </a:spcAft>
        <a:defRPr sz="4800">
          <a:solidFill>
            <a:srgbClr val="404040"/>
          </a:solidFill>
          <a:latin typeface="Garamond" panose="02020404030301010803" pitchFamily="18" charset="0"/>
        </a:defRPr>
      </a:lvl5pPr>
      <a:lvl6pPr marL="457200" algn="l" rtl="0" fontAlgn="base">
        <a:lnSpc>
          <a:spcPct val="85000"/>
        </a:lnSpc>
        <a:spcBef>
          <a:spcPct val="0"/>
        </a:spcBef>
        <a:spcAft>
          <a:spcPct val="0"/>
        </a:spcAft>
        <a:defRPr sz="4800">
          <a:solidFill>
            <a:srgbClr val="404040"/>
          </a:solidFill>
          <a:latin typeface="Garamond" panose="02020404030301010803" pitchFamily="18" charset="0"/>
        </a:defRPr>
      </a:lvl6pPr>
      <a:lvl7pPr marL="914400" algn="l" rtl="0" fontAlgn="base">
        <a:lnSpc>
          <a:spcPct val="85000"/>
        </a:lnSpc>
        <a:spcBef>
          <a:spcPct val="0"/>
        </a:spcBef>
        <a:spcAft>
          <a:spcPct val="0"/>
        </a:spcAft>
        <a:defRPr sz="4800">
          <a:solidFill>
            <a:srgbClr val="404040"/>
          </a:solidFill>
          <a:latin typeface="Garamond" panose="02020404030301010803" pitchFamily="18" charset="0"/>
        </a:defRPr>
      </a:lvl7pPr>
      <a:lvl8pPr marL="1371600" algn="l" rtl="0" fontAlgn="base">
        <a:lnSpc>
          <a:spcPct val="85000"/>
        </a:lnSpc>
        <a:spcBef>
          <a:spcPct val="0"/>
        </a:spcBef>
        <a:spcAft>
          <a:spcPct val="0"/>
        </a:spcAft>
        <a:defRPr sz="4800">
          <a:solidFill>
            <a:srgbClr val="404040"/>
          </a:solidFill>
          <a:latin typeface="Garamond" panose="02020404030301010803" pitchFamily="18" charset="0"/>
        </a:defRPr>
      </a:lvl8pPr>
      <a:lvl9pPr marL="1828800" algn="l" rtl="0" fontAlgn="base">
        <a:lnSpc>
          <a:spcPct val="85000"/>
        </a:lnSpc>
        <a:spcBef>
          <a:spcPct val="0"/>
        </a:spcBef>
        <a:spcAft>
          <a:spcPct val="0"/>
        </a:spcAft>
        <a:defRPr sz="4800">
          <a:solidFill>
            <a:srgbClr val="404040"/>
          </a:solidFill>
          <a:latin typeface="Garamond" panose="02020404030301010803" pitchFamily="18" charset="0"/>
        </a:defRPr>
      </a:lvl9pPr>
    </p:titleStyle>
    <p:body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9.wmf"/></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24.png"/><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39.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4.xml"/><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9.xml"/><Relationship Id="rId1" Type="http://schemas.openxmlformats.org/officeDocument/2006/relationships/slideLayout" Target="../slideLayouts/slideLayout7.xml"/><Relationship Id="rId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a:extLst>
              <a:ext uri="{FF2B5EF4-FFF2-40B4-BE49-F238E27FC236}">
                <a16:creationId xmlns:a16="http://schemas.microsoft.com/office/drawing/2014/main" id="{C3EAE1C8-F8DF-9D35-D514-8817CE96C8E5}"/>
              </a:ext>
            </a:extLst>
          </p:cNvPr>
          <p:cNvSpPr>
            <a:spLocks noChangeArrowheads="1"/>
          </p:cNvSpPr>
          <p:nvPr/>
        </p:nvSpPr>
        <p:spPr bwMode="auto">
          <a:xfrm>
            <a:off x="-457200" y="990600"/>
            <a:ext cx="10058400" cy="153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algn="ctr" eaLnBrk="1" hangingPunct="1">
              <a:lnSpc>
                <a:spcPct val="100000"/>
              </a:lnSpc>
              <a:spcBef>
                <a:spcPct val="0"/>
              </a:spcBef>
              <a:spcAft>
                <a:spcPct val="0"/>
              </a:spcAft>
              <a:buClrTx/>
              <a:buSzTx/>
              <a:buFontTx/>
              <a:buNone/>
            </a:pPr>
            <a:r>
              <a:rPr lang="en-US" altLang="en-US" sz="4400" b="1">
                <a:solidFill>
                  <a:schemeClr val="tx2"/>
                </a:solidFill>
                <a:latin typeface="Arial" panose="020B0604020202020204" pitchFamily="34" charset="0"/>
              </a:rPr>
              <a:t>Chapter 10</a:t>
            </a:r>
          </a:p>
          <a:p>
            <a:pPr algn="ctr" eaLnBrk="1" hangingPunct="1">
              <a:lnSpc>
                <a:spcPct val="100000"/>
              </a:lnSpc>
              <a:spcBef>
                <a:spcPct val="0"/>
              </a:spcBef>
              <a:spcAft>
                <a:spcPct val="0"/>
              </a:spcAft>
              <a:buClrTx/>
              <a:buSzTx/>
              <a:buFontTx/>
              <a:buNone/>
            </a:pPr>
            <a:endParaRPr lang="en-US" altLang="en-US" b="1">
              <a:solidFill>
                <a:schemeClr val="tx2"/>
              </a:solidFill>
              <a:latin typeface="Arial" panose="020B0604020202020204" pitchFamily="34" charset="0"/>
            </a:endParaRPr>
          </a:p>
          <a:p>
            <a:pPr algn="ctr" eaLnBrk="1" hangingPunct="1">
              <a:lnSpc>
                <a:spcPct val="100000"/>
              </a:lnSpc>
              <a:spcBef>
                <a:spcPct val="0"/>
              </a:spcBef>
              <a:spcAft>
                <a:spcPct val="0"/>
              </a:spcAft>
              <a:buClrTx/>
              <a:buSzTx/>
              <a:buFontTx/>
              <a:buNone/>
            </a:pPr>
            <a:r>
              <a:rPr lang="en-US" altLang="en-US" sz="3000" b="1">
                <a:solidFill>
                  <a:schemeClr val="tx1"/>
                </a:solidFill>
                <a:latin typeface="Arial" panose="020B0604020202020204" pitchFamily="34" charset="0"/>
              </a:rPr>
              <a:t>Error Detection and Correction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1">
            <a:extLst>
              <a:ext uri="{FF2B5EF4-FFF2-40B4-BE49-F238E27FC236}">
                <a16:creationId xmlns:a16="http://schemas.microsoft.com/office/drawing/2014/main" id="{59E81CDE-AE0C-0A4F-84F5-33AB0F9794D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eaLnBrk="0" fontAlgn="base" hangingPunct="0">
              <a:lnSpc>
                <a:spcPct val="100000"/>
              </a:lnSpc>
              <a:spcBef>
                <a:spcPct val="0"/>
              </a:spcBef>
              <a:spcAft>
                <a:spcPct val="0"/>
              </a:spcAft>
              <a:buClrTx/>
              <a:buSzTx/>
              <a:buFontTx/>
              <a:buNone/>
            </a:pPr>
            <a:r>
              <a:rPr lang="en-US" altLang="en-US" sz="1000">
                <a:solidFill>
                  <a:srgbClr val="FFFFFF"/>
                </a:solidFill>
              </a:rPr>
              <a:t>10.</a:t>
            </a:r>
            <a:fld id="{1C2A1118-31CF-44CC-BE4D-18EA0A0A90F7}" type="slidenum">
              <a:rPr lang="en-US" altLang="en-US" sz="1000" smtClean="0">
                <a:solidFill>
                  <a:srgbClr val="FFFFFF"/>
                </a:solidFill>
              </a:rPr>
              <a:pPr eaLnBrk="0" fontAlgn="base" hangingPunct="0">
                <a:lnSpc>
                  <a:spcPct val="100000"/>
                </a:lnSpc>
                <a:spcBef>
                  <a:spcPct val="0"/>
                </a:spcBef>
                <a:spcAft>
                  <a:spcPct val="0"/>
                </a:spcAft>
                <a:buClrTx/>
                <a:buSzTx/>
                <a:buFontTx/>
                <a:buNone/>
              </a:pPr>
              <a:t>2</a:t>
            </a:fld>
            <a:endParaRPr lang="en-US" altLang="en-US" sz="1000" b="1">
              <a:solidFill>
                <a:schemeClr val="bg2"/>
              </a:solidFill>
              <a:latin typeface="Arial" panose="020B0604020202020204" pitchFamily="34" charset="0"/>
            </a:endParaRPr>
          </a:p>
        </p:txBody>
      </p:sp>
      <p:sp>
        <p:nvSpPr>
          <p:cNvPr id="13315" name="Rectangle 2">
            <a:extLst>
              <a:ext uri="{FF2B5EF4-FFF2-40B4-BE49-F238E27FC236}">
                <a16:creationId xmlns:a16="http://schemas.microsoft.com/office/drawing/2014/main" id="{CCFBC0CE-7D55-49E4-B742-AD2786583075}"/>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algn="ctr" eaLnBrk="1" hangingPunct="1">
              <a:lnSpc>
                <a:spcPct val="100000"/>
              </a:lnSpc>
              <a:spcBef>
                <a:spcPct val="0"/>
              </a:spcBef>
              <a:spcAft>
                <a:spcPct val="0"/>
              </a:spcAft>
              <a:buClrTx/>
              <a:buSzTx/>
              <a:buFontTx/>
              <a:buNone/>
            </a:pPr>
            <a:endParaRPr kumimoji="1" lang="en-US" altLang="en-US" sz="2400">
              <a:solidFill>
                <a:schemeClr val="tx1"/>
              </a:solidFill>
              <a:latin typeface="Tahoma" panose="020B0604030504040204" pitchFamily="34" charset="0"/>
            </a:endParaRPr>
          </a:p>
        </p:txBody>
      </p:sp>
      <p:sp>
        <p:nvSpPr>
          <p:cNvPr id="13316" name="Rectangle 3">
            <a:extLst>
              <a:ext uri="{FF2B5EF4-FFF2-40B4-BE49-F238E27FC236}">
                <a16:creationId xmlns:a16="http://schemas.microsoft.com/office/drawing/2014/main" id="{5AEACCBC-F89B-BF84-0277-83FD06F00C9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algn="ctr" eaLnBrk="1" hangingPunct="1">
              <a:lnSpc>
                <a:spcPct val="100000"/>
              </a:lnSpc>
              <a:spcBef>
                <a:spcPct val="0"/>
              </a:spcBef>
              <a:spcAft>
                <a:spcPct val="0"/>
              </a:spcAft>
              <a:buClrTx/>
              <a:buSzTx/>
              <a:buFontTx/>
              <a:buNone/>
            </a:pPr>
            <a:endParaRPr kumimoji="1" lang="en-US" altLang="en-US" sz="2400">
              <a:solidFill>
                <a:schemeClr val="tx1"/>
              </a:solidFill>
              <a:latin typeface="Tahoma" panose="020B0604030504040204" pitchFamily="34" charset="0"/>
            </a:endParaRPr>
          </a:p>
        </p:txBody>
      </p:sp>
      <p:sp>
        <p:nvSpPr>
          <p:cNvPr id="13317" name="Rectangle 4">
            <a:extLst>
              <a:ext uri="{FF2B5EF4-FFF2-40B4-BE49-F238E27FC236}">
                <a16:creationId xmlns:a16="http://schemas.microsoft.com/office/drawing/2014/main" id="{D782EA18-61D5-4FB7-D483-9396EEEC3422}"/>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algn="ctr" eaLnBrk="1" hangingPunct="1">
              <a:lnSpc>
                <a:spcPct val="100000"/>
              </a:lnSpc>
              <a:spcBef>
                <a:spcPct val="0"/>
              </a:spcBef>
              <a:spcAft>
                <a:spcPct val="0"/>
              </a:spcAft>
              <a:buClrTx/>
              <a:buSzTx/>
              <a:buFontTx/>
              <a:buNone/>
            </a:pPr>
            <a:endParaRPr kumimoji="1" lang="en-US" altLang="en-US" sz="2400">
              <a:solidFill>
                <a:schemeClr val="tx1"/>
              </a:solidFill>
              <a:latin typeface="Tahoma" panose="020B0604030504040204" pitchFamily="34" charset="0"/>
            </a:endParaRPr>
          </a:p>
        </p:txBody>
      </p:sp>
      <p:sp>
        <p:nvSpPr>
          <p:cNvPr id="13318" name="Rectangle 5">
            <a:extLst>
              <a:ext uri="{FF2B5EF4-FFF2-40B4-BE49-F238E27FC236}">
                <a16:creationId xmlns:a16="http://schemas.microsoft.com/office/drawing/2014/main" id="{43B23DBA-9EDF-A1C9-CB1E-84EDA402F25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algn="ctr" eaLnBrk="1" hangingPunct="1">
              <a:lnSpc>
                <a:spcPct val="100000"/>
              </a:lnSpc>
              <a:spcBef>
                <a:spcPct val="0"/>
              </a:spcBef>
              <a:spcAft>
                <a:spcPct val="0"/>
              </a:spcAft>
              <a:buClrTx/>
              <a:buSzTx/>
              <a:buFontTx/>
              <a:buNone/>
            </a:pPr>
            <a:endParaRPr kumimoji="1" lang="en-US" altLang="en-US" sz="2400">
              <a:solidFill>
                <a:schemeClr val="tx1"/>
              </a:solidFill>
              <a:latin typeface="Tahoma" panose="020B0604030504040204" pitchFamily="34" charset="0"/>
            </a:endParaRPr>
          </a:p>
        </p:txBody>
      </p:sp>
      <p:sp>
        <p:nvSpPr>
          <p:cNvPr id="13319" name="Rectangle 6">
            <a:extLst>
              <a:ext uri="{FF2B5EF4-FFF2-40B4-BE49-F238E27FC236}">
                <a16:creationId xmlns:a16="http://schemas.microsoft.com/office/drawing/2014/main" id="{0109B9B2-4877-A378-C103-2E4FE014702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algn="ctr" eaLnBrk="1" hangingPunct="1">
              <a:lnSpc>
                <a:spcPct val="100000"/>
              </a:lnSpc>
              <a:spcBef>
                <a:spcPct val="0"/>
              </a:spcBef>
              <a:spcAft>
                <a:spcPct val="0"/>
              </a:spcAft>
              <a:buClrTx/>
              <a:buSzTx/>
              <a:buFontTx/>
              <a:buNone/>
            </a:pPr>
            <a:endParaRPr kumimoji="1" lang="en-US" altLang="en-US" sz="2400">
              <a:solidFill>
                <a:schemeClr val="tx1"/>
              </a:solidFill>
              <a:latin typeface="Tahoma" panose="020B0604030504040204" pitchFamily="34" charset="0"/>
            </a:endParaRPr>
          </a:p>
        </p:txBody>
      </p:sp>
      <p:sp>
        <p:nvSpPr>
          <p:cNvPr id="13320" name="Rectangle 7">
            <a:extLst>
              <a:ext uri="{FF2B5EF4-FFF2-40B4-BE49-F238E27FC236}">
                <a16:creationId xmlns:a16="http://schemas.microsoft.com/office/drawing/2014/main" id="{9D6475CF-AFBD-EEAD-C675-23F303EEE49F}"/>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algn="ctr" eaLnBrk="1" hangingPunct="1">
              <a:lnSpc>
                <a:spcPct val="100000"/>
              </a:lnSpc>
              <a:spcBef>
                <a:spcPct val="0"/>
              </a:spcBef>
              <a:spcAft>
                <a:spcPct val="0"/>
              </a:spcAft>
              <a:buClrTx/>
              <a:buSzTx/>
              <a:buFontTx/>
              <a:buNone/>
            </a:pPr>
            <a:endParaRPr kumimoji="1" lang="en-US" altLang="en-US" sz="2400">
              <a:solidFill>
                <a:schemeClr val="tx1"/>
              </a:solidFill>
              <a:latin typeface="Tahoma" panose="020B0604030504040204" pitchFamily="34" charset="0"/>
            </a:endParaRPr>
          </a:p>
        </p:txBody>
      </p:sp>
      <p:sp>
        <p:nvSpPr>
          <p:cNvPr id="13321" name="Rectangle 8">
            <a:extLst>
              <a:ext uri="{FF2B5EF4-FFF2-40B4-BE49-F238E27FC236}">
                <a16:creationId xmlns:a16="http://schemas.microsoft.com/office/drawing/2014/main" id="{F16F9107-39AD-DC1E-CFEF-AF426254A82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algn="ctr" eaLnBrk="1" hangingPunct="1">
              <a:lnSpc>
                <a:spcPct val="100000"/>
              </a:lnSpc>
              <a:spcBef>
                <a:spcPct val="0"/>
              </a:spcBef>
              <a:spcAft>
                <a:spcPct val="0"/>
              </a:spcAft>
              <a:buClrTx/>
              <a:buSzTx/>
              <a:buFontTx/>
              <a:buNone/>
            </a:pPr>
            <a:endParaRPr kumimoji="1" lang="en-US" altLang="en-US" sz="2400">
              <a:solidFill>
                <a:schemeClr val="tx1"/>
              </a:solidFill>
              <a:latin typeface="Tahoma" panose="020B0604030504040204" pitchFamily="34" charset="0"/>
            </a:endParaRPr>
          </a:p>
        </p:txBody>
      </p:sp>
      <p:sp>
        <p:nvSpPr>
          <p:cNvPr id="13322" name="Line 9">
            <a:extLst>
              <a:ext uri="{FF2B5EF4-FFF2-40B4-BE49-F238E27FC236}">
                <a16:creationId xmlns:a16="http://schemas.microsoft.com/office/drawing/2014/main" id="{49575F76-ADD3-27B8-7773-9D4632986BB9}"/>
              </a:ext>
            </a:extLst>
          </p:cNvPr>
          <p:cNvSpPr>
            <a:spLocks noChangeShapeType="1"/>
          </p:cNvSpPr>
          <p:nvPr/>
        </p:nvSpPr>
        <p:spPr bwMode="auto">
          <a:xfrm>
            <a:off x="531813" y="1981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3" name="Line 10">
            <a:extLst>
              <a:ext uri="{FF2B5EF4-FFF2-40B4-BE49-F238E27FC236}">
                <a16:creationId xmlns:a16="http://schemas.microsoft.com/office/drawing/2014/main" id="{A0503BD4-32F8-9ED3-0FB9-5F4862261F40}"/>
              </a:ext>
            </a:extLst>
          </p:cNvPr>
          <p:cNvSpPr>
            <a:spLocks noChangeShapeType="1"/>
          </p:cNvSpPr>
          <p:nvPr/>
        </p:nvSpPr>
        <p:spPr bwMode="auto">
          <a:xfrm>
            <a:off x="533400" y="4724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4" name="Rectangle 11">
            <a:extLst>
              <a:ext uri="{FF2B5EF4-FFF2-40B4-BE49-F238E27FC236}">
                <a16:creationId xmlns:a16="http://schemas.microsoft.com/office/drawing/2014/main" id="{95B0E2D0-E457-3D40-395F-2008DAF4A653}"/>
              </a:ext>
            </a:extLst>
          </p:cNvPr>
          <p:cNvSpPr>
            <a:spLocks noChangeArrowheads="1"/>
          </p:cNvSpPr>
          <p:nvPr/>
        </p:nvSpPr>
        <p:spPr bwMode="auto">
          <a:xfrm>
            <a:off x="569913" y="2073275"/>
            <a:ext cx="8077200" cy="304641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algn="ctr" eaLnBrk="1" hangingPunct="1">
              <a:lnSpc>
                <a:spcPct val="100000"/>
              </a:lnSpc>
              <a:spcBef>
                <a:spcPct val="0"/>
              </a:spcBef>
              <a:spcAft>
                <a:spcPct val="0"/>
              </a:spcAft>
              <a:buClrTx/>
              <a:buSzTx/>
              <a:buFontTx/>
              <a:buNone/>
            </a:pPr>
            <a:r>
              <a:rPr lang="en-US" altLang="en-US" sz="3200" b="1">
                <a:solidFill>
                  <a:schemeClr val="tx1"/>
                </a:solidFill>
                <a:latin typeface="Arial" panose="020B0604020202020204" pitchFamily="34" charset="0"/>
              </a:rPr>
              <a:t>Data can be corrupted </a:t>
            </a:r>
            <a:br>
              <a:rPr lang="en-US" altLang="en-US" sz="3200" b="1">
                <a:solidFill>
                  <a:schemeClr val="tx1"/>
                </a:solidFill>
                <a:latin typeface="Arial" panose="020B0604020202020204" pitchFamily="34" charset="0"/>
              </a:rPr>
            </a:br>
            <a:r>
              <a:rPr lang="en-US" altLang="en-US" sz="3200" b="1">
                <a:solidFill>
                  <a:schemeClr val="tx1"/>
                </a:solidFill>
                <a:latin typeface="Arial" panose="020B0604020202020204" pitchFamily="34" charset="0"/>
              </a:rPr>
              <a:t>during transmission (three impairments: attenuation, distortion, noise).</a:t>
            </a:r>
            <a:br>
              <a:rPr lang="en-US" altLang="en-US" sz="3200" b="1">
                <a:solidFill>
                  <a:schemeClr val="tx1"/>
                </a:solidFill>
                <a:latin typeface="Arial" panose="020B0604020202020204" pitchFamily="34" charset="0"/>
              </a:rPr>
            </a:br>
            <a:endParaRPr lang="en-US" altLang="en-US" sz="3200" b="1">
              <a:solidFill>
                <a:schemeClr val="tx1"/>
              </a:solidFill>
              <a:latin typeface="Arial" panose="020B0604020202020204" pitchFamily="34" charset="0"/>
            </a:endParaRPr>
          </a:p>
          <a:p>
            <a:pPr algn="ctr" eaLnBrk="1" hangingPunct="1">
              <a:lnSpc>
                <a:spcPct val="100000"/>
              </a:lnSpc>
              <a:spcBef>
                <a:spcPct val="0"/>
              </a:spcBef>
              <a:spcAft>
                <a:spcPct val="0"/>
              </a:spcAft>
              <a:buClrTx/>
              <a:buSzTx/>
              <a:buFontTx/>
              <a:buNone/>
            </a:pPr>
            <a:r>
              <a:rPr lang="en-US" altLang="en-US" sz="3200" b="1">
                <a:solidFill>
                  <a:schemeClr val="tx1"/>
                </a:solidFill>
                <a:latin typeface="Arial" panose="020B0604020202020204" pitchFamily="34" charset="0"/>
              </a:rPr>
              <a:t>Some applications require that </a:t>
            </a:r>
            <a:br>
              <a:rPr lang="en-US" altLang="en-US" sz="3200" b="1">
                <a:solidFill>
                  <a:schemeClr val="tx1"/>
                </a:solidFill>
                <a:latin typeface="Arial" panose="020B0604020202020204" pitchFamily="34" charset="0"/>
              </a:rPr>
            </a:br>
            <a:r>
              <a:rPr lang="en-US" altLang="en-US" sz="3200" b="1">
                <a:solidFill>
                  <a:schemeClr val="tx1"/>
                </a:solidFill>
                <a:latin typeface="Arial" panose="020B0604020202020204" pitchFamily="34" charset="0"/>
              </a:rPr>
              <a:t>errors be detected and corrected.</a:t>
            </a:r>
          </a:p>
        </p:txBody>
      </p:sp>
      <p:grpSp>
        <p:nvGrpSpPr>
          <p:cNvPr id="13325" name="Group 12">
            <a:extLst>
              <a:ext uri="{FF2B5EF4-FFF2-40B4-BE49-F238E27FC236}">
                <a16:creationId xmlns:a16="http://schemas.microsoft.com/office/drawing/2014/main" id="{888B7E32-C1C0-BD74-18EC-055271B8F003}"/>
              </a:ext>
            </a:extLst>
          </p:cNvPr>
          <p:cNvGrpSpPr>
            <a:grpSpLocks/>
          </p:cNvGrpSpPr>
          <p:nvPr/>
        </p:nvGrpSpPr>
        <p:grpSpPr bwMode="auto">
          <a:xfrm>
            <a:off x="533400" y="1338263"/>
            <a:ext cx="1143000" cy="566737"/>
            <a:chOff x="1200" y="1248"/>
            <a:chExt cx="720" cy="357"/>
          </a:xfrm>
        </p:grpSpPr>
        <p:pic>
          <p:nvPicPr>
            <p:cNvPr id="13326" name="Picture 13">
              <a:extLst>
                <a:ext uri="{FF2B5EF4-FFF2-40B4-BE49-F238E27FC236}">
                  <a16:creationId xmlns:a16="http://schemas.microsoft.com/office/drawing/2014/main" id="{82F471C4-FBF8-44F0-9633-8FECBE56DD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7" name="Text Box 14">
              <a:extLst>
                <a:ext uri="{FF2B5EF4-FFF2-40B4-BE49-F238E27FC236}">
                  <a16:creationId xmlns:a16="http://schemas.microsoft.com/office/drawing/2014/main" id="{B4B3EBA8-5809-BDAC-440A-58B04EAB12D5}"/>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eaLnBrk="1" hangingPunct="1">
                <a:lnSpc>
                  <a:spcPct val="100000"/>
                </a:lnSpc>
                <a:spcBef>
                  <a:spcPct val="0"/>
                </a:spcBef>
                <a:spcAft>
                  <a:spcPct val="0"/>
                </a:spcAft>
                <a:buClrTx/>
                <a:buSzTx/>
                <a:buFontTx/>
                <a:buNone/>
              </a:pPr>
              <a:r>
                <a:rPr lang="en-US" altLang="en-US" sz="2800" b="1" i="1">
                  <a:solidFill>
                    <a:schemeClr val="hlink"/>
                  </a:solidFill>
                  <a:latin typeface="Times New Roman" panose="02020603050405020304" pitchFamily="18" charset="0"/>
                </a:rPr>
                <a:t>Note</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Slide Number Placeholder 1">
            <a:extLst>
              <a:ext uri="{FF2B5EF4-FFF2-40B4-BE49-F238E27FC236}">
                <a16:creationId xmlns:a16="http://schemas.microsoft.com/office/drawing/2014/main" id="{CDC91C1F-73E5-5BBD-AF92-DE6B3A85BEF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eaLnBrk="0" fontAlgn="base" hangingPunct="0">
              <a:lnSpc>
                <a:spcPct val="100000"/>
              </a:lnSpc>
              <a:spcBef>
                <a:spcPct val="0"/>
              </a:spcBef>
              <a:spcAft>
                <a:spcPct val="0"/>
              </a:spcAft>
              <a:buClrTx/>
              <a:buSzTx/>
              <a:buFontTx/>
              <a:buNone/>
            </a:pPr>
            <a:r>
              <a:rPr lang="en-US" altLang="en-US" sz="1000">
                <a:solidFill>
                  <a:srgbClr val="FFFFFF"/>
                </a:solidFill>
              </a:rPr>
              <a:t>10.</a:t>
            </a:r>
            <a:fld id="{0B044633-4728-4DAD-8746-EEC585A73A9F}" type="slidenum">
              <a:rPr lang="en-US" altLang="en-US" sz="1000" smtClean="0">
                <a:solidFill>
                  <a:srgbClr val="FFFFFF"/>
                </a:solidFill>
              </a:rPr>
              <a:pPr eaLnBrk="0" fontAlgn="base" hangingPunct="0">
                <a:lnSpc>
                  <a:spcPct val="100000"/>
                </a:lnSpc>
                <a:spcBef>
                  <a:spcPct val="0"/>
                </a:spcBef>
                <a:spcAft>
                  <a:spcPct val="0"/>
                </a:spcAft>
                <a:buClrTx/>
                <a:buSzTx/>
                <a:buFontTx/>
                <a:buNone/>
              </a:pPr>
              <a:t>3</a:t>
            </a:fld>
            <a:endParaRPr lang="en-US" altLang="en-US" sz="1000" b="1">
              <a:solidFill>
                <a:schemeClr val="bg2"/>
              </a:solidFill>
              <a:latin typeface="Arial" panose="020B0604020202020204" pitchFamily="34" charset="0"/>
            </a:endParaRPr>
          </a:p>
        </p:txBody>
      </p:sp>
      <p:sp>
        <p:nvSpPr>
          <p:cNvPr id="565250" name="Rectangle 2">
            <a:extLst>
              <a:ext uri="{FF2B5EF4-FFF2-40B4-BE49-F238E27FC236}">
                <a16:creationId xmlns:a16="http://schemas.microsoft.com/office/drawing/2014/main" id="{0DE5079A-497E-615B-C8A1-FAE4496A3A3D}"/>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eaLnBrk="1" fontAlgn="auto" hangingPunct="1">
              <a:spcBef>
                <a:spcPts val="0"/>
              </a:spcBef>
              <a:spcAft>
                <a:spcPts val="0"/>
              </a:spcAft>
              <a:defRPr/>
            </a:pPr>
            <a:endParaRPr lang="en-US">
              <a:effectLst>
                <a:outerShdw blurRad="38100" dist="38100" dir="2700000" algn="tl">
                  <a:srgbClr val="FFFFFF"/>
                </a:outerShdw>
              </a:effectLst>
              <a:latin typeface="Times New Roman" pitchFamily="18" charset="0"/>
            </a:endParaRPr>
          </a:p>
        </p:txBody>
      </p:sp>
      <p:sp>
        <p:nvSpPr>
          <p:cNvPr id="565251" name="Text Box 3">
            <a:extLst>
              <a:ext uri="{FF2B5EF4-FFF2-40B4-BE49-F238E27FC236}">
                <a16:creationId xmlns:a16="http://schemas.microsoft.com/office/drawing/2014/main" id="{C5FCE797-739E-290E-E7E7-77DC625B69F2}"/>
              </a:ext>
            </a:extLst>
          </p:cNvPr>
          <p:cNvSpPr txBox="1">
            <a:spLocks noChangeArrowheads="1"/>
          </p:cNvSpPr>
          <p:nvPr/>
        </p:nvSpPr>
        <p:spPr bwMode="auto">
          <a:xfrm>
            <a:off x="228600" y="406400"/>
            <a:ext cx="4487863" cy="579438"/>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effectLst>
                  <a:outerShdw blurRad="38100" dist="38100" dir="2700000" algn="tl">
                    <a:srgbClr val="C0C0C0"/>
                  </a:outerShdw>
                </a:effectLst>
                <a:latin typeface="Times" pitchFamily="18" charset="0"/>
              </a:rPr>
              <a:t>10-1   INTRODUCTION</a:t>
            </a:r>
          </a:p>
        </p:txBody>
      </p:sp>
      <p:sp>
        <p:nvSpPr>
          <p:cNvPr id="15365" name="Text Box 4">
            <a:extLst>
              <a:ext uri="{FF2B5EF4-FFF2-40B4-BE49-F238E27FC236}">
                <a16:creationId xmlns:a16="http://schemas.microsoft.com/office/drawing/2014/main" id="{2A41B42D-C3FD-0C20-CD23-6456083AB3FF}"/>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eaLnBrk="1" hangingPunct="1">
              <a:lnSpc>
                <a:spcPct val="100000"/>
              </a:lnSpc>
              <a:spcBef>
                <a:spcPct val="0"/>
              </a:spcBef>
              <a:spcAft>
                <a:spcPct val="0"/>
              </a:spcAft>
              <a:buClrTx/>
              <a:buSzTx/>
              <a:buFontTx/>
              <a:buNone/>
            </a:pPr>
            <a:endParaRPr lang="en-US" altLang="en-US" sz="1800" b="1">
              <a:solidFill>
                <a:schemeClr val="tx1"/>
              </a:solidFill>
              <a:latin typeface="Times New Roman" panose="02020603050405020304" pitchFamily="18" charset="0"/>
            </a:endParaRPr>
          </a:p>
        </p:txBody>
      </p:sp>
      <p:sp>
        <p:nvSpPr>
          <p:cNvPr id="565253" name="Rectangle 5">
            <a:extLst>
              <a:ext uri="{FF2B5EF4-FFF2-40B4-BE49-F238E27FC236}">
                <a16:creationId xmlns:a16="http://schemas.microsoft.com/office/drawing/2014/main" id="{642F1F65-6C6B-F9F6-91B6-C165E56127B4}"/>
              </a:ext>
            </a:extLst>
          </p:cNvPr>
          <p:cNvSpPr>
            <a:spLocks noChangeArrowheads="1"/>
          </p:cNvSpPr>
          <p:nvPr/>
        </p:nvSpPr>
        <p:spPr bwMode="auto">
          <a:xfrm>
            <a:off x="304800" y="1600200"/>
            <a:ext cx="8229600" cy="946150"/>
          </a:xfrm>
          <a:prstGeom prst="rect">
            <a:avLst/>
          </a:prstGeom>
          <a:noFill/>
          <a:ln w="9525">
            <a:noFill/>
            <a:miter lim="800000"/>
            <a:headEnd/>
            <a:tailEnd/>
          </a:ln>
          <a:effectLst/>
        </p:spPr>
        <p:txBody>
          <a:bodyPr anchor="ctr">
            <a:spAutoFit/>
          </a:bodyPr>
          <a:lstStyle/>
          <a:p>
            <a:pPr algn="just" eaLnBrk="1" fontAlgn="auto" hangingPunct="1">
              <a:spcBef>
                <a:spcPts val="0"/>
              </a:spcBef>
              <a:spcAft>
                <a:spcPts val="0"/>
              </a:spcAft>
              <a:defRPr/>
            </a:pPr>
            <a:r>
              <a:rPr lang="en-US" sz="2800" i="1">
                <a:effectLst>
                  <a:outerShdw blurRad="38100" dist="38100" dir="2700000" algn="tl">
                    <a:srgbClr val="C0C0C0"/>
                  </a:outerShdw>
                </a:effectLst>
                <a:latin typeface="Times New Roman" pitchFamily="18" charset="0"/>
              </a:rPr>
              <a:t>Let us first discuss some issues related, directly or indirectly, to error detection and correction.</a:t>
            </a:r>
          </a:p>
        </p:txBody>
      </p:sp>
      <p:sp>
        <p:nvSpPr>
          <p:cNvPr id="15367" name="Rectangle 29">
            <a:extLst>
              <a:ext uri="{FF2B5EF4-FFF2-40B4-BE49-F238E27FC236}">
                <a16:creationId xmlns:a16="http://schemas.microsoft.com/office/drawing/2014/main" id="{29E016E9-85F8-5D56-42D3-E23AE74AB85E}"/>
              </a:ext>
            </a:extLst>
          </p:cNvPr>
          <p:cNvSpPr>
            <a:spLocks noChangeArrowheads="1"/>
          </p:cNvSpPr>
          <p:nvPr/>
        </p:nvSpPr>
        <p:spPr bwMode="auto">
          <a:xfrm>
            <a:off x="152400" y="3371850"/>
            <a:ext cx="8382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eaLnBrk="1" hangingPunct="1">
              <a:lnSpc>
                <a:spcPct val="100000"/>
              </a:lnSpc>
              <a:spcBef>
                <a:spcPct val="0"/>
              </a:spcBef>
              <a:spcAft>
                <a:spcPct val="0"/>
              </a:spcAft>
              <a:buClr>
                <a:schemeClr val="tx1"/>
              </a:buClr>
              <a:buSzPct val="117000"/>
              <a:buFont typeface="Wingdings" panose="05000000000000000000" pitchFamily="2" charset="2"/>
              <a:buNone/>
            </a:pPr>
            <a:r>
              <a:rPr lang="en-US" altLang="en-US" sz="2400" b="1">
                <a:solidFill>
                  <a:srgbClr val="0033CC"/>
                </a:solidFill>
                <a:latin typeface="Times New Roman" panose="02020603050405020304" pitchFamily="18" charset="0"/>
              </a:rPr>
              <a:t>Types of Errors</a:t>
            </a:r>
            <a:br>
              <a:rPr lang="fr-FR" altLang="en-US" sz="2400" b="1">
                <a:solidFill>
                  <a:srgbClr val="0033CC"/>
                </a:solidFill>
                <a:latin typeface="Times New Roman" panose="02020603050405020304" pitchFamily="18" charset="0"/>
              </a:rPr>
            </a:br>
            <a:r>
              <a:rPr lang="fr-FR" altLang="en-US" sz="2400" b="1">
                <a:solidFill>
                  <a:srgbClr val="0033CC"/>
                </a:solidFill>
                <a:latin typeface="Times New Roman" panose="02020603050405020304" pitchFamily="18" charset="0"/>
              </a:rPr>
              <a:t>Redundancy</a:t>
            </a:r>
            <a:br>
              <a:rPr lang="fr-FR" altLang="en-US" sz="2400" b="1">
                <a:solidFill>
                  <a:srgbClr val="0033CC"/>
                </a:solidFill>
                <a:latin typeface="Times New Roman" panose="02020603050405020304" pitchFamily="18" charset="0"/>
              </a:rPr>
            </a:br>
            <a:r>
              <a:rPr lang="fr-FR" altLang="en-US" sz="2400" b="1">
                <a:solidFill>
                  <a:srgbClr val="0033CC"/>
                </a:solidFill>
                <a:latin typeface="Times New Roman" panose="02020603050405020304" pitchFamily="18" charset="0"/>
              </a:rPr>
              <a:t>Detection Versus Correction</a:t>
            </a:r>
            <a:br>
              <a:rPr lang="fr-FR" altLang="en-US" sz="2400" b="1">
                <a:solidFill>
                  <a:srgbClr val="0033CC"/>
                </a:solidFill>
                <a:latin typeface="Times New Roman" panose="02020603050405020304" pitchFamily="18" charset="0"/>
              </a:rPr>
            </a:br>
            <a:r>
              <a:rPr lang="en-US" altLang="en-US" sz="2400" b="1">
                <a:solidFill>
                  <a:srgbClr val="0033CC"/>
                </a:solidFill>
                <a:latin typeface="Times New Roman" panose="02020603050405020304" pitchFamily="18" charset="0"/>
              </a:rPr>
              <a:t>Coding</a:t>
            </a:r>
            <a:endParaRPr lang="fr-FR" altLang="en-US" sz="2400" b="1">
              <a:solidFill>
                <a:srgbClr val="0033CC"/>
              </a:solidFill>
              <a:latin typeface="Times New Roman" panose="02020603050405020304" pitchFamily="18" charset="0"/>
            </a:endParaRPr>
          </a:p>
          <a:p>
            <a:pPr eaLnBrk="1" hangingPunct="1">
              <a:lnSpc>
                <a:spcPct val="100000"/>
              </a:lnSpc>
              <a:spcBef>
                <a:spcPct val="0"/>
              </a:spcBef>
              <a:spcAft>
                <a:spcPct val="0"/>
              </a:spcAft>
              <a:buClr>
                <a:schemeClr val="tx1"/>
              </a:buClr>
              <a:buSzPct val="117000"/>
              <a:buFont typeface="Wingdings" panose="05000000000000000000" pitchFamily="2" charset="2"/>
              <a:buNone/>
            </a:pPr>
            <a:r>
              <a:rPr lang="en-US" altLang="en-US" sz="2400" b="1">
                <a:solidFill>
                  <a:srgbClr val="0033CC"/>
                </a:solidFill>
                <a:latin typeface="Times New Roman" panose="02020603050405020304" pitchFamily="18" charset="0"/>
              </a:rPr>
              <a:t>Forward Error Correction Versus Retransmission</a:t>
            </a:r>
            <a:br>
              <a:rPr lang="en-US" altLang="en-US" sz="2400" b="1">
                <a:solidFill>
                  <a:srgbClr val="0033CC"/>
                </a:solidFill>
                <a:latin typeface="Times New Roman" panose="02020603050405020304" pitchFamily="18" charset="0"/>
              </a:rPr>
            </a:br>
            <a:endParaRPr lang="en-US" altLang="en-US" sz="2400" b="1">
              <a:solidFill>
                <a:srgbClr val="0033CC"/>
              </a:solidFill>
              <a:latin typeface="Times New Roman" panose="02020603050405020304" pitchFamily="18" charset="0"/>
            </a:endParaRPr>
          </a:p>
        </p:txBody>
      </p:sp>
      <p:sp>
        <p:nvSpPr>
          <p:cNvPr id="565278" name="Text Box 30">
            <a:extLst>
              <a:ext uri="{FF2B5EF4-FFF2-40B4-BE49-F238E27FC236}">
                <a16:creationId xmlns:a16="http://schemas.microsoft.com/office/drawing/2014/main" id="{C8CC4576-E6C0-6E1C-1590-01576343F45F}"/>
              </a:ext>
            </a:extLst>
          </p:cNvPr>
          <p:cNvSpPr txBox="1">
            <a:spLocks noChangeArrowheads="1"/>
          </p:cNvSpPr>
          <p:nvPr/>
        </p:nvSpPr>
        <p:spPr bwMode="auto">
          <a:xfrm>
            <a:off x="165100" y="2895600"/>
            <a:ext cx="4862513" cy="519113"/>
          </a:xfrm>
          <a:prstGeom prst="rect">
            <a:avLst/>
          </a:prstGeom>
          <a:noFill/>
          <a:ln w="76200" algn="ctr">
            <a:noFill/>
            <a:miter lim="800000"/>
            <a:headEnd/>
            <a:tailEnd/>
          </a:ln>
          <a:effectLst/>
        </p:spPr>
        <p:txBody>
          <a:bodyPr wrap="none">
            <a:spAutoFit/>
          </a:bodyPr>
          <a:lstStyle/>
          <a:p>
            <a:pPr algn="ctr" eaLnBrk="1" fontAlgn="auto" hangingPunct="1">
              <a:spcBef>
                <a:spcPts val="0"/>
              </a:spcBef>
              <a:spcAft>
                <a:spcPts val="0"/>
              </a:spcAft>
              <a:defRPr/>
            </a:pPr>
            <a:r>
              <a:rPr lang="en-US" sz="2800" i="1" u="sng">
                <a:solidFill>
                  <a:schemeClr val="hlink"/>
                </a:solidFill>
                <a:effectLst>
                  <a:outerShdw blurRad="38100" dist="38100" dir="2700000" algn="tl">
                    <a:srgbClr val="C0C0C0"/>
                  </a:outerShdw>
                </a:effectLst>
                <a:latin typeface="Times New Roman" pitchFamily="18" charset="0"/>
              </a:rPr>
              <a:t>Topics discussed in this section: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1">
            <a:extLst>
              <a:ext uri="{FF2B5EF4-FFF2-40B4-BE49-F238E27FC236}">
                <a16:creationId xmlns:a16="http://schemas.microsoft.com/office/drawing/2014/main" id="{B3596097-4FB7-4DB2-D746-4106C9683ED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eaLnBrk="0" fontAlgn="base" hangingPunct="0">
              <a:lnSpc>
                <a:spcPct val="100000"/>
              </a:lnSpc>
              <a:spcBef>
                <a:spcPct val="0"/>
              </a:spcBef>
              <a:spcAft>
                <a:spcPct val="0"/>
              </a:spcAft>
              <a:buClrTx/>
              <a:buSzTx/>
              <a:buFontTx/>
              <a:buNone/>
            </a:pPr>
            <a:r>
              <a:rPr lang="en-US" altLang="en-US" sz="1000">
                <a:solidFill>
                  <a:srgbClr val="FFFFFF"/>
                </a:solidFill>
              </a:rPr>
              <a:t>10.</a:t>
            </a:r>
            <a:fld id="{F6BB2F17-2633-44DF-85EB-23C188DCB6AC}" type="slidenum">
              <a:rPr lang="en-US" altLang="en-US" sz="1000" smtClean="0">
                <a:solidFill>
                  <a:srgbClr val="FFFFFF"/>
                </a:solidFill>
              </a:rPr>
              <a:pPr eaLnBrk="0" fontAlgn="base" hangingPunct="0">
                <a:lnSpc>
                  <a:spcPct val="100000"/>
                </a:lnSpc>
                <a:spcBef>
                  <a:spcPct val="0"/>
                </a:spcBef>
                <a:spcAft>
                  <a:spcPct val="0"/>
                </a:spcAft>
                <a:buClrTx/>
                <a:buSzTx/>
                <a:buFontTx/>
                <a:buNone/>
              </a:pPr>
              <a:t>4</a:t>
            </a:fld>
            <a:endParaRPr lang="en-US" altLang="en-US" sz="1000" b="1">
              <a:solidFill>
                <a:schemeClr val="bg2"/>
              </a:solidFill>
              <a:latin typeface="Arial" panose="020B0604020202020204" pitchFamily="34" charset="0"/>
            </a:endParaRPr>
          </a:p>
        </p:txBody>
      </p:sp>
      <p:sp>
        <p:nvSpPr>
          <p:cNvPr id="17411" name="Rectangle 2">
            <a:extLst>
              <a:ext uri="{FF2B5EF4-FFF2-40B4-BE49-F238E27FC236}">
                <a16:creationId xmlns:a16="http://schemas.microsoft.com/office/drawing/2014/main" id="{1BFDB39F-E3B4-C19E-4426-103858830699}"/>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algn="ctr" eaLnBrk="1" hangingPunct="1">
              <a:lnSpc>
                <a:spcPct val="100000"/>
              </a:lnSpc>
              <a:spcBef>
                <a:spcPct val="0"/>
              </a:spcBef>
              <a:spcAft>
                <a:spcPct val="0"/>
              </a:spcAft>
              <a:buClrTx/>
              <a:buSzTx/>
              <a:buFontTx/>
              <a:buNone/>
            </a:pPr>
            <a:endParaRPr kumimoji="1" lang="en-US" altLang="en-US" sz="2400">
              <a:solidFill>
                <a:schemeClr val="tx1"/>
              </a:solidFill>
              <a:latin typeface="Tahoma" panose="020B0604030504040204" pitchFamily="34" charset="0"/>
            </a:endParaRPr>
          </a:p>
        </p:txBody>
      </p:sp>
      <p:sp>
        <p:nvSpPr>
          <p:cNvPr id="17412" name="Rectangle 3">
            <a:extLst>
              <a:ext uri="{FF2B5EF4-FFF2-40B4-BE49-F238E27FC236}">
                <a16:creationId xmlns:a16="http://schemas.microsoft.com/office/drawing/2014/main" id="{21A0CD67-C65E-568A-6BFA-07BFBE98C9B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algn="ctr" eaLnBrk="1" hangingPunct="1">
              <a:lnSpc>
                <a:spcPct val="100000"/>
              </a:lnSpc>
              <a:spcBef>
                <a:spcPct val="0"/>
              </a:spcBef>
              <a:spcAft>
                <a:spcPct val="0"/>
              </a:spcAft>
              <a:buClrTx/>
              <a:buSzTx/>
              <a:buFontTx/>
              <a:buNone/>
            </a:pPr>
            <a:endParaRPr kumimoji="1" lang="en-US" altLang="en-US" sz="2400">
              <a:solidFill>
                <a:schemeClr val="tx1"/>
              </a:solidFill>
              <a:latin typeface="Tahoma" panose="020B0604030504040204" pitchFamily="34" charset="0"/>
            </a:endParaRPr>
          </a:p>
        </p:txBody>
      </p:sp>
      <p:sp>
        <p:nvSpPr>
          <p:cNvPr id="17413" name="Rectangle 4">
            <a:extLst>
              <a:ext uri="{FF2B5EF4-FFF2-40B4-BE49-F238E27FC236}">
                <a16:creationId xmlns:a16="http://schemas.microsoft.com/office/drawing/2014/main" id="{B0840D4D-7B69-8D9B-ABB2-3C47529991D4}"/>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algn="ctr" eaLnBrk="1" hangingPunct="1">
              <a:lnSpc>
                <a:spcPct val="100000"/>
              </a:lnSpc>
              <a:spcBef>
                <a:spcPct val="0"/>
              </a:spcBef>
              <a:spcAft>
                <a:spcPct val="0"/>
              </a:spcAft>
              <a:buClrTx/>
              <a:buSzTx/>
              <a:buFontTx/>
              <a:buNone/>
            </a:pPr>
            <a:endParaRPr kumimoji="1" lang="en-US" altLang="en-US" sz="2400">
              <a:solidFill>
                <a:schemeClr val="tx1"/>
              </a:solidFill>
              <a:latin typeface="Tahoma" panose="020B0604030504040204" pitchFamily="34" charset="0"/>
            </a:endParaRPr>
          </a:p>
        </p:txBody>
      </p:sp>
      <p:sp>
        <p:nvSpPr>
          <p:cNvPr id="17414" name="Rectangle 5">
            <a:extLst>
              <a:ext uri="{FF2B5EF4-FFF2-40B4-BE49-F238E27FC236}">
                <a16:creationId xmlns:a16="http://schemas.microsoft.com/office/drawing/2014/main" id="{DB4B6E1B-A72C-93FE-0F08-EF199368BE6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algn="ctr" eaLnBrk="1" hangingPunct="1">
              <a:lnSpc>
                <a:spcPct val="100000"/>
              </a:lnSpc>
              <a:spcBef>
                <a:spcPct val="0"/>
              </a:spcBef>
              <a:spcAft>
                <a:spcPct val="0"/>
              </a:spcAft>
              <a:buClrTx/>
              <a:buSzTx/>
              <a:buFontTx/>
              <a:buNone/>
            </a:pPr>
            <a:endParaRPr kumimoji="1" lang="en-US" altLang="en-US" sz="2400">
              <a:solidFill>
                <a:schemeClr val="tx1"/>
              </a:solidFill>
              <a:latin typeface="Tahoma" panose="020B0604030504040204" pitchFamily="34" charset="0"/>
            </a:endParaRPr>
          </a:p>
        </p:txBody>
      </p:sp>
      <p:sp>
        <p:nvSpPr>
          <p:cNvPr id="17415" name="Rectangle 6">
            <a:extLst>
              <a:ext uri="{FF2B5EF4-FFF2-40B4-BE49-F238E27FC236}">
                <a16:creationId xmlns:a16="http://schemas.microsoft.com/office/drawing/2014/main" id="{0A18F00A-61A8-DFED-CAFD-A9E6D7C037E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algn="ctr" eaLnBrk="1" hangingPunct="1">
              <a:lnSpc>
                <a:spcPct val="100000"/>
              </a:lnSpc>
              <a:spcBef>
                <a:spcPct val="0"/>
              </a:spcBef>
              <a:spcAft>
                <a:spcPct val="0"/>
              </a:spcAft>
              <a:buClrTx/>
              <a:buSzTx/>
              <a:buFontTx/>
              <a:buNone/>
            </a:pPr>
            <a:endParaRPr kumimoji="1" lang="en-US" altLang="en-US" sz="2400">
              <a:solidFill>
                <a:schemeClr val="tx1"/>
              </a:solidFill>
              <a:latin typeface="Tahoma" panose="020B0604030504040204" pitchFamily="34" charset="0"/>
            </a:endParaRPr>
          </a:p>
        </p:txBody>
      </p:sp>
      <p:sp>
        <p:nvSpPr>
          <p:cNvPr id="17416" name="Rectangle 7">
            <a:extLst>
              <a:ext uri="{FF2B5EF4-FFF2-40B4-BE49-F238E27FC236}">
                <a16:creationId xmlns:a16="http://schemas.microsoft.com/office/drawing/2014/main" id="{246214CD-77D8-F5E8-BA29-7843BDA92822}"/>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algn="ctr" eaLnBrk="1" hangingPunct="1">
              <a:lnSpc>
                <a:spcPct val="100000"/>
              </a:lnSpc>
              <a:spcBef>
                <a:spcPct val="0"/>
              </a:spcBef>
              <a:spcAft>
                <a:spcPct val="0"/>
              </a:spcAft>
              <a:buClrTx/>
              <a:buSzTx/>
              <a:buFontTx/>
              <a:buNone/>
            </a:pPr>
            <a:endParaRPr kumimoji="1" lang="en-US" altLang="en-US" sz="2400">
              <a:solidFill>
                <a:schemeClr val="tx1"/>
              </a:solidFill>
              <a:latin typeface="Tahoma" panose="020B0604030504040204" pitchFamily="34" charset="0"/>
            </a:endParaRPr>
          </a:p>
        </p:txBody>
      </p:sp>
      <p:sp>
        <p:nvSpPr>
          <p:cNvPr id="17417" name="Rectangle 8">
            <a:extLst>
              <a:ext uri="{FF2B5EF4-FFF2-40B4-BE49-F238E27FC236}">
                <a16:creationId xmlns:a16="http://schemas.microsoft.com/office/drawing/2014/main" id="{F457B509-31A1-BF7A-30EB-6B63C1321F0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algn="ctr" eaLnBrk="1" hangingPunct="1">
              <a:lnSpc>
                <a:spcPct val="100000"/>
              </a:lnSpc>
              <a:spcBef>
                <a:spcPct val="0"/>
              </a:spcBef>
              <a:spcAft>
                <a:spcPct val="0"/>
              </a:spcAft>
              <a:buClrTx/>
              <a:buSzTx/>
              <a:buFontTx/>
              <a:buNone/>
            </a:pPr>
            <a:endParaRPr kumimoji="1" lang="en-US" altLang="en-US" sz="2400">
              <a:solidFill>
                <a:schemeClr val="tx1"/>
              </a:solidFill>
              <a:latin typeface="Tahoma" panose="020B0604030504040204" pitchFamily="34" charset="0"/>
            </a:endParaRPr>
          </a:p>
        </p:txBody>
      </p:sp>
      <p:sp>
        <p:nvSpPr>
          <p:cNvPr id="17418" name="Line 9">
            <a:extLst>
              <a:ext uri="{FF2B5EF4-FFF2-40B4-BE49-F238E27FC236}">
                <a16:creationId xmlns:a16="http://schemas.microsoft.com/office/drawing/2014/main" id="{37F69D56-1287-E56F-CA05-E23518D486D0}"/>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19" name="Line 10">
            <a:extLst>
              <a:ext uri="{FF2B5EF4-FFF2-40B4-BE49-F238E27FC236}">
                <a16:creationId xmlns:a16="http://schemas.microsoft.com/office/drawing/2014/main" id="{6DA3B55E-DBF6-4576-24C2-6C5E6F5967AA}"/>
              </a:ext>
            </a:extLst>
          </p:cNvPr>
          <p:cNvSpPr>
            <a:spLocks noChangeShapeType="1"/>
          </p:cNvSpPr>
          <p:nvPr/>
        </p:nvSpPr>
        <p:spPr bwMode="auto">
          <a:xfrm>
            <a:off x="458788" y="3886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20" name="Rectangle 11">
            <a:extLst>
              <a:ext uri="{FF2B5EF4-FFF2-40B4-BE49-F238E27FC236}">
                <a16:creationId xmlns:a16="http://schemas.microsoft.com/office/drawing/2014/main" id="{D128E20F-253F-EDCF-2D6D-9EF7E23A5E3D}"/>
              </a:ext>
            </a:extLst>
          </p:cNvPr>
          <p:cNvSpPr>
            <a:spLocks noChangeArrowheads="1"/>
          </p:cNvSpPr>
          <p:nvPr/>
        </p:nvSpPr>
        <p:spPr bwMode="auto">
          <a:xfrm>
            <a:off x="495300" y="2759075"/>
            <a:ext cx="8077200" cy="106680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algn="ctr" eaLnBrk="1" hangingPunct="1">
              <a:lnSpc>
                <a:spcPct val="100000"/>
              </a:lnSpc>
              <a:spcBef>
                <a:spcPct val="0"/>
              </a:spcBef>
              <a:spcAft>
                <a:spcPct val="0"/>
              </a:spcAft>
              <a:buClrTx/>
              <a:buSzTx/>
              <a:buFontTx/>
              <a:buNone/>
            </a:pPr>
            <a:r>
              <a:rPr lang="en-US" altLang="en-US" sz="3200" b="1">
                <a:solidFill>
                  <a:schemeClr val="tx1"/>
                </a:solidFill>
                <a:latin typeface="Arial" panose="020B0604020202020204" pitchFamily="34" charset="0"/>
              </a:rPr>
              <a:t>In a single-bit error, only 1 bit in the data unit has changed.</a:t>
            </a:r>
          </a:p>
        </p:txBody>
      </p:sp>
      <p:grpSp>
        <p:nvGrpSpPr>
          <p:cNvPr id="17421" name="Group 12">
            <a:extLst>
              <a:ext uri="{FF2B5EF4-FFF2-40B4-BE49-F238E27FC236}">
                <a16:creationId xmlns:a16="http://schemas.microsoft.com/office/drawing/2014/main" id="{7F1844C5-E182-1E43-12CF-4F44215C131E}"/>
              </a:ext>
            </a:extLst>
          </p:cNvPr>
          <p:cNvGrpSpPr>
            <a:grpSpLocks/>
          </p:cNvGrpSpPr>
          <p:nvPr/>
        </p:nvGrpSpPr>
        <p:grpSpPr bwMode="auto">
          <a:xfrm>
            <a:off x="533400" y="1947863"/>
            <a:ext cx="1143000" cy="566737"/>
            <a:chOff x="1200" y="1248"/>
            <a:chExt cx="720" cy="357"/>
          </a:xfrm>
        </p:grpSpPr>
        <p:pic>
          <p:nvPicPr>
            <p:cNvPr id="17422" name="Picture 13">
              <a:extLst>
                <a:ext uri="{FF2B5EF4-FFF2-40B4-BE49-F238E27FC236}">
                  <a16:creationId xmlns:a16="http://schemas.microsoft.com/office/drawing/2014/main" id="{F7A7B85A-1C8A-DE78-C5D2-3247B847C7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3" name="Text Box 14">
              <a:extLst>
                <a:ext uri="{FF2B5EF4-FFF2-40B4-BE49-F238E27FC236}">
                  <a16:creationId xmlns:a16="http://schemas.microsoft.com/office/drawing/2014/main" id="{38BF06DF-110B-7E34-4076-44811F81FB33}"/>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eaLnBrk="1" hangingPunct="1">
                <a:lnSpc>
                  <a:spcPct val="100000"/>
                </a:lnSpc>
                <a:spcBef>
                  <a:spcPct val="0"/>
                </a:spcBef>
                <a:spcAft>
                  <a:spcPct val="0"/>
                </a:spcAft>
                <a:buClrTx/>
                <a:buSzTx/>
                <a:buFontTx/>
                <a:buNone/>
              </a:pPr>
              <a:r>
                <a:rPr lang="en-US" altLang="en-US" sz="2800" b="1" i="1">
                  <a:solidFill>
                    <a:schemeClr val="hlink"/>
                  </a:solidFill>
                  <a:latin typeface="Times New Roman" panose="02020603050405020304" pitchFamily="18" charset="0"/>
                </a:rPr>
                <a:t>Note</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1">
            <a:extLst>
              <a:ext uri="{FF2B5EF4-FFF2-40B4-BE49-F238E27FC236}">
                <a16:creationId xmlns:a16="http://schemas.microsoft.com/office/drawing/2014/main" id="{14949780-6DD3-C066-07BD-E00A944E8F6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B169D5B6-6DFA-4397-9EF9-F2228B8A4D7C}" type="slidenum">
              <a:rPr lang="en-US" altLang="en-US" sz="1200" b="1" smtClean="0">
                <a:latin typeface="Arial" panose="020B0604020202020204" pitchFamily="34" charset="0"/>
              </a:rPr>
              <a:pPr fontAlgn="base">
                <a:spcBef>
                  <a:spcPct val="0"/>
                </a:spcBef>
                <a:spcAft>
                  <a:spcPct val="0"/>
                </a:spcAft>
              </a:pPr>
              <a:t>5</a:t>
            </a:fld>
            <a:endParaRPr lang="en-US" altLang="en-US" sz="1200" b="1">
              <a:latin typeface="Arial" panose="020B0604020202020204" pitchFamily="34" charset="0"/>
            </a:endParaRPr>
          </a:p>
        </p:txBody>
      </p:sp>
      <p:sp>
        <p:nvSpPr>
          <p:cNvPr id="19459" name="Rectangle 2">
            <a:extLst>
              <a:ext uri="{FF2B5EF4-FFF2-40B4-BE49-F238E27FC236}">
                <a16:creationId xmlns:a16="http://schemas.microsoft.com/office/drawing/2014/main" id="{DDE417A3-B661-04D4-9586-0A785FE2694A}"/>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9460" name="Rectangle 3">
            <a:extLst>
              <a:ext uri="{FF2B5EF4-FFF2-40B4-BE49-F238E27FC236}">
                <a16:creationId xmlns:a16="http://schemas.microsoft.com/office/drawing/2014/main" id="{39E2B58D-9DA6-C8EA-D589-65C65F88A76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9461" name="Rectangle 4">
            <a:extLst>
              <a:ext uri="{FF2B5EF4-FFF2-40B4-BE49-F238E27FC236}">
                <a16:creationId xmlns:a16="http://schemas.microsoft.com/office/drawing/2014/main" id="{87FA636D-F434-2941-294D-83EBFA5A7C0B}"/>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9462" name="Rectangle 5">
            <a:extLst>
              <a:ext uri="{FF2B5EF4-FFF2-40B4-BE49-F238E27FC236}">
                <a16:creationId xmlns:a16="http://schemas.microsoft.com/office/drawing/2014/main" id="{36B5F7D4-FA2B-7591-CAC0-2153F223F3E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9463" name="Rectangle 6">
            <a:extLst>
              <a:ext uri="{FF2B5EF4-FFF2-40B4-BE49-F238E27FC236}">
                <a16:creationId xmlns:a16="http://schemas.microsoft.com/office/drawing/2014/main" id="{AE376B70-5574-0266-6019-5DE4FDEF961A}"/>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9464" name="Rectangle 7">
            <a:extLst>
              <a:ext uri="{FF2B5EF4-FFF2-40B4-BE49-F238E27FC236}">
                <a16:creationId xmlns:a16="http://schemas.microsoft.com/office/drawing/2014/main" id="{4AF62605-B718-E5D4-3772-5EA4A1098812}"/>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9465" name="Rectangle 8">
            <a:extLst>
              <a:ext uri="{FF2B5EF4-FFF2-40B4-BE49-F238E27FC236}">
                <a16:creationId xmlns:a16="http://schemas.microsoft.com/office/drawing/2014/main" id="{C32E7188-A7D8-0482-C7F9-682DCCF728F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202" name="Text Box 9">
            <a:extLst>
              <a:ext uri="{FF2B5EF4-FFF2-40B4-BE49-F238E27FC236}">
                <a16:creationId xmlns:a16="http://schemas.microsoft.com/office/drawing/2014/main" id="{C598B5EE-5920-8F5C-C335-AC1B0C2ADA8C}"/>
              </a:ext>
            </a:extLst>
          </p:cNvPr>
          <p:cNvSpPr txBox="1">
            <a:spLocks noChangeArrowheads="1"/>
          </p:cNvSpPr>
          <p:nvPr/>
        </p:nvSpPr>
        <p:spPr bwMode="auto">
          <a:xfrm>
            <a:off x="1143000" y="0"/>
            <a:ext cx="4730750" cy="641350"/>
          </a:xfrm>
          <a:prstGeom prst="rect">
            <a:avLst/>
          </a:prstGeom>
          <a:noFill/>
          <a:ln>
            <a:noFill/>
          </a:ln>
        </p:spPr>
        <p:txBody>
          <a:bodyPr wrap="none">
            <a:spAutoFit/>
          </a:bodyPr>
          <a:lstStyle>
            <a:lvl1pPr eaLnBrk="0" hangingPunct="0">
              <a:defRPr sz="3200" b="1" i="1">
                <a:solidFill>
                  <a:schemeClr val="tx1"/>
                </a:solidFill>
                <a:latin typeface="Baby Kruffy"/>
              </a:defRPr>
            </a:lvl1pPr>
            <a:lvl2pPr marL="742950" indent="-285750" eaLnBrk="0" hangingPunct="0">
              <a:defRPr sz="3200" b="1" i="1">
                <a:solidFill>
                  <a:schemeClr val="tx1"/>
                </a:solidFill>
                <a:latin typeface="Baby Kruffy"/>
              </a:defRPr>
            </a:lvl2pPr>
            <a:lvl3pPr marL="1143000" indent="-228600" eaLnBrk="0" hangingPunct="0">
              <a:defRPr sz="3200" b="1" i="1">
                <a:solidFill>
                  <a:schemeClr val="tx1"/>
                </a:solidFill>
                <a:latin typeface="Baby Kruffy"/>
              </a:defRPr>
            </a:lvl3pPr>
            <a:lvl4pPr marL="1600200" indent="-228600" eaLnBrk="0" hangingPunct="0">
              <a:defRPr sz="3200" b="1" i="1">
                <a:solidFill>
                  <a:schemeClr val="tx1"/>
                </a:solidFill>
                <a:latin typeface="Baby Kruffy"/>
              </a:defRPr>
            </a:lvl4pPr>
            <a:lvl5pPr marL="2057400" indent="-228600" eaLnBrk="0" hangingPunct="0">
              <a:defRPr sz="3200" b="1" i="1">
                <a:solidFill>
                  <a:schemeClr val="tx1"/>
                </a:solidFill>
                <a:latin typeface="Baby Kruffy"/>
              </a:defRPr>
            </a:lvl5pPr>
            <a:lvl6pPr marL="2514600" indent="-228600" eaLnBrk="0" fontAlgn="base" hangingPunct="0">
              <a:spcBef>
                <a:spcPct val="0"/>
              </a:spcBef>
              <a:spcAft>
                <a:spcPct val="0"/>
              </a:spcAft>
              <a:defRPr sz="3200" b="1" i="1">
                <a:solidFill>
                  <a:schemeClr val="tx1"/>
                </a:solidFill>
                <a:latin typeface="Baby Kruffy"/>
              </a:defRPr>
            </a:lvl6pPr>
            <a:lvl7pPr marL="2971800" indent="-228600" eaLnBrk="0" fontAlgn="base" hangingPunct="0">
              <a:spcBef>
                <a:spcPct val="0"/>
              </a:spcBef>
              <a:spcAft>
                <a:spcPct val="0"/>
              </a:spcAft>
              <a:defRPr sz="3200" b="1" i="1">
                <a:solidFill>
                  <a:schemeClr val="tx1"/>
                </a:solidFill>
                <a:latin typeface="Baby Kruffy"/>
              </a:defRPr>
            </a:lvl7pPr>
            <a:lvl8pPr marL="3429000" indent="-228600" eaLnBrk="0" fontAlgn="base" hangingPunct="0">
              <a:spcBef>
                <a:spcPct val="0"/>
              </a:spcBef>
              <a:spcAft>
                <a:spcPct val="0"/>
              </a:spcAft>
              <a:defRPr sz="3200" b="1" i="1">
                <a:solidFill>
                  <a:schemeClr val="tx1"/>
                </a:solidFill>
                <a:latin typeface="Baby Kruffy"/>
              </a:defRPr>
            </a:lvl8pPr>
            <a:lvl9pPr marL="3886200" indent="-228600" eaLnBrk="0" fontAlgn="base" hangingPunct="0">
              <a:spcBef>
                <a:spcPct val="0"/>
              </a:spcBef>
              <a:spcAft>
                <a:spcPct val="0"/>
              </a:spcAft>
              <a:defRPr sz="3200" b="1" i="1">
                <a:solidFill>
                  <a:schemeClr val="tx1"/>
                </a:solidFill>
                <a:latin typeface="Baby Kruffy"/>
              </a:defRPr>
            </a:lvl9pPr>
          </a:lstStyle>
          <a:p>
            <a:pPr fontAlgn="auto">
              <a:spcBef>
                <a:spcPts val="0"/>
              </a:spcBef>
              <a:spcAft>
                <a:spcPts val="0"/>
              </a:spcAft>
              <a:defRPr/>
            </a:pPr>
            <a:r>
              <a:rPr lang="en-US" sz="3600">
                <a:solidFill>
                  <a:schemeClr val="hlink"/>
                </a:solidFill>
                <a:effectLst>
                  <a:outerShdw blurRad="38100" dist="38100" dir="2700000" algn="tl">
                    <a:srgbClr val="C0C0C0"/>
                  </a:outerShdw>
                </a:effectLst>
                <a:latin typeface="Times New Roman" panose="02020603050405020304" pitchFamily="18" charset="0"/>
              </a:rPr>
              <a:t>10.10.1  Types of Errors</a:t>
            </a:r>
          </a:p>
        </p:txBody>
      </p:sp>
      <p:sp>
        <p:nvSpPr>
          <p:cNvPr id="19467" name="Rectangle 10">
            <a:extLst>
              <a:ext uri="{FF2B5EF4-FFF2-40B4-BE49-F238E27FC236}">
                <a16:creationId xmlns:a16="http://schemas.microsoft.com/office/drawing/2014/main" id="{37DCE2F1-7C3B-2C07-1899-2204FDC83905}"/>
              </a:ext>
            </a:extLst>
          </p:cNvPr>
          <p:cNvSpPr>
            <a:spLocks noChangeArrowheads="1"/>
          </p:cNvSpPr>
          <p:nvPr/>
        </p:nvSpPr>
        <p:spPr bwMode="auto">
          <a:xfrm>
            <a:off x="381000" y="1293813"/>
            <a:ext cx="7924800" cy="43624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b="1" i="1">
                <a:latin typeface="Times New Roman" panose="02020603050405020304" pitchFamily="18" charset="0"/>
              </a:rPr>
              <a:t>Whenever bits flow from one point to another, they are subject to unpredictable changes because of interference. This interference can change the shape of the signal. The term single-bit error means that only 1 bit of a given data unit (such as a byte, character, or packet) is changed from 1 to 0 or from 0 to 1. The term burst error means that 2 or more bits in the data unit have changed from 1 to 0 or from 0 to 1. Figure 10.1 shows the effect of a single-bit and a burst error on a data unit.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1">
            <a:extLst>
              <a:ext uri="{FF2B5EF4-FFF2-40B4-BE49-F238E27FC236}">
                <a16:creationId xmlns:a16="http://schemas.microsoft.com/office/drawing/2014/main" id="{E2D34DF6-AB52-EE88-04C5-B82C8DC392D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5D8E2B09-C90F-4457-AC1D-B07C1473CE2B}" type="slidenum">
              <a:rPr lang="en-US" altLang="en-US" sz="1200" b="1" smtClean="0">
                <a:latin typeface="Arial" panose="020B0604020202020204" pitchFamily="34" charset="0"/>
              </a:rPr>
              <a:pPr fontAlgn="base">
                <a:spcBef>
                  <a:spcPct val="0"/>
                </a:spcBef>
                <a:spcAft>
                  <a:spcPct val="0"/>
                </a:spcAft>
              </a:pPr>
              <a:t>6</a:t>
            </a:fld>
            <a:endParaRPr lang="en-US" altLang="en-US" sz="1200" b="1">
              <a:latin typeface="Arial" panose="020B0604020202020204" pitchFamily="34" charset="0"/>
            </a:endParaRPr>
          </a:p>
        </p:txBody>
      </p:sp>
      <p:sp>
        <p:nvSpPr>
          <p:cNvPr id="21507" name="Rectangle 14">
            <a:extLst>
              <a:ext uri="{FF2B5EF4-FFF2-40B4-BE49-F238E27FC236}">
                <a16:creationId xmlns:a16="http://schemas.microsoft.com/office/drawing/2014/main" id="{BA79423E-BC8E-100F-F90C-BAAA7CF3CF59}"/>
              </a:ext>
            </a:extLst>
          </p:cNvPr>
          <p:cNvSpPr>
            <a:spLocks noChangeArrowheads="1"/>
          </p:cNvSpPr>
          <p:nvPr/>
        </p:nvSpPr>
        <p:spPr bwMode="auto">
          <a:xfrm>
            <a:off x="152400" y="133350"/>
            <a:ext cx="815340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2000" b="1" i="1">
                <a:solidFill>
                  <a:srgbClr val="FF0000"/>
                </a:solidFill>
                <a:latin typeface="Times-BoldItalic"/>
              </a:rPr>
              <a:t>Figure 10.1:  </a:t>
            </a:r>
            <a:r>
              <a:rPr lang="en-US" altLang="en-US" sz="2000" b="1" i="1">
                <a:latin typeface="Times-BoldItalic"/>
              </a:rPr>
              <a:t>Single-bit and burst error</a:t>
            </a:r>
          </a:p>
        </p:txBody>
      </p:sp>
      <p:pic>
        <p:nvPicPr>
          <p:cNvPr id="88066" name="Picture 2">
            <a:extLst>
              <a:ext uri="{FF2B5EF4-FFF2-40B4-BE49-F238E27FC236}">
                <a16:creationId xmlns:a16="http://schemas.microsoft.com/office/drawing/2014/main" id="{0B1EBC8D-BCC3-7834-4F83-0FF12C0D63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608138"/>
            <a:ext cx="3308350" cy="145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67" name="Picture 3">
            <a:extLst>
              <a:ext uri="{FF2B5EF4-FFF2-40B4-BE49-F238E27FC236}">
                <a16:creationId xmlns:a16="http://schemas.microsoft.com/office/drawing/2014/main" id="{C8186752-ABE3-5FC9-4D7D-ED667329AC0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3625" y="3657600"/>
            <a:ext cx="5083175" cy="199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806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80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1">
            <a:extLst>
              <a:ext uri="{FF2B5EF4-FFF2-40B4-BE49-F238E27FC236}">
                <a16:creationId xmlns:a16="http://schemas.microsoft.com/office/drawing/2014/main" id="{C93B47B9-3971-3EF9-EB7E-5F9AF69D09A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46A57B7B-777C-4035-8939-E8920A53B7D3}" type="slidenum">
              <a:rPr lang="en-US" altLang="en-US" sz="1200" b="1" smtClean="0">
                <a:latin typeface="Arial" panose="020B0604020202020204" pitchFamily="34" charset="0"/>
              </a:rPr>
              <a:pPr fontAlgn="base">
                <a:spcBef>
                  <a:spcPct val="0"/>
                </a:spcBef>
                <a:spcAft>
                  <a:spcPct val="0"/>
                </a:spcAft>
              </a:pPr>
              <a:t>7</a:t>
            </a:fld>
            <a:endParaRPr lang="en-US" altLang="en-US" sz="1200" b="1">
              <a:latin typeface="Arial" panose="020B0604020202020204" pitchFamily="34" charset="0"/>
            </a:endParaRPr>
          </a:p>
        </p:txBody>
      </p:sp>
      <p:sp>
        <p:nvSpPr>
          <p:cNvPr id="23555" name="Rectangle 2">
            <a:extLst>
              <a:ext uri="{FF2B5EF4-FFF2-40B4-BE49-F238E27FC236}">
                <a16:creationId xmlns:a16="http://schemas.microsoft.com/office/drawing/2014/main" id="{4D424EC0-D488-C5ED-7D2B-B9974FAB99C7}"/>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23556" name="Rectangle 3">
            <a:extLst>
              <a:ext uri="{FF2B5EF4-FFF2-40B4-BE49-F238E27FC236}">
                <a16:creationId xmlns:a16="http://schemas.microsoft.com/office/drawing/2014/main" id="{163CCE5C-6493-A464-D511-0B9ACB7443C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23557" name="Rectangle 4">
            <a:extLst>
              <a:ext uri="{FF2B5EF4-FFF2-40B4-BE49-F238E27FC236}">
                <a16:creationId xmlns:a16="http://schemas.microsoft.com/office/drawing/2014/main" id="{483E8A9D-4140-0E90-9B71-F78374029403}"/>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23558" name="Rectangle 5">
            <a:extLst>
              <a:ext uri="{FF2B5EF4-FFF2-40B4-BE49-F238E27FC236}">
                <a16:creationId xmlns:a16="http://schemas.microsoft.com/office/drawing/2014/main" id="{ABACC5E9-6453-E64B-A67A-6E685C6387C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23559" name="Rectangle 6">
            <a:extLst>
              <a:ext uri="{FF2B5EF4-FFF2-40B4-BE49-F238E27FC236}">
                <a16:creationId xmlns:a16="http://schemas.microsoft.com/office/drawing/2014/main" id="{2D224EAB-2069-4A08-BB7E-41F1570C824A}"/>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23560" name="Rectangle 7">
            <a:extLst>
              <a:ext uri="{FF2B5EF4-FFF2-40B4-BE49-F238E27FC236}">
                <a16:creationId xmlns:a16="http://schemas.microsoft.com/office/drawing/2014/main" id="{0E45DB79-586D-4B42-6382-FCFF89DF7F17}"/>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23561" name="Rectangle 8">
            <a:extLst>
              <a:ext uri="{FF2B5EF4-FFF2-40B4-BE49-F238E27FC236}">
                <a16:creationId xmlns:a16="http://schemas.microsoft.com/office/drawing/2014/main" id="{F95B19D8-A71D-FEFB-786C-6D3A68ADAAD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202" name="Text Box 9">
            <a:extLst>
              <a:ext uri="{FF2B5EF4-FFF2-40B4-BE49-F238E27FC236}">
                <a16:creationId xmlns:a16="http://schemas.microsoft.com/office/drawing/2014/main" id="{F937AE8C-6575-B754-DE68-1DA9D2537284}"/>
              </a:ext>
            </a:extLst>
          </p:cNvPr>
          <p:cNvSpPr txBox="1">
            <a:spLocks noChangeArrowheads="1"/>
          </p:cNvSpPr>
          <p:nvPr/>
        </p:nvSpPr>
        <p:spPr bwMode="auto">
          <a:xfrm>
            <a:off x="1143000" y="0"/>
            <a:ext cx="4146550" cy="641350"/>
          </a:xfrm>
          <a:prstGeom prst="rect">
            <a:avLst/>
          </a:prstGeom>
          <a:noFill/>
          <a:ln>
            <a:noFill/>
          </a:ln>
        </p:spPr>
        <p:txBody>
          <a:bodyPr wrap="none">
            <a:spAutoFit/>
          </a:bodyPr>
          <a:lstStyle>
            <a:lvl1pPr eaLnBrk="0" hangingPunct="0">
              <a:defRPr sz="3200" b="1" i="1">
                <a:solidFill>
                  <a:schemeClr val="tx1"/>
                </a:solidFill>
                <a:latin typeface="Baby Kruffy"/>
              </a:defRPr>
            </a:lvl1pPr>
            <a:lvl2pPr marL="742950" indent="-285750" eaLnBrk="0" hangingPunct="0">
              <a:defRPr sz="3200" b="1" i="1">
                <a:solidFill>
                  <a:schemeClr val="tx1"/>
                </a:solidFill>
                <a:latin typeface="Baby Kruffy"/>
              </a:defRPr>
            </a:lvl2pPr>
            <a:lvl3pPr marL="1143000" indent="-228600" eaLnBrk="0" hangingPunct="0">
              <a:defRPr sz="3200" b="1" i="1">
                <a:solidFill>
                  <a:schemeClr val="tx1"/>
                </a:solidFill>
                <a:latin typeface="Baby Kruffy"/>
              </a:defRPr>
            </a:lvl3pPr>
            <a:lvl4pPr marL="1600200" indent="-228600" eaLnBrk="0" hangingPunct="0">
              <a:defRPr sz="3200" b="1" i="1">
                <a:solidFill>
                  <a:schemeClr val="tx1"/>
                </a:solidFill>
                <a:latin typeface="Baby Kruffy"/>
              </a:defRPr>
            </a:lvl4pPr>
            <a:lvl5pPr marL="2057400" indent="-228600" eaLnBrk="0" hangingPunct="0">
              <a:defRPr sz="3200" b="1" i="1">
                <a:solidFill>
                  <a:schemeClr val="tx1"/>
                </a:solidFill>
                <a:latin typeface="Baby Kruffy"/>
              </a:defRPr>
            </a:lvl5pPr>
            <a:lvl6pPr marL="2514600" indent="-228600" eaLnBrk="0" fontAlgn="base" hangingPunct="0">
              <a:spcBef>
                <a:spcPct val="0"/>
              </a:spcBef>
              <a:spcAft>
                <a:spcPct val="0"/>
              </a:spcAft>
              <a:defRPr sz="3200" b="1" i="1">
                <a:solidFill>
                  <a:schemeClr val="tx1"/>
                </a:solidFill>
                <a:latin typeface="Baby Kruffy"/>
              </a:defRPr>
            </a:lvl6pPr>
            <a:lvl7pPr marL="2971800" indent="-228600" eaLnBrk="0" fontAlgn="base" hangingPunct="0">
              <a:spcBef>
                <a:spcPct val="0"/>
              </a:spcBef>
              <a:spcAft>
                <a:spcPct val="0"/>
              </a:spcAft>
              <a:defRPr sz="3200" b="1" i="1">
                <a:solidFill>
                  <a:schemeClr val="tx1"/>
                </a:solidFill>
                <a:latin typeface="Baby Kruffy"/>
              </a:defRPr>
            </a:lvl7pPr>
            <a:lvl8pPr marL="3429000" indent="-228600" eaLnBrk="0" fontAlgn="base" hangingPunct="0">
              <a:spcBef>
                <a:spcPct val="0"/>
              </a:spcBef>
              <a:spcAft>
                <a:spcPct val="0"/>
              </a:spcAft>
              <a:defRPr sz="3200" b="1" i="1">
                <a:solidFill>
                  <a:schemeClr val="tx1"/>
                </a:solidFill>
                <a:latin typeface="Baby Kruffy"/>
              </a:defRPr>
            </a:lvl8pPr>
            <a:lvl9pPr marL="3886200" indent="-228600" eaLnBrk="0" fontAlgn="base" hangingPunct="0">
              <a:spcBef>
                <a:spcPct val="0"/>
              </a:spcBef>
              <a:spcAft>
                <a:spcPct val="0"/>
              </a:spcAft>
              <a:defRPr sz="3200" b="1" i="1">
                <a:solidFill>
                  <a:schemeClr val="tx1"/>
                </a:solidFill>
                <a:latin typeface="Baby Kruffy"/>
              </a:defRPr>
            </a:lvl9pPr>
          </a:lstStyle>
          <a:p>
            <a:pPr fontAlgn="auto">
              <a:spcBef>
                <a:spcPts val="0"/>
              </a:spcBef>
              <a:spcAft>
                <a:spcPts val="0"/>
              </a:spcAft>
              <a:defRPr/>
            </a:pPr>
            <a:r>
              <a:rPr lang="en-US" sz="3600">
                <a:solidFill>
                  <a:schemeClr val="hlink"/>
                </a:solidFill>
                <a:effectLst>
                  <a:outerShdw blurRad="38100" dist="38100" dir="2700000" algn="tl">
                    <a:srgbClr val="C0C0C0"/>
                  </a:outerShdw>
                </a:effectLst>
                <a:latin typeface="Times New Roman" panose="02020603050405020304" pitchFamily="18" charset="0"/>
              </a:rPr>
              <a:t>10.10.2  Redundancy</a:t>
            </a:r>
          </a:p>
        </p:txBody>
      </p:sp>
      <p:sp>
        <p:nvSpPr>
          <p:cNvPr id="23563" name="Rectangle 10">
            <a:extLst>
              <a:ext uri="{FF2B5EF4-FFF2-40B4-BE49-F238E27FC236}">
                <a16:creationId xmlns:a16="http://schemas.microsoft.com/office/drawing/2014/main" id="{B5515237-97ED-1A5F-E930-E51D4CE70013}"/>
              </a:ext>
            </a:extLst>
          </p:cNvPr>
          <p:cNvSpPr>
            <a:spLocks noChangeArrowheads="1"/>
          </p:cNvSpPr>
          <p:nvPr/>
        </p:nvSpPr>
        <p:spPr bwMode="auto">
          <a:xfrm>
            <a:off x="381000" y="1293813"/>
            <a:ext cx="7924800" cy="26781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b="1" i="1">
                <a:latin typeface="Times New Roman" panose="02020603050405020304" pitchFamily="18" charset="0"/>
              </a:rPr>
              <a:t>The central concept in detecting or correcting errors is redundancy. To be able to detect or correct errors, we need to send some extra bits with our data. These redundant bits are added by the sender and removed by the receiver. Their presence allows the receiver to detect or correct corrupted bits.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1">
            <a:extLst>
              <a:ext uri="{FF2B5EF4-FFF2-40B4-BE49-F238E27FC236}">
                <a16:creationId xmlns:a16="http://schemas.microsoft.com/office/drawing/2014/main" id="{15ACC174-040D-BAF2-48DE-A6A1E123AA6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0736927B-8054-40C7-A4CF-C9DE4BBB4061}" type="slidenum">
              <a:rPr lang="en-US" altLang="en-US" sz="1200" b="1" smtClean="0">
                <a:latin typeface="Arial" panose="020B0604020202020204" pitchFamily="34" charset="0"/>
              </a:rPr>
              <a:pPr fontAlgn="base">
                <a:spcBef>
                  <a:spcPct val="0"/>
                </a:spcBef>
                <a:spcAft>
                  <a:spcPct val="0"/>
                </a:spcAft>
              </a:pPr>
              <a:t>8</a:t>
            </a:fld>
            <a:endParaRPr lang="en-US" altLang="en-US" sz="1200" b="1">
              <a:latin typeface="Arial" panose="020B0604020202020204" pitchFamily="34" charset="0"/>
            </a:endParaRPr>
          </a:p>
        </p:txBody>
      </p:sp>
      <p:sp>
        <p:nvSpPr>
          <p:cNvPr id="25603" name="Rectangle 2">
            <a:extLst>
              <a:ext uri="{FF2B5EF4-FFF2-40B4-BE49-F238E27FC236}">
                <a16:creationId xmlns:a16="http://schemas.microsoft.com/office/drawing/2014/main" id="{F0335B33-A5E9-697C-5B05-6400D5CA4249}"/>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25604" name="Rectangle 3">
            <a:extLst>
              <a:ext uri="{FF2B5EF4-FFF2-40B4-BE49-F238E27FC236}">
                <a16:creationId xmlns:a16="http://schemas.microsoft.com/office/drawing/2014/main" id="{20C9BC7F-E0B9-33B5-A9FF-87BA5FD073A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25605" name="Rectangle 4">
            <a:extLst>
              <a:ext uri="{FF2B5EF4-FFF2-40B4-BE49-F238E27FC236}">
                <a16:creationId xmlns:a16="http://schemas.microsoft.com/office/drawing/2014/main" id="{4F5CC30F-CA00-1C90-10B2-BAD21E0F8F95}"/>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25606" name="Rectangle 5">
            <a:extLst>
              <a:ext uri="{FF2B5EF4-FFF2-40B4-BE49-F238E27FC236}">
                <a16:creationId xmlns:a16="http://schemas.microsoft.com/office/drawing/2014/main" id="{200BDA33-3FAE-4000-79DB-989F955BF0E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25607" name="Rectangle 6">
            <a:extLst>
              <a:ext uri="{FF2B5EF4-FFF2-40B4-BE49-F238E27FC236}">
                <a16:creationId xmlns:a16="http://schemas.microsoft.com/office/drawing/2014/main" id="{97F44B79-AB18-1B39-AB4B-3F380251EA7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25608" name="Rectangle 7">
            <a:extLst>
              <a:ext uri="{FF2B5EF4-FFF2-40B4-BE49-F238E27FC236}">
                <a16:creationId xmlns:a16="http://schemas.microsoft.com/office/drawing/2014/main" id="{32ECB715-3347-6AEB-15CD-BA348CF98253}"/>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25609" name="Rectangle 8">
            <a:extLst>
              <a:ext uri="{FF2B5EF4-FFF2-40B4-BE49-F238E27FC236}">
                <a16:creationId xmlns:a16="http://schemas.microsoft.com/office/drawing/2014/main" id="{F4B57ABA-786D-0B5B-CB33-443CA302E26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202" name="Text Box 9">
            <a:extLst>
              <a:ext uri="{FF2B5EF4-FFF2-40B4-BE49-F238E27FC236}">
                <a16:creationId xmlns:a16="http://schemas.microsoft.com/office/drawing/2014/main" id="{45805C9E-B0CB-BF9C-511C-A9D3DDEAF926}"/>
              </a:ext>
            </a:extLst>
          </p:cNvPr>
          <p:cNvSpPr txBox="1">
            <a:spLocks noChangeArrowheads="1"/>
          </p:cNvSpPr>
          <p:nvPr/>
        </p:nvSpPr>
        <p:spPr bwMode="auto">
          <a:xfrm>
            <a:off x="1143000" y="0"/>
            <a:ext cx="7042150" cy="641350"/>
          </a:xfrm>
          <a:prstGeom prst="rect">
            <a:avLst/>
          </a:prstGeom>
          <a:noFill/>
          <a:ln>
            <a:noFill/>
          </a:ln>
        </p:spPr>
        <p:txBody>
          <a:bodyPr wrap="none">
            <a:spAutoFit/>
          </a:bodyPr>
          <a:lstStyle>
            <a:lvl1pPr eaLnBrk="0" hangingPunct="0">
              <a:defRPr sz="3200" b="1" i="1">
                <a:solidFill>
                  <a:schemeClr val="tx1"/>
                </a:solidFill>
                <a:latin typeface="Baby Kruffy"/>
              </a:defRPr>
            </a:lvl1pPr>
            <a:lvl2pPr marL="742950" indent="-285750" eaLnBrk="0" hangingPunct="0">
              <a:defRPr sz="3200" b="1" i="1">
                <a:solidFill>
                  <a:schemeClr val="tx1"/>
                </a:solidFill>
                <a:latin typeface="Baby Kruffy"/>
              </a:defRPr>
            </a:lvl2pPr>
            <a:lvl3pPr marL="1143000" indent="-228600" eaLnBrk="0" hangingPunct="0">
              <a:defRPr sz="3200" b="1" i="1">
                <a:solidFill>
                  <a:schemeClr val="tx1"/>
                </a:solidFill>
                <a:latin typeface="Baby Kruffy"/>
              </a:defRPr>
            </a:lvl3pPr>
            <a:lvl4pPr marL="1600200" indent="-228600" eaLnBrk="0" hangingPunct="0">
              <a:defRPr sz="3200" b="1" i="1">
                <a:solidFill>
                  <a:schemeClr val="tx1"/>
                </a:solidFill>
                <a:latin typeface="Baby Kruffy"/>
              </a:defRPr>
            </a:lvl4pPr>
            <a:lvl5pPr marL="2057400" indent="-228600" eaLnBrk="0" hangingPunct="0">
              <a:defRPr sz="3200" b="1" i="1">
                <a:solidFill>
                  <a:schemeClr val="tx1"/>
                </a:solidFill>
                <a:latin typeface="Baby Kruffy"/>
              </a:defRPr>
            </a:lvl5pPr>
            <a:lvl6pPr marL="2514600" indent="-228600" eaLnBrk="0" fontAlgn="base" hangingPunct="0">
              <a:spcBef>
                <a:spcPct val="0"/>
              </a:spcBef>
              <a:spcAft>
                <a:spcPct val="0"/>
              </a:spcAft>
              <a:defRPr sz="3200" b="1" i="1">
                <a:solidFill>
                  <a:schemeClr val="tx1"/>
                </a:solidFill>
                <a:latin typeface="Baby Kruffy"/>
              </a:defRPr>
            </a:lvl6pPr>
            <a:lvl7pPr marL="2971800" indent="-228600" eaLnBrk="0" fontAlgn="base" hangingPunct="0">
              <a:spcBef>
                <a:spcPct val="0"/>
              </a:spcBef>
              <a:spcAft>
                <a:spcPct val="0"/>
              </a:spcAft>
              <a:defRPr sz="3200" b="1" i="1">
                <a:solidFill>
                  <a:schemeClr val="tx1"/>
                </a:solidFill>
                <a:latin typeface="Baby Kruffy"/>
              </a:defRPr>
            </a:lvl7pPr>
            <a:lvl8pPr marL="3429000" indent="-228600" eaLnBrk="0" fontAlgn="base" hangingPunct="0">
              <a:spcBef>
                <a:spcPct val="0"/>
              </a:spcBef>
              <a:spcAft>
                <a:spcPct val="0"/>
              </a:spcAft>
              <a:defRPr sz="3200" b="1" i="1">
                <a:solidFill>
                  <a:schemeClr val="tx1"/>
                </a:solidFill>
                <a:latin typeface="Baby Kruffy"/>
              </a:defRPr>
            </a:lvl8pPr>
            <a:lvl9pPr marL="3886200" indent="-228600" eaLnBrk="0" fontAlgn="base" hangingPunct="0">
              <a:spcBef>
                <a:spcPct val="0"/>
              </a:spcBef>
              <a:spcAft>
                <a:spcPct val="0"/>
              </a:spcAft>
              <a:defRPr sz="3200" b="1" i="1">
                <a:solidFill>
                  <a:schemeClr val="tx1"/>
                </a:solidFill>
                <a:latin typeface="Baby Kruffy"/>
              </a:defRPr>
            </a:lvl9pPr>
          </a:lstStyle>
          <a:p>
            <a:pPr fontAlgn="auto">
              <a:spcBef>
                <a:spcPts val="0"/>
              </a:spcBef>
              <a:spcAft>
                <a:spcPts val="0"/>
              </a:spcAft>
              <a:defRPr/>
            </a:pPr>
            <a:r>
              <a:rPr lang="en-US" sz="3600">
                <a:solidFill>
                  <a:schemeClr val="hlink"/>
                </a:solidFill>
                <a:effectLst>
                  <a:outerShdw blurRad="38100" dist="38100" dir="2700000" algn="tl">
                    <a:srgbClr val="C0C0C0"/>
                  </a:outerShdw>
                </a:effectLst>
                <a:latin typeface="Times New Roman" panose="02020603050405020304" pitchFamily="18" charset="0"/>
              </a:rPr>
              <a:t>10.10.3  Detection versus Correction</a:t>
            </a:r>
          </a:p>
        </p:txBody>
      </p:sp>
      <p:sp>
        <p:nvSpPr>
          <p:cNvPr id="25611" name="Rectangle 10">
            <a:extLst>
              <a:ext uri="{FF2B5EF4-FFF2-40B4-BE49-F238E27FC236}">
                <a16:creationId xmlns:a16="http://schemas.microsoft.com/office/drawing/2014/main" id="{9C9D1F95-76E3-E3D0-2602-FA8CC5F7F83C}"/>
              </a:ext>
            </a:extLst>
          </p:cNvPr>
          <p:cNvSpPr>
            <a:spLocks noChangeArrowheads="1"/>
          </p:cNvSpPr>
          <p:nvPr/>
        </p:nvSpPr>
        <p:spPr bwMode="auto">
          <a:xfrm>
            <a:off x="381000" y="1293813"/>
            <a:ext cx="7924800" cy="3508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b="1" i="1">
                <a:latin typeface="Times New Roman" panose="02020603050405020304" pitchFamily="18" charset="0"/>
              </a:rPr>
              <a:t>The correction of errors is more difficult than the detection. In error detection, we are only looking to see if any error has occurred. The answer is a simple yes or no. We are not even interested in the number of corrupted bits. A single-bit error is the same for us as a burst error. In error correction, we need to know the exact number of bits that are corrupted and, more importantly, their location in the message.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1">
            <a:extLst>
              <a:ext uri="{FF2B5EF4-FFF2-40B4-BE49-F238E27FC236}">
                <a16:creationId xmlns:a16="http://schemas.microsoft.com/office/drawing/2014/main" id="{694E5B29-6664-7AA3-107E-FBB9AB3FC2C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DA577EEE-1336-4401-89EC-9520649CAE61}" type="slidenum">
              <a:rPr lang="en-US" altLang="en-US" sz="1200" b="1" smtClean="0">
                <a:latin typeface="Arial" panose="020B0604020202020204" pitchFamily="34" charset="0"/>
              </a:rPr>
              <a:pPr fontAlgn="base">
                <a:spcBef>
                  <a:spcPct val="0"/>
                </a:spcBef>
                <a:spcAft>
                  <a:spcPct val="0"/>
                </a:spcAft>
              </a:pPr>
              <a:t>9</a:t>
            </a:fld>
            <a:endParaRPr lang="en-US" altLang="en-US" sz="1200" b="1">
              <a:latin typeface="Arial" panose="020B0604020202020204" pitchFamily="34" charset="0"/>
            </a:endParaRPr>
          </a:p>
        </p:txBody>
      </p:sp>
      <p:sp>
        <p:nvSpPr>
          <p:cNvPr id="27651" name="Rectangle 2">
            <a:extLst>
              <a:ext uri="{FF2B5EF4-FFF2-40B4-BE49-F238E27FC236}">
                <a16:creationId xmlns:a16="http://schemas.microsoft.com/office/drawing/2014/main" id="{FC4FB04C-AB19-D5A8-6755-B7109234AA00}"/>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27652" name="Rectangle 3">
            <a:extLst>
              <a:ext uri="{FF2B5EF4-FFF2-40B4-BE49-F238E27FC236}">
                <a16:creationId xmlns:a16="http://schemas.microsoft.com/office/drawing/2014/main" id="{CD0FB6CA-4655-E213-1739-65B0A5B7B95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27653" name="Rectangle 4">
            <a:extLst>
              <a:ext uri="{FF2B5EF4-FFF2-40B4-BE49-F238E27FC236}">
                <a16:creationId xmlns:a16="http://schemas.microsoft.com/office/drawing/2014/main" id="{37225271-3491-AF61-AD1E-B82DD6D40E93}"/>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27654" name="Rectangle 5">
            <a:extLst>
              <a:ext uri="{FF2B5EF4-FFF2-40B4-BE49-F238E27FC236}">
                <a16:creationId xmlns:a16="http://schemas.microsoft.com/office/drawing/2014/main" id="{DFEFA061-F410-8766-E9AB-00EFD84E0B5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27655" name="Rectangle 6">
            <a:extLst>
              <a:ext uri="{FF2B5EF4-FFF2-40B4-BE49-F238E27FC236}">
                <a16:creationId xmlns:a16="http://schemas.microsoft.com/office/drawing/2014/main" id="{4D50666A-A89D-15A4-B8C6-D15EDBAF8B5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27656" name="Rectangle 7">
            <a:extLst>
              <a:ext uri="{FF2B5EF4-FFF2-40B4-BE49-F238E27FC236}">
                <a16:creationId xmlns:a16="http://schemas.microsoft.com/office/drawing/2014/main" id="{FA157BC7-8442-CC97-5E5A-E4195F4CF612}"/>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27657" name="Rectangle 8">
            <a:extLst>
              <a:ext uri="{FF2B5EF4-FFF2-40B4-BE49-F238E27FC236}">
                <a16:creationId xmlns:a16="http://schemas.microsoft.com/office/drawing/2014/main" id="{35884DC5-6E7A-3CED-0F4A-240C73D1C62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202" name="Text Box 9">
            <a:extLst>
              <a:ext uri="{FF2B5EF4-FFF2-40B4-BE49-F238E27FC236}">
                <a16:creationId xmlns:a16="http://schemas.microsoft.com/office/drawing/2014/main" id="{DBF5B782-930D-E23E-0B96-4B2C11D676E3}"/>
              </a:ext>
            </a:extLst>
          </p:cNvPr>
          <p:cNvSpPr txBox="1">
            <a:spLocks noChangeArrowheads="1"/>
          </p:cNvSpPr>
          <p:nvPr/>
        </p:nvSpPr>
        <p:spPr bwMode="auto">
          <a:xfrm>
            <a:off x="1143000" y="0"/>
            <a:ext cx="3155950" cy="641350"/>
          </a:xfrm>
          <a:prstGeom prst="rect">
            <a:avLst/>
          </a:prstGeom>
          <a:noFill/>
          <a:ln>
            <a:noFill/>
          </a:ln>
        </p:spPr>
        <p:txBody>
          <a:bodyPr wrap="none">
            <a:spAutoFit/>
          </a:bodyPr>
          <a:lstStyle>
            <a:lvl1pPr eaLnBrk="0" hangingPunct="0">
              <a:defRPr sz="3200" b="1" i="1">
                <a:solidFill>
                  <a:schemeClr val="tx1"/>
                </a:solidFill>
                <a:latin typeface="Baby Kruffy"/>
              </a:defRPr>
            </a:lvl1pPr>
            <a:lvl2pPr marL="742950" indent="-285750" eaLnBrk="0" hangingPunct="0">
              <a:defRPr sz="3200" b="1" i="1">
                <a:solidFill>
                  <a:schemeClr val="tx1"/>
                </a:solidFill>
                <a:latin typeface="Baby Kruffy"/>
              </a:defRPr>
            </a:lvl2pPr>
            <a:lvl3pPr marL="1143000" indent="-228600" eaLnBrk="0" hangingPunct="0">
              <a:defRPr sz="3200" b="1" i="1">
                <a:solidFill>
                  <a:schemeClr val="tx1"/>
                </a:solidFill>
                <a:latin typeface="Baby Kruffy"/>
              </a:defRPr>
            </a:lvl3pPr>
            <a:lvl4pPr marL="1600200" indent="-228600" eaLnBrk="0" hangingPunct="0">
              <a:defRPr sz="3200" b="1" i="1">
                <a:solidFill>
                  <a:schemeClr val="tx1"/>
                </a:solidFill>
                <a:latin typeface="Baby Kruffy"/>
              </a:defRPr>
            </a:lvl4pPr>
            <a:lvl5pPr marL="2057400" indent="-228600" eaLnBrk="0" hangingPunct="0">
              <a:defRPr sz="3200" b="1" i="1">
                <a:solidFill>
                  <a:schemeClr val="tx1"/>
                </a:solidFill>
                <a:latin typeface="Baby Kruffy"/>
              </a:defRPr>
            </a:lvl5pPr>
            <a:lvl6pPr marL="2514600" indent="-228600" eaLnBrk="0" fontAlgn="base" hangingPunct="0">
              <a:spcBef>
                <a:spcPct val="0"/>
              </a:spcBef>
              <a:spcAft>
                <a:spcPct val="0"/>
              </a:spcAft>
              <a:defRPr sz="3200" b="1" i="1">
                <a:solidFill>
                  <a:schemeClr val="tx1"/>
                </a:solidFill>
                <a:latin typeface="Baby Kruffy"/>
              </a:defRPr>
            </a:lvl6pPr>
            <a:lvl7pPr marL="2971800" indent="-228600" eaLnBrk="0" fontAlgn="base" hangingPunct="0">
              <a:spcBef>
                <a:spcPct val="0"/>
              </a:spcBef>
              <a:spcAft>
                <a:spcPct val="0"/>
              </a:spcAft>
              <a:defRPr sz="3200" b="1" i="1">
                <a:solidFill>
                  <a:schemeClr val="tx1"/>
                </a:solidFill>
                <a:latin typeface="Baby Kruffy"/>
              </a:defRPr>
            </a:lvl7pPr>
            <a:lvl8pPr marL="3429000" indent="-228600" eaLnBrk="0" fontAlgn="base" hangingPunct="0">
              <a:spcBef>
                <a:spcPct val="0"/>
              </a:spcBef>
              <a:spcAft>
                <a:spcPct val="0"/>
              </a:spcAft>
              <a:defRPr sz="3200" b="1" i="1">
                <a:solidFill>
                  <a:schemeClr val="tx1"/>
                </a:solidFill>
                <a:latin typeface="Baby Kruffy"/>
              </a:defRPr>
            </a:lvl8pPr>
            <a:lvl9pPr marL="3886200" indent="-228600" eaLnBrk="0" fontAlgn="base" hangingPunct="0">
              <a:spcBef>
                <a:spcPct val="0"/>
              </a:spcBef>
              <a:spcAft>
                <a:spcPct val="0"/>
              </a:spcAft>
              <a:defRPr sz="3200" b="1" i="1">
                <a:solidFill>
                  <a:schemeClr val="tx1"/>
                </a:solidFill>
                <a:latin typeface="Baby Kruffy"/>
              </a:defRPr>
            </a:lvl9pPr>
          </a:lstStyle>
          <a:p>
            <a:pPr fontAlgn="auto">
              <a:spcBef>
                <a:spcPts val="0"/>
              </a:spcBef>
              <a:spcAft>
                <a:spcPts val="0"/>
              </a:spcAft>
              <a:defRPr/>
            </a:pPr>
            <a:r>
              <a:rPr lang="en-US" sz="3600">
                <a:solidFill>
                  <a:schemeClr val="hlink"/>
                </a:solidFill>
                <a:effectLst>
                  <a:outerShdw blurRad="38100" dist="38100" dir="2700000" algn="tl">
                    <a:srgbClr val="C0C0C0"/>
                  </a:outerShdw>
                </a:effectLst>
                <a:latin typeface="Times New Roman" panose="02020603050405020304" pitchFamily="18" charset="0"/>
              </a:rPr>
              <a:t>10.10.4  Coding</a:t>
            </a:r>
          </a:p>
        </p:txBody>
      </p:sp>
      <p:sp>
        <p:nvSpPr>
          <p:cNvPr id="27659" name="Rectangle 10">
            <a:extLst>
              <a:ext uri="{FF2B5EF4-FFF2-40B4-BE49-F238E27FC236}">
                <a16:creationId xmlns:a16="http://schemas.microsoft.com/office/drawing/2014/main" id="{26274657-E1E6-B2FA-A58D-281661F7A832}"/>
              </a:ext>
            </a:extLst>
          </p:cNvPr>
          <p:cNvSpPr>
            <a:spLocks noChangeArrowheads="1"/>
          </p:cNvSpPr>
          <p:nvPr/>
        </p:nvSpPr>
        <p:spPr bwMode="auto">
          <a:xfrm>
            <a:off x="381000" y="1293813"/>
            <a:ext cx="7924800" cy="3508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b="1" i="1">
                <a:latin typeface="Times New Roman" panose="02020603050405020304" pitchFamily="18" charset="0"/>
              </a:rPr>
              <a:t>Redundancy is achieved through various coding schemes. The sender adds redundant bits through a process that creates a relationship between the redundant bits and the actual data bits. The receiver checks the relationships between the two sets of bits to detect errors. The ratio of redundant bits to data bits and the robustness of the process are important factors in any coding scheme.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Slide Number Placeholder 1">
            <a:extLst>
              <a:ext uri="{FF2B5EF4-FFF2-40B4-BE49-F238E27FC236}">
                <a16:creationId xmlns:a16="http://schemas.microsoft.com/office/drawing/2014/main" id="{35624416-2CB5-D60A-B885-13ACE602E64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216271EE-9ED3-4F07-9AF7-8B12C8985A5C}" type="slidenum">
              <a:rPr lang="en-US" altLang="en-US" sz="1200" b="1" smtClean="0">
                <a:latin typeface="Arial" panose="020B0604020202020204" pitchFamily="34" charset="0"/>
              </a:rPr>
              <a:pPr fontAlgn="base">
                <a:spcBef>
                  <a:spcPct val="0"/>
                </a:spcBef>
                <a:spcAft>
                  <a:spcPct val="0"/>
                </a:spcAft>
              </a:pPr>
              <a:t>10</a:t>
            </a:fld>
            <a:endParaRPr lang="en-US" altLang="en-US" sz="1200" b="1">
              <a:latin typeface="Arial" panose="020B0604020202020204" pitchFamily="34" charset="0"/>
            </a:endParaRPr>
          </a:p>
        </p:txBody>
      </p:sp>
      <p:sp>
        <p:nvSpPr>
          <p:cNvPr id="911362" name="Rectangle 2">
            <a:extLst>
              <a:ext uri="{FF2B5EF4-FFF2-40B4-BE49-F238E27FC236}">
                <a16:creationId xmlns:a16="http://schemas.microsoft.com/office/drawing/2014/main" id="{A5574003-D3DA-C9E6-3E17-AD0BB6107371}"/>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eaLnBrk="1" fontAlgn="auto" hangingPunct="1">
              <a:spcBef>
                <a:spcPts val="0"/>
              </a:spcBef>
              <a:spcAft>
                <a:spcPts val="0"/>
              </a:spcAft>
              <a:defRPr/>
            </a:pPr>
            <a:endParaRPr lang="en-US" dirty="0">
              <a:effectLst>
                <a:outerShdw blurRad="38100" dist="38100" dir="2700000" algn="tl">
                  <a:srgbClr val="FFFFFF"/>
                </a:outerShdw>
              </a:effectLst>
              <a:latin typeface="Times New Roman" pitchFamily="18" charset="0"/>
            </a:endParaRPr>
          </a:p>
        </p:txBody>
      </p:sp>
      <p:sp>
        <p:nvSpPr>
          <p:cNvPr id="911363" name="Text Box 3">
            <a:extLst>
              <a:ext uri="{FF2B5EF4-FFF2-40B4-BE49-F238E27FC236}">
                <a16:creationId xmlns:a16="http://schemas.microsoft.com/office/drawing/2014/main" id="{2608EBA5-9B45-F638-6419-338A7C301A19}"/>
              </a:ext>
            </a:extLst>
          </p:cNvPr>
          <p:cNvSpPr txBox="1">
            <a:spLocks noChangeArrowheads="1"/>
          </p:cNvSpPr>
          <p:nvPr/>
        </p:nvSpPr>
        <p:spPr bwMode="auto">
          <a:xfrm>
            <a:off x="228600" y="406400"/>
            <a:ext cx="4475163" cy="1066800"/>
          </a:xfrm>
          <a:prstGeom prst="rect">
            <a:avLst/>
          </a:prstGeom>
          <a:noFill/>
          <a:ln w="9525">
            <a:noFill/>
            <a:miter lim="800000"/>
            <a:headEnd/>
            <a:tailEnd/>
          </a:ln>
          <a:effectLst/>
        </p:spPr>
        <p:txBody>
          <a:bodyPr wrap="none">
            <a:spAutoFit/>
          </a:bodyPr>
          <a:lstStyle/>
          <a:p>
            <a:pPr marL="0" lvl="2" eaLnBrk="1" fontAlgn="auto" hangingPunct="1">
              <a:spcBef>
                <a:spcPts val="0"/>
              </a:spcBef>
              <a:spcAft>
                <a:spcPts val="0"/>
              </a:spcAft>
              <a:defRPr/>
            </a:pPr>
            <a:r>
              <a:rPr lang="en-US" dirty="0">
                <a:effectLst>
                  <a:outerShdw blurRad="38100" dist="38100" dir="2700000" algn="tl">
                    <a:srgbClr val="C0C0C0"/>
                  </a:outerShdw>
                </a:effectLst>
                <a:latin typeface="Times" pitchFamily="18" charset="0"/>
              </a:rPr>
              <a:t>10-2   BLOCK CODING</a:t>
            </a:r>
          </a:p>
          <a:p>
            <a:pPr marL="0" lvl="2" eaLnBrk="1" fontAlgn="auto" hangingPunct="1">
              <a:spcBef>
                <a:spcPts val="0"/>
              </a:spcBef>
              <a:spcAft>
                <a:spcPts val="0"/>
              </a:spcAft>
              <a:defRPr/>
            </a:pPr>
            <a:endParaRPr lang="en-US" dirty="0">
              <a:effectLst>
                <a:outerShdw blurRad="38100" dist="38100" dir="2700000" algn="tl">
                  <a:srgbClr val="C0C0C0"/>
                </a:outerShdw>
              </a:effectLst>
              <a:latin typeface="Times" pitchFamily="18" charset="0"/>
            </a:endParaRPr>
          </a:p>
        </p:txBody>
      </p:sp>
      <p:sp>
        <p:nvSpPr>
          <p:cNvPr id="29701" name="Text Box 4">
            <a:extLst>
              <a:ext uri="{FF2B5EF4-FFF2-40B4-BE49-F238E27FC236}">
                <a16:creationId xmlns:a16="http://schemas.microsoft.com/office/drawing/2014/main" id="{A2F03A73-731B-4FC0-9967-60D6DFEDFC1B}"/>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endParaRPr lang="en-US" altLang="en-US" b="1">
              <a:latin typeface="Times New Roman" panose="02020603050405020304" pitchFamily="18" charset="0"/>
            </a:endParaRPr>
          </a:p>
        </p:txBody>
      </p:sp>
      <p:sp>
        <p:nvSpPr>
          <p:cNvPr id="29702" name="Rectangle 8">
            <a:extLst>
              <a:ext uri="{FF2B5EF4-FFF2-40B4-BE49-F238E27FC236}">
                <a16:creationId xmlns:a16="http://schemas.microsoft.com/office/drawing/2014/main" id="{00DE86F1-13CE-4E1E-0F4C-27AF5187694B}"/>
              </a:ext>
            </a:extLst>
          </p:cNvPr>
          <p:cNvSpPr>
            <a:spLocks noChangeArrowheads="1"/>
          </p:cNvSpPr>
          <p:nvPr/>
        </p:nvSpPr>
        <p:spPr bwMode="auto">
          <a:xfrm>
            <a:off x="381000" y="1658938"/>
            <a:ext cx="8077200" cy="39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3200" b="1" i="1">
                <a:latin typeface="Times-Roman"/>
              </a:rPr>
              <a:t>In block coding, we divide our message into blocks, each of k bits, called datawords. We add r redundant bits to each block to make the length n = k + r. The resulting n-bit blocks are called codewords. How the extra r bits are chosen or calculated is something</a:t>
            </a:r>
          </a:p>
          <a:p>
            <a:pPr algn="just" eaLnBrk="1" hangingPunct="1"/>
            <a:r>
              <a:rPr lang="en-US" altLang="en-US" sz="3200" b="1" i="1">
                <a:latin typeface="Times-Roman"/>
              </a:rPr>
              <a:t>we will discuss later.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1">
            <a:extLst>
              <a:ext uri="{FF2B5EF4-FFF2-40B4-BE49-F238E27FC236}">
                <a16:creationId xmlns:a16="http://schemas.microsoft.com/office/drawing/2014/main" id="{63DC682A-EAE1-229D-5ABE-673CF3AF547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600EE672-3494-40E7-8BC7-A4978D6ABD9A}" type="slidenum">
              <a:rPr lang="en-US" altLang="en-US" sz="1200" b="1" smtClean="0">
                <a:latin typeface="Arial" panose="020B0604020202020204" pitchFamily="34" charset="0"/>
              </a:rPr>
              <a:pPr fontAlgn="base">
                <a:spcBef>
                  <a:spcPct val="0"/>
                </a:spcBef>
                <a:spcAft>
                  <a:spcPct val="0"/>
                </a:spcAft>
              </a:pPr>
              <a:t>11</a:t>
            </a:fld>
            <a:endParaRPr lang="en-US" altLang="en-US" sz="1200" b="1">
              <a:latin typeface="Arial" panose="020B0604020202020204" pitchFamily="34" charset="0"/>
            </a:endParaRPr>
          </a:p>
        </p:txBody>
      </p:sp>
      <p:sp>
        <p:nvSpPr>
          <p:cNvPr id="31747" name="Rectangle 2">
            <a:extLst>
              <a:ext uri="{FF2B5EF4-FFF2-40B4-BE49-F238E27FC236}">
                <a16:creationId xmlns:a16="http://schemas.microsoft.com/office/drawing/2014/main" id="{08F88450-2010-248F-F6A9-0AD0D2DCD2F4}"/>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31748" name="Rectangle 3">
            <a:extLst>
              <a:ext uri="{FF2B5EF4-FFF2-40B4-BE49-F238E27FC236}">
                <a16:creationId xmlns:a16="http://schemas.microsoft.com/office/drawing/2014/main" id="{7AD0CA53-9B4B-B5F7-459D-358435FF51C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31749" name="Rectangle 4">
            <a:extLst>
              <a:ext uri="{FF2B5EF4-FFF2-40B4-BE49-F238E27FC236}">
                <a16:creationId xmlns:a16="http://schemas.microsoft.com/office/drawing/2014/main" id="{44766934-1CC6-A2A7-52BD-78BF9FEE0DFC}"/>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31750" name="Rectangle 5">
            <a:extLst>
              <a:ext uri="{FF2B5EF4-FFF2-40B4-BE49-F238E27FC236}">
                <a16:creationId xmlns:a16="http://schemas.microsoft.com/office/drawing/2014/main" id="{C67EFE0C-E49D-0AD9-0F59-9DDEF779050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31751" name="Rectangle 6">
            <a:extLst>
              <a:ext uri="{FF2B5EF4-FFF2-40B4-BE49-F238E27FC236}">
                <a16:creationId xmlns:a16="http://schemas.microsoft.com/office/drawing/2014/main" id="{7FFF7B63-F8AF-4464-DE99-28B6415F76B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31752" name="Rectangle 7">
            <a:extLst>
              <a:ext uri="{FF2B5EF4-FFF2-40B4-BE49-F238E27FC236}">
                <a16:creationId xmlns:a16="http://schemas.microsoft.com/office/drawing/2014/main" id="{1B965F91-4078-0D3C-7D49-C693F1DB9F7F}"/>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31753" name="Rectangle 8">
            <a:extLst>
              <a:ext uri="{FF2B5EF4-FFF2-40B4-BE49-F238E27FC236}">
                <a16:creationId xmlns:a16="http://schemas.microsoft.com/office/drawing/2014/main" id="{5C14C111-0AB2-258B-3EBE-3766E961B00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202" name="Text Box 9">
            <a:extLst>
              <a:ext uri="{FF2B5EF4-FFF2-40B4-BE49-F238E27FC236}">
                <a16:creationId xmlns:a16="http://schemas.microsoft.com/office/drawing/2014/main" id="{7588B267-7727-F157-5F7E-855BF7ED00FB}"/>
              </a:ext>
            </a:extLst>
          </p:cNvPr>
          <p:cNvSpPr txBox="1">
            <a:spLocks noChangeArrowheads="1"/>
          </p:cNvSpPr>
          <p:nvPr/>
        </p:nvSpPr>
        <p:spPr bwMode="auto">
          <a:xfrm>
            <a:off x="1143000" y="0"/>
            <a:ext cx="4540250" cy="641350"/>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1" fontAlgn="auto" hangingPunct="1">
              <a:spcBef>
                <a:spcPts val="0"/>
              </a:spcBef>
              <a:spcAft>
                <a:spcPts val="0"/>
              </a:spcAft>
              <a:defRPr/>
            </a:pPr>
            <a:r>
              <a:rPr lang="en-US" sz="3600" dirty="0">
                <a:solidFill>
                  <a:schemeClr val="hlink"/>
                </a:solidFill>
                <a:effectLst>
                  <a:outerShdw blurRad="38100" dist="38100" dir="2700000" algn="tl">
                    <a:srgbClr val="000000">
                      <a:alpha val="43137"/>
                    </a:srgbClr>
                  </a:outerShdw>
                </a:effectLst>
                <a:latin typeface="Times New Roman" pitchFamily="18" charset="0"/>
              </a:rPr>
              <a:t>10.2.1  Error Detection</a:t>
            </a:r>
          </a:p>
        </p:txBody>
      </p:sp>
      <p:sp>
        <p:nvSpPr>
          <p:cNvPr id="31755" name="Rectangle 10">
            <a:extLst>
              <a:ext uri="{FF2B5EF4-FFF2-40B4-BE49-F238E27FC236}">
                <a16:creationId xmlns:a16="http://schemas.microsoft.com/office/drawing/2014/main" id="{F0067FE7-4159-8F04-9363-BE3070EE34A1}"/>
              </a:ext>
            </a:extLst>
          </p:cNvPr>
          <p:cNvSpPr>
            <a:spLocks noChangeArrowheads="1"/>
          </p:cNvSpPr>
          <p:nvPr/>
        </p:nvSpPr>
        <p:spPr bwMode="auto">
          <a:xfrm>
            <a:off x="381000" y="1293813"/>
            <a:ext cx="7924800" cy="39354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b="1" i="1">
                <a:latin typeface="Times New Roman" panose="02020603050405020304" pitchFamily="18" charset="0"/>
              </a:rPr>
              <a:t>How can errors be detected by using block coding? If the following two conditions are met, the receiver can detect a change in the original codeword.</a:t>
            </a:r>
          </a:p>
          <a:p>
            <a:pPr algn="just" eaLnBrk="1" hangingPunct="1"/>
            <a:endParaRPr lang="en-US" altLang="en-US" sz="2800" b="1" i="1">
              <a:latin typeface="Times New Roman" panose="02020603050405020304" pitchFamily="18" charset="0"/>
            </a:endParaRPr>
          </a:p>
          <a:p>
            <a:pPr algn="just" eaLnBrk="1" hangingPunct="1"/>
            <a:r>
              <a:rPr lang="en-US" altLang="en-US" sz="2800" b="1" i="1">
                <a:latin typeface="Times New Roman" panose="02020603050405020304" pitchFamily="18" charset="0"/>
              </a:rPr>
              <a:t>1. The receiver has (or can find) a list of valid</a:t>
            </a:r>
            <a:br>
              <a:rPr lang="en-US" altLang="en-US" sz="2800" b="1" i="1">
                <a:latin typeface="Times New Roman" panose="02020603050405020304" pitchFamily="18" charset="0"/>
              </a:rPr>
            </a:br>
            <a:r>
              <a:rPr lang="en-US" altLang="en-US" sz="2800" b="1" i="1">
                <a:latin typeface="Times New Roman" panose="02020603050405020304" pitchFamily="18" charset="0"/>
              </a:rPr>
              <a:t>      codewords.</a:t>
            </a:r>
          </a:p>
          <a:p>
            <a:pPr algn="just" eaLnBrk="1" hangingPunct="1"/>
            <a:endParaRPr lang="en-US" altLang="en-US" sz="2800" b="1" i="1">
              <a:latin typeface="Times New Roman" panose="02020603050405020304" pitchFamily="18" charset="0"/>
            </a:endParaRPr>
          </a:p>
          <a:p>
            <a:pPr algn="just" eaLnBrk="1" hangingPunct="1"/>
            <a:r>
              <a:rPr lang="en-US" altLang="en-US" sz="2800" b="1" i="1">
                <a:latin typeface="Times New Roman" panose="02020603050405020304" pitchFamily="18" charset="0"/>
              </a:rPr>
              <a:t>2. The original codeword has changed to an invalid</a:t>
            </a:r>
            <a:br>
              <a:rPr lang="en-US" altLang="en-US" sz="2800" b="1" i="1">
                <a:latin typeface="Times New Roman" panose="02020603050405020304" pitchFamily="18" charset="0"/>
              </a:rPr>
            </a:br>
            <a:r>
              <a:rPr lang="en-US" altLang="en-US" sz="2800" b="1" i="1">
                <a:latin typeface="Times New Roman" panose="02020603050405020304" pitchFamily="18" charset="0"/>
              </a:rPr>
              <a:t>     one.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0" name="Picture 2">
            <a:extLst>
              <a:ext uri="{FF2B5EF4-FFF2-40B4-BE49-F238E27FC236}">
                <a16:creationId xmlns:a16="http://schemas.microsoft.com/office/drawing/2014/main" id="{D83A3D0C-F568-379D-8FE4-79DDE7EB77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057400"/>
            <a:ext cx="2673350" cy="296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091" name="Picture 3">
            <a:extLst>
              <a:ext uri="{FF2B5EF4-FFF2-40B4-BE49-F238E27FC236}">
                <a16:creationId xmlns:a16="http://schemas.microsoft.com/office/drawing/2014/main" id="{DAC102D5-9757-0A7B-E134-9802E9CF1C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3450" y="2057400"/>
            <a:ext cx="2673350" cy="296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6" name="Slide Number Placeholder 1" hidden="1">
            <a:extLst>
              <a:ext uri="{FF2B5EF4-FFF2-40B4-BE49-F238E27FC236}">
                <a16:creationId xmlns:a16="http://schemas.microsoft.com/office/drawing/2014/main" id="{6EC9D5EF-0BD3-035D-25E2-607E8E994F9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4D7BFF3F-2F78-4524-A446-81D15BF7D441}" type="slidenum">
              <a:rPr lang="en-US" altLang="en-US" sz="1200" b="1" smtClean="0">
                <a:latin typeface="Arial" panose="020B0604020202020204" pitchFamily="34" charset="0"/>
              </a:rPr>
              <a:pPr fontAlgn="base">
                <a:spcBef>
                  <a:spcPct val="0"/>
                </a:spcBef>
                <a:spcAft>
                  <a:spcPct val="0"/>
                </a:spcAft>
              </a:pPr>
              <a:t>12</a:t>
            </a:fld>
            <a:endParaRPr lang="en-US" altLang="en-US" sz="1200" b="1">
              <a:latin typeface="Arial" panose="020B0604020202020204" pitchFamily="34" charset="0"/>
            </a:endParaRPr>
          </a:p>
        </p:txBody>
      </p:sp>
      <p:sp>
        <p:nvSpPr>
          <p:cNvPr id="33797" name="Rectangle 14">
            <a:extLst>
              <a:ext uri="{FF2B5EF4-FFF2-40B4-BE49-F238E27FC236}">
                <a16:creationId xmlns:a16="http://schemas.microsoft.com/office/drawing/2014/main" id="{870FBD37-D908-6D9C-8781-8ACE0F424AB0}"/>
              </a:ext>
            </a:extLst>
          </p:cNvPr>
          <p:cNvSpPr>
            <a:spLocks noChangeArrowheads="1"/>
          </p:cNvSpPr>
          <p:nvPr/>
        </p:nvSpPr>
        <p:spPr bwMode="auto">
          <a:xfrm>
            <a:off x="152400" y="133350"/>
            <a:ext cx="815340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2000" b="1" i="1">
                <a:solidFill>
                  <a:srgbClr val="FF0000"/>
                </a:solidFill>
                <a:latin typeface="Times-BoldItalic"/>
              </a:rPr>
              <a:t>Figure 10.2:  </a:t>
            </a:r>
            <a:r>
              <a:rPr lang="en-US" altLang="en-US" sz="2000" b="1" i="1">
                <a:latin typeface="Times-BoldItalic"/>
              </a:rPr>
              <a:t>Process of error detection in block coding</a:t>
            </a:r>
          </a:p>
        </p:txBody>
      </p:sp>
      <p:pic>
        <p:nvPicPr>
          <p:cNvPr id="21511" name="Picture 7">
            <a:extLst>
              <a:ext uri="{FF2B5EF4-FFF2-40B4-BE49-F238E27FC236}">
                <a16:creationId xmlns:a16="http://schemas.microsoft.com/office/drawing/2014/main" id="{097C9F5F-82CE-1158-C607-97849AC2BF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6200" y="4114800"/>
            <a:ext cx="109696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2" name="Picture 8">
            <a:extLst>
              <a:ext uri="{FF2B5EF4-FFF2-40B4-BE49-F238E27FC236}">
                <a16:creationId xmlns:a16="http://schemas.microsoft.com/office/drawing/2014/main" id="{CAEAC2B4-F8C7-4561-FBDC-FDAA2F7308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68563" y="4606925"/>
            <a:ext cx="4084637"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0" name="Slide Number Placeholder 1">
            <a:extLst>
              <a:ext uri="{FF2B5EF4-FFF2-40B4-BE49-F238E27FC236}">
                <a16:creationId xmlns:a16="http://schemas.microsoft.com/office/drawing/2014/main" id="{344781B9-F63E-1236-EB77-D844903AB16C}"/>
              </a:ext>
            </a:extLst>
          </p:cNvPr>
          <p:cNvSpPr txBox="1">
            <a:spLocks noGrp="1"/>
          </p:cNvSpPr>
          <p:nvPr/>
        </p:nvSpPr>
        <p:spPr bwMode="auto">
          <a:xfrm>
            <a:off x="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1200" b="1">
                <a:latin typeface="Arial" panose="020B0604020202020204" pitchFamily="34" charset="0"/>
              </a:rPr>
              <a:t>10.</a:t>
            </a:r>
            <a:fld id="{73FD6CD2-943B-45AF-BB07-47481EAE0574}" type="slidenum">
              <a:rPr lang="en-US" altLang="en-US" sz="1200" b="1">
                <a:latin typeface="Arial" panose="020B0604020202020204" pitchFamily="34" charset="0"/>
              </a:rPr>
              <a:pPr eaLnBrk="1" hangingPunct="1"/>
              <a:t>12</a:t>
            </a:fld>
            <a:endParaRPr lang="en-US" altLang="en-US" sz="1200" b="1">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909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21512"/>
                                        </p:tgtEl>
                                        <p:attrNameLst>
                                          <p:attrName>style.visibility</p:attrName>
                                        </p:attrNameLst>
                                      </p:cBhvr>
                                      <p:to>
                                        <p:strVal val="visible"/>
                                      </p:to>
                                    </p:set>
                                    <p:animEffect transition="in" filter="wipe(left)">
                                      <p:cBhvr>
                                        <p:cTn id="11" dur="500"/>
                                        <p:tgtEl>
                                          <p:spTgt spid="2151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21511"/>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890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0">
            <a:extLst>
              <a:ext uri="{FF2B5EF4-FFF2-40B4-BE49-F238E27FC236}">
                <a16:creationId xmlns:a16="http://schemas.microsoft.com/office/drawing/2014/main" id="{E2B34F81-7D26-AA0B-13F2-0F693D87EEE8}"/>
              </a:ext>
            </a:extLst>
          </p:cNvPr>
          <p:cNvSpPr txBox="1">
            <a:spLocks noChangeArrowheads="1"/>
          </p:cNvSpPr>
          <p:nvPr/>
        </p:nvSpPr>
        <p:spPr bwMode="auto">
          <a:xfrm>
            <a:off x="76200" y="696913"/>
            <a:ext cx="883920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a:latin typeface="Times New Roman" panose="02020603050405020304" pitchFamily="18" charset="0"/>
                <a:cs typeface="Times New Roman" panose="02020603050405020304" pitchFamily="18" charset="0"/>
              </a:rPr>
              <a:t>Let us assume that k = 2 and n = 3. Table 10.1 shows the list of datawords and codewords. Later, we will see how to derive a codeword from a dataword.</a:t>
            </a:r>
          </a:p>
        </p:txBody>
      </p:sp>
      <p:grpSp>
        <p:nvGrpSpPr>
          <p:cNvPr id="35843" name="Group 23">
            <a:extLst>
              <a:ext uri="{FF2B5EF4-FFF2-40B4-BE49-F238E27FC236}">
                <a16:creationId xmlns:a16="http://schemas.microsoft.com/office/drawing/2014/main" id="{8EA5EDDD-5C0A-5ECE-858F-6F5732AAAEFC}"/>
              </a:ext>
            </a:extLst>
          </p:cNvPr>
          <p:cNvGrpSpPr>
            <a:grpSpLocks/>
          </p:cNvGrpSpPr>
          <p:nvPr/>
        </p:nvGrpSpPr>
        <p:grpSpPr bwMode="auto">
          <a:xfrm>
            <a:off x="0" y="0"/>
            <a:ext cx="9144000" cy="609600"/>
            <a:chOff x="0" y="2448"/>
            <a:chExt cx="5760" cy="384"/>
          </a:xfrm>
        </p:grpSpPr>
        <p:sp>
          <p:nvSpPr>
            <p:cNvPr id="35850" name="Rectangle 22">
              <a:extLst>
                <a:ext uri="{FF2B5EF4-FFF2-40B4-BE49-F238E27FC236}">
                  <a16:creationId xmlns:a16="http://schemas.microsoft.com/office/drawing/2014/main" id="{5BB1EEBC-8471-7CD5-D315-C1E5DADE8194}"/>
                </a:ext>
              </a:extLst>
            </p:cNvPr>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endParaRPr lang="en-US" altLang="en-US" sz="3200" b="1" i="1">
                <a:latin typeface="Baby Kruffy"/>
              </a:endParaRPr>
            </a:p>
          </p:txBody>
        </p:sp>
        <p:sp>
          <p:nvSpPr>
            <p:cNvPr id="630799" name="Text Box 15">
              <a:extLst>
                <a:ext uri="{FF2B5EF4-FFF2-40B4-BE49-F238E27FC236}">
                  <a16:creationId xmlns:a16="http://schemas.microsoft.com/office/drawing/2014/main" id="{F0C5769B-86F7-80DE-FB91-3448E9B35481}"/>
                </a:ext>
              </a:extLst>
            </p:cNvPr>
            <p:cNvSpPr txBox="1">
              <a:spLocks noChangeArrowheads="1"/>
            </p:cNvSpPr>
            <p:nvPr/>
          </p:nvSpPr>
          <p:spPr bwMode="auto">
            <a:xfrm>
              <a:off x="0" y="2448"/>
              <a:ext cx="1866" cy="371"/>
            </a:xfrm>
            <a:prstGeom prst="rect">
              <a:avLst/>
            </a:prstGeom>
            <a:solidFill>
              <a:srgbClr val="2CB843"/>
            </a:solidFill>
            <a:ln w="9525">
              <a:solidFill>
                <a:srgbClr val="00CC00"/>
              </a:solidFill>
              <a:miter lim="800000"/>
              <a:headEnd/>
              <a:tailEnd/>
            </a:ln>
            <a:effectLst/>
          </p:spPr>
          <p:txBody>
            <a:bodyPr wrap="none">
              <a:spAutoFit/>
            </a:bodyPr>
            <a:lstStyle/>
            <a:p>
              <a:pPr eaLnBrk="1" fontAlgn="auto" hangingPunct="1">
                <a:spcBef>
                  <a:spcPts val="0"/>
                </a:spcBef>
                <a:spcAft>
                  <a:spcPts val="0"/>
                </a:spcAft>
                <a:defRPr/>
              </a:pPr>
              <a:r>
                <a:rPr lang="en-US" dirty="0">
                  <a:solidFill>
                    <a:schemeClr val="bg1"/>
                  </a:solidFill>
                  <a:latin typeface="+mj-lt"/>
                  <a:ea typeface="Adobe Gothic Std B" pitchFamily="34" charset="-128"/>
                </a:rPr>
                <a:t>Example 10.1</a:t>
              </a:r>
            </a:p>
          </p:txBody>
        </p:sp>
      </p:grpSp>
      <p:pic>
        <p:nvPicPr>
          <p:cNvPr id="1027" name="Picture 3">
            <a:extLst>
              <a:ext uri="{FF2B5EF4-FFF2-40B4-BE49-F238E27FC236}">
                <a16:creationId xmlns:a16="http://schemas.microsoft.com/office/drawing/2014/main" id="{75F7E499-C588-5E4F-3AD9-2364BC2EC8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038" y="4038600"/>
            <a:ext cx="8158162" cy="227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4">
            <a:extLst>
              <a:ext uri="{FF2B5EF4-FFF2-40B4-BE49-F238E27FC236}">
                <a16:creationId xmlns:a16="http://schemas.microsoft.com/office/drawing/2014/main" id="{8E062766-DBAF-79D3-6BDB-CFF8B2387141}"/>
              </a:ext>
            </a:extLst>
          </p:cNvPr>
          <p:cNvSpPr>
            <a:spLocks noChangeArrowheads="1"/>
          </p:cNvSpPr>
          <p:nvPr/>
        </p:nvSpPr>
        <p:spPr bwMode="auto">
          <a:xfrm>
            <a:off x="361950" y="2209800"/>
            <a:ext cx="8153400" cy="457200"/>
          </a:xfrm>
          <a:prstGeom prst="rect">
            <a:avLst/>
          </a:prstGeom>
          <a:solidFill>
            <a:sysClr val="window" lastClr="FFFFFF"/>
          </a:solidFill>
          <a:ln>
            <a:noFill/>
          </a:ln>
        </p:spPr>
        <p:txBody>
          <a:bodyPr>
            <a:spAutoFit/>
          </a:bodyPr>
          <a:lstStyle/>
          <a:p>
            <a:pPr eaLnBrk="1" fontAlgn="auto" hangingPunct="1">
              <a:spcBef>
                <a:spcPts val="0"/>
              </a:spcBef>
              <a:spcAft>
                <a:spcPts val="0"/>
              </a:spcAft>
              <a:defRPr/>
            </a:pPr>
            <a:r>
              <a:rPr lang="en-US" sz="2400" kern="0" dirty="0">
                <a:solidFill>
                  <a:srgbClr val="FF0000"/>
                </a:solidFill>
                <a:latin typeface="Times-BoldItalic"/>
              </a:rPr>
              <a:t>Table 10.1</a:t>
            </a:r>
            <a:r>
              <a:rPr lang="en-US" sz="2000" kern="0" dirty="0">
                <a:solidFill>
                  <a:srgbClr val="FF0000"/>
                </a:solidFill>
                <a:latin typeface="Times-BoldItalic"/>
              </a:rPr>
              <a:t>:  </a:t>
            </a:r>
            <a:r>
              <a:rPr lang="en-US" sz="2000" kern="0" dirty="0">
                <a:solidFill>
                  <a:srgbClr val="002060"/>
                </a:solidFill>
                <a:latin typeface="Times-BoldItalic"/>
              </a:rPr>
              <a:t>A code for error detection in Example 10.1</a:t>
            </a:r>
          </a:p>
        </p:txBody>
      </p:sp>
      <p:grpSp>
        <p:nvGrpSpPr>
          <p:cNvPr id="2" name="Group 1">
            <a:extLst>
              <a:ext uri="{FF2B5EF4-FFF2-40B4-BE49-F238E27FC236}">
                <a16:creationId xmlns:a16="http://schemas.microsoft.com/office/drawing/2014/main" id="{66CE084C-9B61-E535-0D88-0D3560CFE096}"/>
              </a:ext>
            </a:extLst>
          </p:cNvPr>
          <p:cNvGrpSpPr>
            <a:grpSpLocks/>
          </p:cNvGrpSpPr>
          <p:nvPr/>
        </p:nvGrpSpPr>
        <p:grpSpPr bwMode="auto">
          <a:xfrm>
            <a:off x="415925" y="2819400"/>
            <a:ext cx="8270875" cy="914400"/>
            <a:chOff x="244264" y="3048000"/>
            <a:chExt cx="8271510" cy="914400"/>
          </a:xfrm>
        </p:grpSpPr>
        <p:pic>
          <p:nvPicPr>
            <p:cNvPr id="35848" name="Picture 2">
              <a:extLst>
                <a:ext uri="{FF2B5EF4-FFF2-40B4-BE49-F238E27FC236}">
                  <a16:creationId xmlns:a16="http://schemas.microsoft.com/office/drawing/2014/main" id="{989BA4A5-9CA3-C0BA-BE72-14D5C97637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264" y="3048000"/>
              <a:ext cx="827151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9" name="Rectangle 11">
              <a:extLst>
                <a:ext uri="{FF2B5EF4-FFF2-40B4-BE49-F238E27FC236}">
                  <a16:creationId xmlns:a16="http://schemas.microsoft.com/office/drawing/2014/main" id="{BDB297D9-FE03-7A32-CF3F-B1E8B4448077}"/>
                </a:ext>
              </a:extLst>
            </p:cNvPr>
            <p:cNvSpPr>
              <a:spLocks noChangeArrowheads="1"/>
            </p:cNvSpPr>
            <p:nvPr/>
          </p:nvSpPr>
          <p:spPr bwMode="auto">
            <a:xfrm>
              <a:off x="304800" y="3048000"/>
              <a:ext cx="8138160" cy="914400"/>
            </a:xfrm>
            <a:prstGeom prst="rect">
              <a:avLst/>
            </a:prstGeom>
            <a:noFill/>
            <a:ln w="101600" algn="ctr">
              <a:solidFill>
                <a:srgbClr val="0000CC"/>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endParaRPr lang="en-US" altLang="en-US" sz="3200" b="1" i="1">
                <a:latin typeface="Baby Kruffy"/>
              </a:endParaRPr>
            </a:p>
          </p:txBody>
        </p:sp>
      </p:grpSp>
      <p:sp>
        <p:nvSpPr>
          <p:cNvPr id="35847" name="Slide Number Placeholder 1">
            <a:extLst>
              <a:ext uri="{FF2B5EF4-FFF2-40B4-BE49-F238E27FC236}">
                <a16:creationId xmlns:a16="http://schemas.microsoft.com/office/drawing/2014/main" id="{FC35411B-C940-C903-D201-B392E354D9E7}"/>
              </a:ext>
            </a:extLst>
          </p:cNvPr>
          <p:cNvSpPr txBox="1">
            <a:spLocks noGrp="1"/>
          </p:cNvSpPr>
          <p:nvPr/>
        </p:nvSpPr>
        <p:spPr bwMode="auto">
          <a:xfrm>
            <a:off x="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1200" b="1">
                <a:latin typeface="Arial" panose="020B0604020202020204" pitchFamily="34" charset="0"/>
              </a:rPr>
              <a:t>10.</a:t>
            </a:r>
            <a:fld id="{92B2F1FC-2F57-4A63-9756-B5A2857E54E4}" type="slidenum">
              <a:rPr lang="en-US" altLang="en-US" sz="1200" b="1">
                <a:latin typeface="Arial" panose="020B0604020202020204" pitchFamily="34" charset="0"/>
              </a:rPr>
              <a:pPr eaLnBrk="1" hangingPunct="1"/>
              <a:t>13</a:t>
            </a:fld>
            <a:endParaRPr lang="en-US" altLang="en-US" sz="1200" b="1">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par>
                                <p:cTn id="8" presetID="22" presetClass="entr" presetSubtype="1"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up)">
                                      <p:cBhvr>
                                        <p:cTn id="10" dur="500"/>
                                        <p:tgtEl>
                                          <p:spTgt spid="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1" fill="hold" nodeType="clickEffect">
                                  <p:stCondLst>
                                    <p:cond delay="0"/>
                                  </p:stCondLst>
                                  <p:childTnLst>
                                    <p:set>
                                      <p:cBhvr>
                                        <p:cTn id="14" dur="1" fill="hold">
                                          <p:stCondLst>
                                            <p:cond delay="0"/>
                                          </p:stCondLst>
                                        </p:cTn>
                                        <p:tgtEl>
                                          <p:spTgt spid="1027"/>
                                        </p:tgtEl>
                                        <p:attrNameLst>
                                          <p:attrName>style.visibility</p:attrName>
                                        </p:attrNameLst>
                                      </p:cBhvr>
                                      <p:to>
                                        <p:strVal val="visible"/>
                                      </p:to>
                                    </p:set>
                                    <p:animEffect transition="in" filter="wipe(up)">
                                      <p:cBhvr>
                                        <p:cTn id="15" dur="5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0">
            <a:extLst>
              <a:ext uri="{FF2B5EF4-FFF2-40B4-BE49-F238E27FC236}">
                <a16:creationId xmlns:a16="http://schemas.microsoft.com/office/drawing/2014/main" id="{6DCC55A6-09C4-9C2B-EE49-CEF8EFCCA581}"/>
              </a:ext>
            </a:extLst>
          </p:cNvPr>
          <p:cNvSpPr txBox="1">
            <a:spLocks noChangeArrowheads="1"/>
          </p:cNvSpPr>
          <p:nvPr/>
        </p:nvSpPr>
        <p:spPr bwMode="auto">
          <a:xfrm>
            <a:off x="76200" y="696913"/>
            <a:ext cx="8839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a:latin typeface="Times New Roman" panose="02020603050405020304" pitchFamily="18" charset="0"/>
                <a:cs typeface="Times New Roman" panose="02020603050405020304" pitchFamily="18" charset="0"/>
              </a:rPr>
              <a:t>Let us find the Hamming distance between two pairs of words.</a:t>
            </a:r>
          </a:p>
        </p:txBody>
      </p:sp>
      <p:grpSp>
        <p:nvGrpSpPr>
          <p:cNvPr id="37891" name="Group 23">
            <a:extLst>
              <a:ext uri="{FF2B5EF4-FFF2-40B4-BE49-F238E27FC236}">
                <a16:creationId xmlns:a16="http://schemas.microsoft.com/office/drawing/2014/main" id="{C5F8EA4B-24AA-2EEA-3837-E43E7E2956FF}"/>
              </a:ext>
            </a:extLst>
          </p:cNvPr>
          <p:cNvGrpSpPr>
            <a:grpSpLocks/>
          </p:cNvGrpSpPr>
          <p:nvPr/>
        </p:nvGrpSpPr>
        <p:grpSpPr bwMode="auto">
          <a:xfrm>
            <a:off x="0" y="0"/>
            <a:ext cx="9144000" cy="609600"/>
            <a:chOff x="0" y="2448"/>
            <a:chExt cx="5760" cy="384"/>
          </a:xfrm>
        </p:grpSpPr>
        <p:sp>
          <p:nvSpPr>
            <p:cNvPr id="37894" name="Rectangle 22">
              <a:extLst>
                <a:ext uri="{FF2B5EF4-FFF2-40B4-BE49-F238E27FC236}">
                  <a16:creationId xmlns:a16="http://schemas.microsoft.com/office/drawing/2014/main" id="{30743145-C298-04F1-EB2F-E429C9CE48EF}"/>
                </a:ext>
              </a:extLst>
            </p:cNvPr>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endParaRPr lang="en-US" altLang="en-US" sz="3200" b="1" i="1">
                <a:latin typeface="Baby Kruffy"/>
              </a:endParaRPr>
            </a:p>
          </p:txBody>
        </p:sp>
        <p:sp>
          <p:nvSpPr>
            <p:cNvPr id="630799" name="Text Box 15">
              <a:extLst>
                <a:ext uri="{FF2B5EF4-FFF2-40B4-BE49-F238E27FC236}">
                  <a16:creationId xmlns:a16="http://schemas.microsoft.com/office/drawing/2014/main" id="{A2B4F109-3398-B977-687A-1B74635DF8F3}"/>
                </a:ext>
              </a:extLst>
            </p:cNvPr>
            <p:cNvSpPr txBox="1">
              <a:spLocks noChangeArrowheads="1"/>
            </p:cNvSpPr>
            <p:nvPr/>
          </p:nvSpPr>
          <p:spPr bwMode="auto">
            <a:xfrm>
              <a:off x="0" y="2448"/>
              <a:ext cx="1866" cy="371"/>
            </a:xfrm>
            <a:prstGeom prst="rect">
              <a:avLst/>
            </a:prstGeom>
            <a:solidFill>
              <a:srgbClr val="2CB843"/>
            </a:solidFill>
            <a:ln w="9525">
              <a:solidFill>
                <a:srgbClr val="00CC00"/>
              </a:solidFill>
              <a:miter lim="800000"/>
              <a:headEnd/>
              <a:tailEnd/>
            </a:ln>
            <a:effectLst/>
          </p:spPr>
          <p:txBody>
            <a:bodyPr wrap="none">
              <a:spAutoFit/>
            </a:bodyPr>
            <a:lstStyle/>
            <a:p>
              <a:pPr eaLnBrk="1" fontAlgn="auto" hangingPunct="1">
                <a:spcBef>
                  <a:spcPts val="0"/>
                </a:spcBef>
                <a:spcAft>
                  <a:spcPts val="0"/>
                </a:spcAft>
                <a:defRPr/>
              </a:pPr>
              <a:r>
                <a:rPr lang="en-US" dirty="0">
                  <a:solidFill>
                    <a:schemeClr val="bg1"/>
                  </a:solidFill>
                  <a:latin typeface="+mj-lt"/>
                  <a:ea typeface="Adobe Gothic Std B" pitchFamily="34" charset="-128"/>
                </a:rPr>
                <a:t>Example 10.2</a:t>
              </a:r>
            </a:p>
          </p:txBody>
        </p:sp>
      </p:grpSp>
      <p:pic>
        <p:nvPicPr>
          <p:cNvPr id="2050" name="Picture 2">
            <a:extLst>
              <a:ext uri="{FF2B5EF4-FFF2-40B4-BE49-F238E27FC236}">
                <a16:creationId xmlns:a16="http://schemas.microsoft.com/office/drawing/2014/main" id="{A1871876-4380-1397-9564-BF8647B643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00" y="1905000"/>
            <a:ext cx="8280400" cy="78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3" name="Slide Number Placeholder 1">
            <a:extLst>
              <a:ext uri="{FF2B5EF4-FFF2-40B4-BE49-F238E27FC236}">
                <a16:creationId xmlns:a16="http://schemas.microsoft.com/office/drawing/2014/main" id="{0A81E9D5-2500-3753-BB9C-960243D39D0C}"/>
              </a:ext>
            </a:extLst>
          </p:cNvPr>
          <p:cNvSpPr txBox="1">
            <a:spLocks noGrp="1"/>
          </p:cNvSpPr>
          <p:nvPr/>
        </p:nvSpPr>
        <p:spPr bwMode="auto">
          <a:xfrm>
            <a:off x="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1200" b="1">
                <a:latin typeface="Arial" panose="020B0604020202020204" pitchFamily="34" charset="0"/>
              </a:rPr>
              <a:t>10.</a:t>
            </a:r>
            <a:fld id="{3A7D9E95-5E46-4C07-935B-100A0B8676F5}" type="slidenum">
              <a:rPr lang="en-US" altLang="en-US" sz="1200" b="1">
                <a:latin typeface="Arial" panose="020B0604020202020204" pitchFamily="34" charset="0"/>
              </a:rPr>
              <a:pPr eaLnBrk="1" hangingPunct="1"/>
              <a:t>14</a:t>
            </a:fld>
            <a:endParaRPr lang="en-US" altLang="en-US" sz="1200" b="1">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wipe(up)">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1">
            <a:extLst>
              <a:ext uri="{FF2B5EF4-FFF2-40B4-BE49-F238E27FC236}">
                <a16:creationId xmlns:a16="http://schemas.microsoft.com/office/drawing/2014/main" id="{8C6D950B-F73B-3DF6-AA18-D0E466D56F2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0CEF6AD0-C733-48AF-8100-F2FCAE9BC889}" type="slidenum">
              <a:rPr lang="en-US" altLang="en-US" sz="1200" b="1" smtClean="0">
                <a:latin typeface="Arial" panose="020B0604020202020204" pitchFamily="34" charset="0"/>
              </a:rPr>
              <a:pPr fontAlgn="base">
                <a:spcBef>
                  <a:spcPct val="0"/>
                </a:spcBef>
                <a:spcAft>
                  <a:spcPct val="0"/>
                </a:spcAft>
              </a:pPr>
              <a:t>15</a:t>
            </a:fld>
            <a:endParaRPr lang="en-US" altLang="en-US" sz="1200" b="1">
              <a:latin typeface="Arial" panose="020B0604020202020204" pitchFamily="34" charset="0"/>
            </a:endParaRPr>
          </a:p>
        </p:txBody>
      </p:sp>
      <p:sp>
        <p:nvSpPr>
          <p:cNvPr id="39939" name="Rectangle 14">
            <a:extLst>
              <a:ext uri="{FF2B5EF4-FFF2-40B4-BE49-F238E27FC236}">
                <a16:creationId xmlns:a16="http://schemas.microsoft.com/office/drawing/2014/main" id="{FE2EF3FE-A60E-6FBC-FEE1-4E56DF1C9631}"/>
              </a:ext>
            </a:extLst>
          </p:cNvPr>
          <p:cNvSpPr>
            <a:spLocks noChangeArrowheads="1"/>
          </p:cNvSpPr>
          <p:nvPr/>
        </p:nvSpPr>
        <p:spPr bwMode="auto">
          <a:xfrm>
            <a:off x="152400" y="133350"/>
            <a:ext cx="876300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2000" b="1" i="1">
                <a:solidFill>
                  <a:srgbClr val="FF0000"/>
                </a:solidFill>
                <a:latin typeface="Times-BoldItalic"/>
              </a:rPr>
              <a:t>Figure 10.3:  </a:t>
            </a:r>
            <a:r>
              <a:rPr lang="en-US" altLang="en-US" sz="2000" b="1" i="1">
                <a:latin typeface="Times-BoldItalic"/>
              </a:rPr>
              <a:t>Geometric concept explaining d</a:t>
            </a:r>
            <a:r>
              <a:rPr lang="en-US" altLang="en-US" sz="1200" b="1" i="1">
                <a:latin typeface="Times-BoldItalic"/>
              </a:rPr>
              <a:t>min</a:t>
            </a:r>
            <a:r>
              <a:rPr lang="en-US" altLang="en-US" sz="2000" b="1" i="1">
                <a:latin typeface="Times-BoldItalic"/>
              </a:rPr>
              <a:t> in error detection</a:t>
            </a:r>
          </a:p>
        </p:txBody>
      </p:sp>
      <p:pic>
        <p:nvPicPr>
          <p:cNvPr id="39940" name="Picture 5">
            <a:extLst>
              <a:ext uri="{FF2B5EF4-FFF2-40B4-BE49-F238E27FC236}">
                <a16:creationId xmlns:a16="http://schemas.microsoft.com/office/drawing/2014/main" id="{49FF91C0-7156-8E58-0BEC-A193B9CFB4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188" y="2381250"/>
            <a:ext cx="7872412" cy="27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0">
            <a:extLst>
              <a:ext uri="{FF2B5EF4-FFF2-40B4-BE49-F238E27FC236}">
                <a16:creationId xmlns:a16="http://schemas.microsoft.com/office/drawing/2014/main" id="{E0F77C84-DD95-F327-3A4B-5BE424CF3992}"/>
              </a:ext>
            </a:extLst>
          </p:cNvPr>
          <p:cNvSpPr txBox="1">
            <a:spLocks noChangeArrowheads="1"/>
          </p:cNvSpPr>
          <p:nvPr/>
        </p:nvSpPr>
        <p:spPr bwMode="auto">
          <a:xfrm>
            <a:off x="419100" y="1143000"/>
            <a:ext cx="8305800" cy="308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a:latin typeface="Times New Roman" panose="02020603050405020304" pitchFamily="18" charset="0"/>
                <a:cs typeface="Times New Roman" panose="02020603050405020304" pitchFamily="18" charset="0"/>
              </a:rPr>
              <a:t>The minimum Hamming distance for our first code scheme (Table 10.1) is 2. This code guarantees detection of only a single error. For example, if the third codeword (101) is sent and one error occurs, the received codeword does not match any valid codeword. If two errors occur, however, the received codeword may match a valid codeword and the errors are not detected.</a:t>
            </a:r>
          </a:p>
        </p:txBody>
      </p:sp>
      <p:grpSp>
        <p:nvGrpSpPr>
          <p:cNvPr id="41987" name="Group 23">
            <a:extLst>
              <a:ext uri="{FF2B5EF4-FFF2-40B4-BE49-F238E27FC236}">
                <a16:creationId xmlns:a16="http://schemas.microsoft.com/office/drawing/2014/main" id="{CD55B9B9-CF1C-31AF-1B38-367C3D6DC934}"/>
              </a:ext>
            </a:extLst>
          </p:cNvPr>
          <p:cNvGrpSpPr>
            <a:grpSpLocks/>
          </p:cNvGrpSpPr>
          <p:nvPr/>
        </p:nvGrpSpPr>
        <p:grpSpPr bwMode="auto">
          <a:xfrm>
            <a:off x="0" y="0"/>
            <a:ext cx="9144000" cy="609600"/>
            <a:chOff x="0" y="2448"/>
            <a:chExt cx="5760" cy="384"/>
          </a:xfrm>
        </p:grpSpPr>
        <p:sp>
          <p:nvSpPr>
            <p:cNvPr id="41989" name="Rectangle 22">
              <a:extLst>
                <a:ext uri="{FF2B5EF4-FFF2-40B4-BE49-F238E27FC236}">
                  <a16:creationId xmlns:a16="http://schemas.microsoft.com/office/drawing/2014/main" id="{FF724ABF-5E07-988B-60C2-6B3EA31E69C1}"/>
                </a:ext>
              </a:extLst>
            </p:cNvPr>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endParaRPr lang="en-US" altLang="en-US" sz="3200" b="1" i="1">
                <a:latin typeface="Baby Kruffy"/>
              </a:endParaRPr>
            </a:p>
          </p:txBody>
        </p:sp>
        <p:sp>
          <p:nvSpPr>
            <p:cNvPr id="630799" name="Text Box 15">
              <a:extLst>
                <a:ext uri="{FF2B5EF4-FFF2-40B4-BE49-F238E27FC236}">
                  <a16:creationId xmlns:a16="http://schemas.microsoft.com/office/drawing/2014/main" id="{BA3074F8-B78F-BA46-D937-A151F89BC217}"/>
                </a:ext>
              </a:extLst>
            </p:cNvPr>
            <p:cNvSpPr txBox="1">
              <a:spLocks noChangeArrowheads="1"/>
            </p:cNvSpPr>
            <p:nvPr/>
          </p:nvSpPr>
          <p:spPr bwMode="auto">
            <a:xfrm>
              <a:off x="0" y="2448"/>
              <a:ext cx="1866" cy="371"/>
            </a:xfrm>
            <a:prstGeom prst="rect">
              <a:avLst/>
            </a:prstGeom>
            <a:solidFill>
              <a:srgbClr val="2CB843"/>
            </a:solidFill>
            <a:ln w="9525">
              <a:solidFill>
                <a:srgbClr val="00CC00"/>
              </a:solidFill>
              <a:miter lim="800000"/>
              <a:headEnd/>
              <a:tailEnd/>
            </a:ln>
            <a:effectLst/>
          </p:spPr>
          <p:txBody>
            <a:bodyPr wrap="none">
              <a:spAutoFit/>
            </a:bodyPr>
            <a:lstStyle/>
            <a:p>
              <a:pPr eaLnBrk="1" fontAlgn="auto" hangingPunct="1">
                <a:spcBef>
                  <a:spcPts val="0"/>
                </a:spcBef>
                <a:spcAft>
                  <a:spcPts val="0"/>
                </a:spcAft>
                <a:defRPr/>
              </a:pPr>
              <a:r>
                <a:rPr lang="en-US" dirty="0">
                  <a:solidFill>
                    <a:schemeClr val="bg1"/>
                  </a:solidFill>
                  <a:latin typeface="+mj-lt"/>
                  <a:ea typeface="Adobe Gothic Std B" pitchFamily="34" charset="-128"/>
                </a:rPr>
                <a:t>Example 10.3</a:t>
              </a:r>
            </a:p>
          </p:txBody>
        </p:sp>
      </p:grpSp>
      <p:sp>
        <p:nvSpPr>
          <p:cNvPr id="41988" name="Slide Number Placeholder 1">
            <a:extLst>
              <a:ext uri="{FF2B5EF4-FFF2-40B4-BE49-F238E27FC236}">
                <a16:creationId xmlns:a16="http://schemas.microsoft.com/office/drawing/2014/main" id="{11F25938-DF82-740F-8827-0F26C7EAC9BF}"/>
              </a:ext>
            </a:extLst>
          </p:cNvPr>
          <p:cNvSpPr txBox="1">
            <a:spLocks noGrp="1"/>
          </p:cNvSpPr>
          <p:nvPr/>
        </p:nvSpPr>
        <p:spPr bwMode="auto">
          <a:xfrm>
            <a:off x="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1200" b="1">
                <a:latin typeface="Arial" panose="020B0604020202020204" pitchFamily="34" charset="0"/>
              </a:rPr>
              <a:t>10.</a:t>
            </a:r>
            <a:fld id="{B7B7BEC6-525E-4317-B8C5-ECB3943123ED}" type="slidenum">
              <a:rPr lang="en-US" altLang="en-US" sz="1200" b="1">
                <a:latin typeface="Arial" panose="020B0604020202020204" pitchFamily="34" charset="0"/>
              </a:rPr>
              <a:pPr eaLnBrk="1" hangingPunct="1"/>
              <a:t>16</a:t>
            </a:fld>
            <a:endParaRPr lang="en-US" altLang="en-US" sz="1200" b="1">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0">
            <a:extLst>
              <a:ext uri="{FF2B5EF4-FFF2-40B4-BE49-F238E27FC236}">
                <a16:creationId xmlns:a16="http://schemas.microsoft.com/office/drawing/2014/main" id="{7ABF2E43-1973-D385-9819-8234605BA2CC}"/>
              </a:ext>
            </a:extLst>
          </p:cNvPr>
          <p:cNvSpPr txBox="1">
            <a:spLocks noChangeArrowheads="1"/>
          </p:cNvSpPr>
          <p:nvPr/>
        </p:nvSpPr>
        <p:spPr bwMode="auto">
          <a:xfrm>
            <a:off x="76200" y="696913"/>
            <a:ext cx="883920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a:latin typeface="Times New Roman" panose="02020603050405020304" pitchFamily="18" charset="0"/>
                <a:cs typeface="Times New Roman" panose="02020603050405020304" pitchFamily="18" charset="0"/>
              </a:rPr>
              <a:t>A code scheme has a Hamming distance </a:t>
            </a:r>
            <a:r>
              <a:rPr lang="en-US" altLang="en-US" sz="2800" b="1" i="1">
                <a:latin typeface="Times New Roman" panose="02020603050405020304" pitchFamily="18" charset="0"/>
                <a:cs typeface="Times New Roman" panose="02020603050405020304" pitchFamily="18" charset="0"/>
              </a:rPr>
              <a:t>d</a:t>
            </a:r>
            <a:r>
              <a:rPr lang="en-US" altLang="en-US" sz="2400">
                <a:latin typeface="Times New Roman" panose="02020603050405020304" pitchFamily="18" charset="0"/>
                <a:cs typeface="Times New Roman" panose="02020603050405020304" pitchFamily="18" charset="0"/>
              </a:rPr>
              <a:t>min</a:t>
            </a:r>
            <a:r>
              <a:rPr lang="en-US" altLang="en-US" sz="2800">
                <a:latin typeface="Times New Roman" panose="02020603050405020304" pitchFamily="18" charset="0"/>
                <a:cs typeface="Times New Roman" panose="02020603050405020304" pitchFamily="18" charset="0"/>
              </a:rPr>
              <a:t> = 4. This code guarantees the detection of up to three errors (</a:t>
            </a:r>
            <a:r>
              <a:rPr lang="en-US" altLang="en-US" sz="2800" b="1" i="1">
                <a:latin typeface="Times New Roman" panose="02020603050405020304" pitchFamily="18" charset="0"/>
                <a:cs typeface="Times New Roman" panose="02020603050405020304" pitchFamily="18" charset="0"/>
              </a:rPr>
              <a:t>d</a:t>
            </a:r>
            <a:r>
              <a:rPr lang="en-US" altLang="en-US" sz="2800">
                <a:latin typeface="Times New Roman" panose="02020603050405020304" pitchFamily="18" charset="0"/>
                <a:cs typeface="Times New Roman" panose="02020603050405020304" pitchFamily="18" charset="0"/>
              </a:rPr>
              <a:t> =</a:t>
            </a:r>
            <a:r>
              <a:rPr lang="en-US" altLang="en-US" sz="2800" i="1">
                <a:latin typeface="Times New Roman" panose="02020603050405020304" pitchFamily="18" charset="0"/>
                <a:cs typeface="Times New Roman" panose="02020603050405020304" pitchFamily="18" charset="0"/>
              </a:rPr>
              <a:t> s </a:t>
            </a:r>
            <a:r>
              <a:rPr lang="en-US" altLang="en-US" sz="2800">
                <a:latin typeface="Times New Roman" panose="02020603050405020304" pitchFamily="18" charset="0"/>
                <a:cs typeface="Times New Roman" panose="02020603050405020304" pitchFamily="18" charset="0"/>
              </a:rPr>
              <a:t>+ 1 or </a:t>
            </a:r>
          </a:p>
          <a:p>
            <a:pPr algn="just" eaLnBrk="1" hangingPunct="1"/>
            <a:r>
              <a:rPr lang="en-US" altLang="en-US" sz="2800" b="1" i="1">
                <a:latin typeface="Times New Roman" panose="02020603050405020304" pitchFamily="18" charset="0"/>
                <a:cs typeface="Times New Roman" panose="02020603050405020304" pitchFamily="18" charset="0"/>
              </a:rPr>
              <a:t>s</a:t>
            </a:r>
            <a:r>
              <a:rPr lang="en-US" altLang="en-US" sz="2800">
                <a:latin typeface="Times New Roman" panose="02020603050405020304" pitchFamily="18" charset="0"/>
                <a:cs typeface="Times New Roman" panose="02020603050405020304" pitchFamily="18" charset="0"/>
              </a:rPr>
              <a:t> = 3).</a:t>
            </a:r>
          </a:p>
        </p:txBody>
      </p:sp>
      <p:grpSp>
        <p:nvGrpSpPr>
          <p:cNvPr id="44035" name="Group 23">
            <a:extLst>
              <a:ext uri="{FF2B5EF4-FFF2-40B4-BE49-F238E27FC236}">
                <a16:creationId xmlns:a16="http://schemas.microsoft.com/office/drawing/2014/main" id="{0AC5ECEA-E1CD-162A-8F92-2673FCB0451C}"/>
              </a:ext>
            </a:extLst>
          </p:cNvPr>
          <p:cNvGrpSpPr>
            <a:grpSpLocks/>
          </p:cNvGrpSpPr>
          <p:nvPr/>
        </p:nvGrpSpPr>
        <p:grpSpPr bwMode="auto">
          <a:xfrm>
            <a:off x="0" y="0"/>
            <a:ext cx="9144000" cy="609600"/>
            <a:chOff x="0" y="2448"/>
            <a:chExt cx="5760" cy="384"/>
          </a:xfrm>
        </p:grpSpPr>
        <p:sp>
          <p:nvSpPr>
            <p:cNvPr id="44037" name="Rectangle 22">
              <a:extLst>
                <a:ext uri="{FF2B5EF4-FFF2-40B4-BE49-F238E27FC236}">
                  <a16:creationId xmlns:a16="http://schemas.microsoft.com/office/drawing/2014/main" id="{D75699B5-10DE-4A81-F78E-9040CCA06024}"/>
                </a:ext>
              </a:extLst>
            </p:cNvPr>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endParaRPr lang="en-US" altLang="en-US" sz="3200" b="1" i="1">
                <a:latin typeface="Baby Kruffy"/>
              </a:endParaRPr>
            </a:p>
          </p:txBody>
        </p:sp>
        <p:sp>
          <p:nvSpPr>
            <p:cNvPr id="630799" name="Text Box 15">
              <a:extLst>
                <a:ext uri="{FF2B5EF4-FFF2-40B4-BE49-F238E27FC236}">
                  <a16:creationId xmlns:a16="http://schemas.microsoft.com/office/drawing/2014/main" id="{BFA5D1EE-F944-3184-C7EB-0DA93A6417ED}"/>
                </a:ext>
              </a:extLst>
            </p:cNvPr>
            <p:cNvSpPr txBox="1">
              <a:spLocks noChangeArrowheads="1"/>
            </p:cNvSpPr>
            <p:nvPr/>
          </p:nvSpPr>
          <p:spPr bwMode="auto">
            <a:xfrm>
              <a:off x="0" y="2448"/>
              <a:ext cx="1866" cy="371"/>
            </a:xfrm>
            <a:prstGeom prst="rect">
              <a:avLst/>
            </a:prstGeom>
            <a:solidFill>
              <a:srgbClr val="2CB843"/>
            </a:solidFill>
            <a:ln w="9525">
              <a:solidFill>
                <a:srgbClr val="00CC00"/>
              </a:solidFill>
              <a:miter lim="800000"/>
              <a:headEnd/>
              <a:tailEnd/>
            </a:ln>
            <a:effectLst/>
          </p:spPr>
          <p:txBody>
            <a:bodyPr wrap="none">
              <a:spAutoFit/>
            </a:bodyPr>
            <a:lstStyle/>
            <a:p>
              <a:pPr eaLnBrk="1" fontAlgn="auto" hangingPunct="1">
                <a:spcBef>
                  <a:spcPts val="0"/>
                </a:spcBef>
                <a:spcAft>
                  <a:spcPts val="0"/>
                </a:spcAft>
                <a:defRPr/>
              </a:pPr>
              <a:r>
                <a:rPr lang="en-US" dirty="0">
                  <a:solidFill>
                    <a:schemeClr val="bg1"/>
                  </a:solidFill>
                  <a:latin typeface="+mj-lt"/>
                  <a:ea typeface="Adobe Gothic Std B" pitchFamily="34" charset="-128"/>
                </a:rPr>
                <a:t>Example 10.4</a:t>
              </a:r>
            </a:p>
          </p:txBody>
        </p:sp>
      </p:grpSp>
      <p:sp>
        <p:nvSpPr>
          <p:cNvPr id="44036" name="Slide Number Placeholder 1">
            <a:extLst>
              <a:ext uri="{FF2B5EF4-FFF2-40B4-BE49-F238E27FC236}">
                <a16:creationId xmlns:a16="http://schemas.microsoft.com/office/drawing/2014/main" id="{6205016B-3C14-B373-398B-F015EAFEC3D0}"/>
              </a:ext>
            </a:extLst>
          </p:cNvPr>
          <p:cNvSpPr txBox="1">
            <a:spLocks noGrp="1"/>
          </p:cNvSpPr>
          <p:nvPr/>
        </p:nvSpPr>
        <p:spPr bwMode="auto">
          <a:xfrm>
            <a:off x="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1200" b="1">
                <a:latin typeface="Arial" panose="020B0604020202020204" pitchFamily="34" charset="0"/>
              </a:rPr>
              <a:t>10.</a:t>
            </a:r>
            <a:fld id="{03A950D1-9150-41D9-9C06-9D134B8A8DC6}" type="slidenum">
              <a:rPr lang="en-US" altLang="en-US" sz="1200" b="1">
                <a:latin typeface="Arial" panose="020B0604020202020204" pitchFamily="34" charset="0"/>
              </a:rPr>
              <a:pPr eaLnBrk="1" hangingPunct="1"/>
              <a:t>17</a:t>
            </a:fld>
            <a:endParaRPr lang="en-US" altLang="en-US" sz="1200" b="1">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0">
            <a:extLst>
              <a:ext uri="{FF2B5EF4-FFF2-40B4-BE49-F238E27FC236}">
                <a16:creationId xmlns:a16="http://schemas.microsoft.com/office/drawing/2014/main" id="{54BE7AAE-D170-95B2-A578-83D1D002D178}"/>
              </a:ext>
            </a:extLst>
          </p:cNvPr>
          <p:cNvSpPr txBox="1">
            <a:spLocks noChangeArrowheads="1"/>
          </p:cNvSpPr>
          <p:nvPr/>
        </p:nvSpPr>
        <p:spPr bwMode="auto">
          <a:xfrm>
            <a:off x="76200" y="696913"/>
            <a:ext cx="88392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a:latin typeface="Times New Roman" panose="02020603050405020304" pitchFamily="18" charset="0"/>
                <a:cs typeface="Times New Roman" panose="02020603050405020304" pitchFamily="18" charset="0"/>
              </a:rPr>
              <a:t>The code in Table 10.1 is a linear block code because the result of XORing any codeword with any other codeword is a valid codeword. For example, the XORing of the second and third codewords  creates the fourth one.</a:t>
            </a:r>
          </a:p>
        </p:txBody>
      </p:sp>
      <p:grpSp>
        <p:nvGrpSpPr>
          <p:cNvPr id="46083" name="Group 23">
            <a:extLst>
              <a:ext uri="{FF2B5EF4-FFF2-40B4-BE49-F238E27FC236}">
                <a16:creationId xmlns:a16="http://schemas.microsoft.com/office/drawing/2014/main" id="{575BBB80-0DD3-57B9-D3ED-69482A0D34B2}"/>
              </a:ext>
            </a:extLst>
          </p:cNvPr>
          <p:cNvGrpSpPr>
            <a:grpSpLocks/>
          </p:cNvGrpSpPr>
          <p:nvPr/>
        </p:nvGrpSpPr>
        <p:grpSpPr bwMode="auto">
          <a:xfrm>
            <a:off x="0" y="0"/>
            <a:ext cx="9144000" cy="609600"/>
            <a:chOff x="0" y="2448"/>
            <a:chExt cx="5760" cy="384"/>
          </a:xfrm>
        </p:grpSpPr>
        <p:sp>
          <p:nvSpPr>
            <p:cNvPr id="46085" name="Rectangle 22">
              <a:extLst>
                <a:ext uri="{FF2B5EF4-FFF2-40B4-BE49-F238E27FC236}">
                  <a16:creationId xmlns:a16="http://schemas.microsoft.com/office/drawing/2014/main" id="{82A99377-373C-A4FA-1D14-6E51EAF5090E}"/>
                </a:ext>
              </a:extLst>
            </p:cNvPr>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endParaRPr lang="en-US" altLang="en-US" sz="3200" b="1" i="1">
                <a:latin typeface="Baby Kruffy"/>
              </a:endParaRPr>
            </a:p>
          </p:txBody>
        </p:sp>
        <p:sp>
          <p:nvSpPr>
            <p:cNvPr id="630799" name="Text Box 15">
              <a:extLst>
                <a:ext uri="{FF2B5EF4-FFF2-40B4-BE49-F238E27FC236}">
                  <a16:creationId xmlns:a16="http://schemas.microsoft.com/office/drawing/2014/main" id="{FFBE7A0D-4956-9356-49E0-863A017B6923}"/>
                </a:ext>
              </a:extLst>
            </p:cNvPr>
            <p:cNvSpPr txBox="1">
              <a:spLocks noChangeArrowheads="1"/>
            </p:cNvSpPr>
            <p:nvPr/>
          </p:nvSpPr>
          <p:spPr bwMode="auto">
            <a:xfrm>
              <a:off x="0" y="2448"/>
              <a:ext cx="1866" cy="371"/>
            </a:xfrm>
            <a:prstGeom prst="rect">
              <a:avLst/>
            </a:prstGeom>
            <a:solidFill>
              <a:srgbClr val="2CB843"/>
            </a:solidFill>
            <a:ln w="9525">
              <a:solidFill>
                <a:srgbClr val="00CC00"/>
              </a:solidFill>
              <a:miter lim="800000"/>
              <a:headEnd/>
              <a:tailEnd/>
            </a:ln>
            <a:effectLst/>
          </p:spPr>
          <p:txBody>
            <a:bodyPr wrap="none">
              <a:spAutoFit/>
            </a:bodyPr>
            <a:lstStyle/>
            <a:p>
              <a:pPr eaLnBrk="1" fontAlgn="auto" hangingPunct="1">
                <a:spcBef>
                  <a:spcPts val="0"/>
                </a:spcBef>
                <a:spcAft>
                  <a:spcPts val="0"/>
                </a:spcAft>
                <a:defRPr/>
              </a:pPr>
              <a:r>
                <a:rPr lang="en-US" dirty="0">
                  <a:solidFill>
                    <a:schemeClr val="bg1"/>
                  </a:solidFill>
                  <a:latin typeface="+mj-lt"/>
                  <a:ea typeface="Adobe Gothic Std B" pitchFamily="34" charset="-128"/>
                </a:rPr>
                <a:t>Example 10.5</a:t>
              </a:r>
            </a:p>
          </p:txBody>
        </p:sp>
      </p:grpSp>
      <p:sp>
        <p:nvSpPr>
          <p:cNvPr id="46084" name="Slide Number Placeholder 1">
            <a:extLst>
              <a:ext uri="{FF2B5EF4-FFF2-40B4-BE49-F238E27FC236}">
                <a16:creationId xmlns:a16="http://schemas.microsoft.com/office/drawing/2014/main" id="{1513C3B4-CDA7-6056-711A-B45852B97A00}"/>
              </a:ext>
            </a:extLst>
          </p:cNvPr>
          <p:cNvSpPr txBox="1">
            <a:spLocks noGrp="1"/>
          </p:cNvSpPr>
          <p:nvPr/>
        </p:nvSpPr>
        <p:spPr bwMode="auto">
          <a:xfrm>
            <a:off x="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1200" b="1">
                <a:latin typeface="Arial" panose="020B0604020202020204" pitchFamily="34" charset="0"/>
              </a:rPr>
              <a:t>10.</a:t>
            </a:r>
            <a:fld id="{2AFF6AD4-FFD8-499E-8811-3A6EA77FAFB7}" type="slidenum">
              <a:rPr lang="en-US" altLang="en-US" sz="1200" b="1">
                <a:latin typeface="Arial" panose="020B0604020202020204" pitchFamily="34" charset="0"/>
              </a:rPr>
              <a:pPr eaLnBrk="1" hangingPunct="1"/>
              <a:t>18</a:t>
            </a:fld>
            <a:endParaRPr lang="en-US" altLang="en-US" sz="1200" b="1">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0">
            <a:extLst>
              <a:ext uri="{FF2B5EF4-FFF2-40B4-BE49-F238E27FC236}">
                <a16:creationId xmlns:a16="http://schemas.microsoft.com/office/drawing/2014/main" id="{0DECFB99-4680-46C5-FAC8-537FADC55823}"/>
              </a:ext>
            </a:extLst>
          </p:cNvPr>
          <p:cNvSpPr txBox="1">
            <a:spLocks noChangeArrowheads="1"/>
          </p:cNvSpPr>
          <p:nvPr/>
        </p:nvSpPr>
        <p:spPr bwMode="auto">
          <a:xfrm>
            <a:off x="76200" y="696913"/>
            <a:ext cx="883920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a:latin typeface="Times New Roman" panose="02020603050405020304" pitchFamily="18" charset="0"/>
                <a:cs typeface="Times New Roman" panose="02020603050405020304" pitchFamily="18" charset="0"/>
              </a:rPr>
              <a:t>In our first code (Table 10.1), the numbers of 1s in the nonzero codewords are 2, 2, and 2. So the minimum Hamming distance is </a:t>
            </a:r>
            <a:r>
              <a:rPr lang="en-US" altLang="en-US" sz="2800" b="1" i="1">
                <a:latin typeface="Times New Roman" panose="02020603050405020304" pitchFamily="18" charset="0"/>
                <a:cs typeface="Times New Roman" panose="02020603050405020304" pitchFamily="18" charset="0"/>
              </a:rPr>
              <a:t>d</a:t>
            </a:r>
            <a:r>
              <a:rPr lang="en-US" altLang="en-US" sz="2000">
                <a:latin typeface="Times New Roman" panose="02020603050405020304" pitchFamily="18" charset="0"/>
                <a:cs typeface="Times New Roman" panose="02020603050405020304" pitchFamily="18" charset="0"/>
              </a:rPr>
              <a:t>min</a:t>
            </a:r>
            <a:r>
              <a:rPr lang="en-US" altLang="en-US" sz="2800">
                <a:latin typeface="Times New Roman" panose="02020603050405020304" pitchFamily="18" charset="0"/>
                <a:cs typeface="Times New Roman" panose="02020603050405020304" pitchFamily="18" charset="0"/>
              </a:rPr>
              <a:t> = 2.</a:t>
            </a:r>
          </a:p>
        </p:txBody>
      </p:sp>
      <p:grpSp>
        <p:nvGrpSpPr>
          <p:cNvPr id="48131" name="Group 23">
            <a:extLst>
              <a:ext uri="{FF2B5EF4-FFF2-40B4-BE49-F238E27FC236}">
                <a16:creationId xmlns:a16="http://schemas.microsoft.com/office/drawing/2014/main" id="{9F9A1801-8D88-EC37-C859-31F39C160368}"/>
              </a:ext>
            </a:extLst>
          </p:cNvPr>
          <p:cNvGrpSpPr>
            <a:grpSpLocks/>
          </p:cNvGrpSpPr>
          <p:nvPr/>
        </p:nvGrpSpPr>
        <p:grpSpPr bwMode="auto">
          <a:xfrm>
            <a:off x="0" y="0"/>
            <a:ext cx="9144000" cy="609600"/>
            <a:chOff x="0" y="2448"/>
            <a:chExt cx="5760" cy="384"/>
          </a:xfrm>
        </p:grpSpPr>
        <p:sp>
          <p:nvSpPr>
            <p:cNvPr id="48133" name="Rectangle 22">
              <a:extLst>
                <a:ext uri="{FF2B5EF4-FFF2-40B4-BE49-F238E27FC236}">
                  <a16:creationId xmlns:a16="http://schemas.microsoft.com/office/drawing/2014/main" id="{F1ACA56B-A54A-4A3A-CD09-C2977D039ACE}"/>
                </a:ext>
              </a:extLst>
            </p:cNvPr>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endParaRPr lang="en-US" altLang="en-US" sz="3200" b="1" i="1">
                <a:latin typeface="Baby Kruffy"/>
              </a:endParaRPr>
            </a:p>
          </p:txBody>
        </p:sp>
        <p:sp>
          <p:nvSpPr>
            <p:cNvPr id="630799" name="Text Box 15">
              <a:extLst>
                <a:ext uri="{FF2B5EF4-FFF2-40B4-BE49-F238E27FC236}">
                  <a16:creationId xmlns:a16="http://schemas.microsoft.com/office/drawing/2014/main" id="{FF740FFE-BEF0-DCE6-3057-00793BB16981}"/>
                </a:ext>
              </a:extLst>
            </p:cNvPr>
            <p:cNvSpPr txBox="1">
              <a:spLocks noChangeArrowheads="1"/>
            </p:cNvSpPr>
            <p:nvPr/>
          </p:nvSpPr>
          <p:spPr bwMode="auto">
            <a:xfrm>
              <a:off x="0" y="2448"/>
              <a:ext cx="1866" cy="371"/>
            </a:xfrm>
            <a:prstGeom prst="rect">
              <a:avLst/>
            </a:prstGeom>
            <a:solidFill>
              <a:srgbClr val="2CB843"/>
            </a:solidFill>
            <a:ln w="9525">
              <a:solidFill>
                <a:srgbClr val="00CC00"/>
              </a:solidFill>
              <a:miter lim="800000"/>
              <a:headEnd/>
              <a:tailEnd/>
            </a:ln>
            <a:effectLst/>
          </p:spPr>
          <p:txBody>
            <a:bodyPr wrap="none">
              <a:spAutoFit/>
            </a:bodyPr>
            <a:lstStyle/>
            <a:p>
              <a:pPr eaLnBrk="1" fontAlgn="auto" hangingPunct="1">
                <a:spcBef>
                  <a:spcPts val="0"/>
                </a:spcBef>
                <a:spcAft>
                  <a:spcPts val="0"/>
                </a:spcAft>
                <a:defRPr/>
              </a:pPr>
              <a:r>
                <a:rPr lang="en-US" dirty="0">
                  <a:solidFill>
                    <a:schemeClr val="bg1"/>
                  </a:solidFill>
                  <a:latin typeface="+mj-lt"/>
                  <a:ea typeface="Adobe Gothic Std B" pitchFamily="34" charset="-128"/>
                </a:rPr>
                <a:t>Example 10.6</a:t>
              </a:r>
            </a:p>
          </p:txBody>
        </p:sp>
      </p:grpSp>
      <p:sp>
        <p:nvSpPr>
          <p:cNvPr id="48132" name="Slide Number Placeholder 1">
            <a:extLst>
              <a:ext uri="{FF2B5EF4-FFF2-40B4-BE49-F238E27FC236}">
                <a16:creationId xmlns:a16="http://schemas.microsoft.com/office/drawing/2014/main" id="{2A090B59-0671-4F0B-D45A-2FAAE6150D13}"/>
              </a:ext>
            </a:extLst>
          </p:cNvPr>
          <p:cNvSpPr txBox="1">
            <a:spLocks noGrp="1"/>
          </p:cNvSpPr>
          <p:nvPr/>
        </p:nvSpPr>
        <p:spPr bwMode="auto">
          <a:xfrm>
            <a:off x="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1200" b="1">
                <a:latin typeface="Arial" panose="020B0604020202020204" pitchFamily="34" charset="0"/>
              </a:rPr>
              <a:t>10.</a:t>
            </a:r>
            <a:fld id="{EB26AC4A-DC3F-4507-AFCD-B51BAB4F1E81}" type="slidenum">
              <a:rPr lang="en-US" altLang="en-US" sz="1200" b="1">
                <a:latin typeface="Arial" panose="020B0604020202020204" pitchFamily="34" charset="0"/>
              </a:rPr>
              <a:pPr eaLnBrk="1" hangingPunct="1"/>
              <a:t>19</a:t>
            </a:fld>
            <a:endParaRPr lang="en-US" altLang="en-US" sz="1200" b="1">
              <a:latin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14">
            <a:extLst>
              <a:ext uri="{FF2B5EF4-FFF2-40B4-BE49-F238E27FC236}">
                <a16:creationId xmlns:a16="http://schemas.microsoft.com/office/drawing/2014/main" id="{5F4B7E47-AA93-760F-680C-22809CF8D32E}"/>
              </a:ext>
            </a:extLst>
          </p:cNvPr>
          <p:cNvSpPr>
            <a:spLocks noChangeArrowheads="1"/>
          </p:cNvSpPr>
          <p:nvPr/>
        </p:nvSpPr>
        <p:spPr bwMode="auto">
          <a:xfrm>
            <a:off x="838200" y="71438"/>
            <a:ext cx="8153400" cy="457200"/>
          </a:xfrm>
          <a:prstGeom prst="rect">
            <a:avLst/>
          </a:prstGeom>
          <a:solidFill>
            <a:sysClr val="window" lastClr="FFFFFF"/>
          </a:solidFill>
          <a:ln>
            <a:noFill/>
          </a:ln>
        </p:spPr>
        <p:txBody>
          <a:bodyPr>
            <a:spAutoFit/>
          </a:bodyPr>
          <a:lstStyle/>
          <a:p>
            <a:pPr eaLnBrk="1" fontAlgn="auto" hangingPunct="1">
              <a:spcBef>
                <a:spcPts val="0"/>
              </a:spcBef>
              <a:spcAft>
                <a:spcPts val="0"/>
              </a:spcAft>
              <a:defRPr/>
            </a:pPr>
            <a:r>
              <a:rPr lang="en-US" sz="2400" kern="0" dirty="0">
                <a:solidFill>
                  <a:srgbClr val="FF0000"/>
                </a:solidFill>
                <a:latin typeface="Times-BoldItalic"/>
              </a:rPr>
              <a:t>Table 10.2</a:t>
            </a:r>
            <a:r>
              <a:rPr lang="en-US" sz="2000" kern="0" dirty="0">
                <a:solidFill>
                  <a:srgbClr val="FF0000"/>
                </a:solidFill>
                <a:latin typeface="Times-BoldItalic"/>
              </a:rPr>
              <a:t>:  </a:t>
            </a:r>
            <a:r>
              <a:rPr lang="en-US" sz="2000" kern="0" dirty="0">
                <a:solidFill>
                  <a:srgbClr val="002060"/>
                </a:solidFill>
                <a:latin typeface="Times-BoldItalic"/>
              </a:rPr>
              <a:t>Simple parity-check code C(5, 4)</a:t>
            </a:r>
          </a:p>
        </p:txBody>
      </p:sp>
      <p:grpSp>
        <p:nvGrpSpPr>
          <p:cNvPr id="28" name="Group 11">
            <a:extLst>
              <a:ext uri="{FF2B5EF4-FFF2-40B4-BE49-F238E27FC236}">
                <a16:creationId xmlns:a16="http://schemas.microsoft.com/office/drawing/2014/main" id="{F0092DE6-0E7D-1920-921E-60BB59B13C17}"/>
              </a:ext>
            </a:extLst>
          </p:cNvPr>
          <p:cNvGrpSpPr>
            <a:grpSpLocks/>
          </p:cNvGrpSpPr>
          <p:nvPr/>
        </p:nvGrpSpPr>
        <p:grpSpPr bwMode="auto">
          <a:xfrm>
            <a:off x="3941" y="0"/>
            <a:ext cx="685800" cy="533400"/>
            <a:chOff x="144" y="144"/>
            <a:chExt cx="432" cy="336"/>
          </a:xfrm>
          <a:solidFill>
            <a:srgbClr val="3366FF"/>
          </a:solidFill>
        </p:grpSpPr>
        <p:grpSp>
          <p:nvGrpSpPr>
            <p:cNvPr id="29" name="Group 12">
              <a:extLst>
                <a:ext uri="{FF2B5EF4-FFF2-40B4-BE49-F238E27FC236}">
                  <a16:creationId xmlns:a16="http://schemas.microsoft.com/office/drawing/2014/main" id="{A30A0159-6D1F-A142-9F03-6603C7EADF7F}"/>
                </a:ext>
              </a:extLst>
            </p:cNvPr>
            <p:cNvGrpSpPr>
              <a:grpSpLocks/>
            </p:cNvGrpSpPr>
            <p:nvPr/>
          </p:nvGrpSpPr>
          <p:grpSpPr bwMode="auto">
            <a:xfrm>
              <a:off x="144" y="256"/>
              <a:ext cx="432" cy="112"/>
              <a:chOff x="288" y="256"/>
              <a:chExt cx="432" cy="112"/>
            </a:xfrm>
            <a:grpFill/>
          </p:grpSpPr>
          <p:sp>
            <p:nvSpPr>
              <p:cNvPr id="39" name="Rectangle 13">
                <a:extLst>
                  <a:ext uri="{FF2B5EF4-FFF2-40B4-BE49-F238E27FC236}">
                    <a16:creationId xmlns:a16="http://schemas.microsoft.com/office/drawing/2014/main" id="{6BA6403C-5336-C36E-9933-FB8299A9E8EE}"/>
                  </a:ext>
                </a:extLst>
              </p:cNvPr>
              <p:cNvSpPr>
                <a:spLocks noChangeArrowheads="1"/>
              </p:cNvSpPr>
              <p:nvPr/>
            </p:nvSpPr>
            <p:spPr bwMode="auto">
              <a:xfrm>
                <a:off x="288"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sp>
            <p:nvSpPr>
              <p:cNvPr id="40" name="Rectangle 14">
                <a:extLst>
                  <a:ext uri="{FF2B5EF4-FFF2-40B4-BE49-F238E27FC236}">
                    <a16:creationId xmlns:a16="http://schemas.microsoft.com/office/drawing/2014/main" id="{9237CFE4-588E-4986-ECA4-DB7CFF719183}"/>
                  </a:ext>
                </a:extLst>
              </p:cNvPr>
              <p:cNvSpPr>
                <a:spLocks noChangeArrowheads="1"/>
              </p:cNvSpPr>
              <p:nvPr/>
            </p:nvSpPr>
            <p:spPr bwMode="auto">
              <a:xfrm>
                <a:off x="576"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sp>
            <p:nvSpPr>
              <p:cNvPr id="41" name="Rectangle 15">
                <a:extLst>
                  <a:ext uri="{FF2B5EF4-FFF2-40B4-BE49-F238E27FC236}">
                    <a16:creationId xmlns:a16="http://schemas.microsoft.com/office/drawing/2014/main" id="{A0EB00D7-F9E1-08AD-E7CC-8AE283561155}"/>
                  </a:ext>
                </a:extLst>
              </p:cNvPr>
              <p:cNvSpPr>
                <a:spLocks noChangeArrowheads="1"/>
              </p:cNvSpPr>
              <p:nvPr/>
            </p:nvSpPr>
            <p:spPr bwMode="auto">
              <a:xfrm>
                <a:off x="432"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grpSp>
        <p:grpSp>
          <p:nvGrpSpPr>
            <p:cNvPr id="30" name="Group 16">
              <a:extLst>
                <a:ext uri="{FF2B5EF4-FFF2-40B4-BE49-F238E27FC236}">
                  <a16:creationId xmlns:a16="http://schemas.microsoft.com/office/drawing/2014/main" id="{4EDC9277-956B-9A8A-1682-851F723C4AE7}"/>
                </a:ext>
              </a:extLst>
            </p:cNvPr>
            <p:cNvGrpSpPr>
              <a:grpSpLocks/>
            </p:cNvGrpSpPr>
            <p:nvPr/>
          </p:nvGrpSpPr>
          <p:grpSpPr bwMode="auto">
            <a:xfrm>
              <a:off x="144" y="144"/>
              <a:ext cx="432" cy="336"/>
              <a:chOff x="144" y="144"/>
              <a:chExt cx="432" cy="336"/>
            </a:xfrm>
            <a:grpFill/>
          </p:grpSpPr>
          <p:grpSp>
            <p:nvGrpSpPr>
              <p:cNvPr id="31" name="Group 17">
                <a:extLst>
                  <a:ext uri="{FF2B5EF4-FFF2-40B4-BE49-F238E27FC236}">
                    <a16:creationId xmlns:a16="http://schemas.microsoft.com/office/drawing/2014/main" id="{2BE52EA9-A5CA-96FC-7FD2-BFCC0726D6DF}"/>
                  </a:ext>
                </a:extLst>
              </p:cNvPr>
              <p:cNvGrpSpPr>
                <a:grpSpLocks/>
              </p:cNvGrpSpPr>
              <p:nvPr/>
            </p:nvGrpSpPr>
            <p:grpSpPr bwMode="auto">
              <a:xfrm>
                <a:off x="144" y="144"/>
                <a:ext cx="432" cy="112"/>
                <a:chOff x="288" y="256"/>
                <a:chExt cx="432" cy="112"/>
              </a:xfrm>
              <a:grpFill/>
            </p:grpSpPr>
            <p:sp>
              <p:nvSpPr>
                <p:cNvPr id="36" name="Rectangle 18">
                  <a:extLst>
                    <a:ext uri="{FF2B5EF4-FFF2-40B4-BE49-F238E27FC236}">
                      <a16:creationId xmlns:a16="http://schemas.microsoft.com/office/drawing/2014/main" id="{2E9EDAC1-1848-A04C-1114-2AF446EDB798}"/>
                    </a:ext>
                  </a:extLst>
                </p:cNvPr>
                <p:cNvSpPr>
                  <a:spLocks noChangeArrowheads="1"/>
                </p:cNvSpPr>
                <p:nvPr/>
              </p:nvSpPr>
              <p:spPr bwMode="auto">
                <a:xfrm>
                  <a:off x="288"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sp>
              <p:nvSpPr>
                <p:cNvPr id="37" name="Rectangle 19">
                  <a:extLst>
                    <a:ext uri="{FF2B5EF4-FFF2-40B4-BE49-F238E27FC236}">
                      <a16:creationId xmlns:a16="http://schemas.microsoft.com/office/drawing/2014/main" id="{D25E28C9-1230-2DA3-9B1A-EDB2DABBA8CF}"/>
                    </a:ext>
                  </a:extLst>
                </p:cNvPr>
                <p:cNvSpPr>
                  <a:spLocks noChangeArrowheads="1"/>
                </p:cNvSpPr>
                <p:nvPr/>
              </p:nvSpPr>
              <p:spPr bwMode="auto">
                <a:xfrm>
                  <a:off x="576"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sp>
              <p:nvSpPr>
                <p:cNvPr id="38" name="Rectangle 20">
                  <a:extLst>
                    <a:ext uri="{FF2B5EF4-FFF2-40B4-BE49-F238E27FC236}">
                      <a16:creationId xmlns:a16="http://schemas.microsoft.com/office/drawing/2014/main" id="{DF51D8AC-788E-C9BD-09B1-081ECF467B52}"/>
                    </a:ext>
                  </a:extLst>
                </p:cNvPr>
                <p:cNvSpPr>
                  <a:spLocks noChangeArrowheads="1"/>
                </p:cNvSpPr>
                <p:nvPr/>
              </p:nvSpPr>
              <p:spPr bwMode="auto">
                <a:xfrm>
                  <a:off x="432"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grpSp>
          <p:grpSp>
            <p:nvGrpSpPr>
              <p:cNvPr id="32" name="Group 21">
                <a:extLst>
                  <a:ext uri="{FF2B5EF4-FFF2-40B4-BE49-F238E27FC236}">
                    <a16:creationId xmlns:a16="http://schemas.microsoft.com/office/drawing/2014/main" id="{85AAD221-A5B8-C1AF-63DA-D9436725C4A9}"/>
                  </a:ext>
                </a:extLst>
              </p:cNvPr>
              <p:cNvGrpSpPr>
                <a:grpSpLocks/>
              </p:cNvGrpSpPr>
              <p:nvPr/>
            </p:nvGrpSpPr>
            <p:grpSpPr bwMode="auto">
              <a:xfrm>
                <a:off x="144" y="368"/>
                <a:ext cx="432" cy="112"/>
                <a:chOff x="288" y="256"/>
                <a:chExt cx="432" cy="112"/>
              </a:xfrm>
              <a:grpFill/>
            </p:grpSpPr>
            <p:sp>
              <p:nvSpPr>
                <p:cNvPr id="33" name="Rectangle 22">
                  <a:extLst>
                    <a:ext uri="{FF2B5EF4-FFF2-40B4-BE49-F238E27FC236}">
                      <a16:creationId xmlns:a16="http://schemas.microsoft.com/office/drawing/2014/main" id="{5CE77023-5959-2407-A5AB-C6EA250C1031}"/>
                    </a:ext>
                  </a:extLst>
                </p:cNvPr>
                <p:cNvSpPr>
                  <a:spLocks noChangeArrowheads="1"/>
                </p:cNvSpPr>
                <p:nvPr/>
              </p:nvSpPr>
              <p:spPr bwMode="auto">
                <a:xfrm>
                  <a:off x="288"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sp>
              <p:nvSpPr>
                <p:cNvPr id="34" name="Rectangle 23">
                  <a:extLst>
                    <a:ext uri="{FF2B5EF4-FFF2-40B4-BE49-F238E27FC236}">
                      <a16:creationId xmlns:a16="http://schemas.microsoft.com/office/drawing/2014/main" id="{3B196A77-B62A-2FC4-A2D4-6D140FF4A915}"/>
                    </a:ext>
                  </a:extLst>
                </p:cNvPr>
                <p:cNvSpPr>
                  <a:spLocks noChangeArrowheads="1"/>
                </p:cNvSpPr>
                <p:nvPr/>
              </p:nvSpPr>
              <p:spPr bwMode="auto">
                <a:xfrm>
                  <a:off x="576"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sp>
              <p:nvSpPr>
                <p:cNvPr id="35" name="Rectangle 24">
                  <a:extLst>
                    <a:ext uri="{FF2B5EF4-FFF2-40B4-BE49-F238E27FC236}">
                      <a16:creationId xmlns:a16="http://schemas.microsoft.com/office/drawing/2014/main" id="{DDC596DF-4625-0BEA-F787-E028A17453B9}"/>
                    </a:ext>
                  </a:extLst>
                </p:cNvPr>
                <p:cNvSpPr>
                  <a:spLocks noChangeArrowheads="1"/>
                </p:cNvSpPr>
                <p:nvPr/>
              </p:nvSpPr>
              <p:spPr bwMode="auto">
                <a:xfrm>
                  <a:off x="432"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grpSp>
        </p:grpSp>
      </p:grpSp>
      <p:grpSp>
        <p:nvGrpSpPr>
          <p:cNvPr id="50180" name="Group 2">
            <a:extLst>
              <a:ext uri="{FF2B5EF4-FFF2-40B4-BE49-F238E27FC236}">
                <a16:creationId xmlns:a16="http://schemas.microsoft.com/office/drawing/2014/main" id="{B8138D22-089F-E49A-4956-DF9C401DDBE5}"/>
              </a:ext>
            </a:extLst>
          </p:cNvPr>
          <p:cNvGrpSpPr>
            <a:grpSpLocks/>
          </p:cNvGrpSpPr>
          <p:nvPr/>
        </p:nvGrpSpPr>
        <p:grpSpPr bwMode="auto">
          <a:xfrm>
            <a:off x="428625" y="2209800"/>
            <a:ext cx="8310563" cy="2903538"/>
            <a:chOff x="428316" y="2209799"/>
            <a:chExt cx="8310625" cy="2904330"/>
          </a:xfrm>
        </p:grpSpPr>
        <p:pic>
          <p:nvPicPr>
            <p:cNvPr id="50182" name="Picture 2">
              <a:extLst>
                <a:ext uri="{FF2B5EF4-FFF2-40B4-BE49-F238E27FC236}">
                  <a16:creationId xmlns:a16="http://schemas.microsoft.com/office/drawing/2014/main" id="{632CA189-8213-DDD8-8379-E93BCEE6DC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316" y="2209800"/>
              <a:ext cx="8310625" cy="2904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3" name="Rectangle 1">
              <a:extLst>
                <a:ext uri="{FF2B5EF4-FFF2-40B4-BE49-F238E27FC236}">
                  <a16:creationId xmlns:a16="http://schemas.microsoft.com/office/drawing/2014/main" id="{B5F300BC-398E-C4C0-F079-D79A07168BE5}"/>
                </a:ext>
              </a:extLst>
            </p:cNvPr>
            <p:cNvSpPr>
              <a:spLocks noChangeArrowheads="1"/>
            </p:cNvSpPr>
            <p:nvPr/>
          </p:nvSpPr>
          <p:spPr bwMode="auto">
            <a:xfrm>
              <a:off x="461141" y="2209799"/>
              <a:ext cx="8138160" cy="2834640"/>
            </a:xfrm>
            <a:prstGeom prst="rect">
              <a:avLst/>
            </a:prstGeom>
            <a:noFill/>
            <a:ln w="101600" algn="ctr">
              <a:solidFill>
                <a:srgbClr val="0000CC"/>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endParaRPr lang="en-US" altLang="en-US" sz="3200" b="1" i="1">
                <a:latin typeface="Baby Kruffy"/>
              </a:endParaRPr>
            </a:p>
          </p:txBody>
        </p:sp>
      </p:grpSp>
      <p:sp>
        <p:nvSpPr>
          <p:cNvPr id="50181" name="Slide Number Placeholder 1">
            <a:extLst>
              <a:ext uri="{FF2B5EF4-FFF2-40B4-BE49-F238E27FC236}">
                <a16:creationId xmlns:a16="http://schemas.microsoft.com/office/drawing/2014/main" id="{4C574C80-6507-A7E0-7DE1-EA9A6F206F86}"/>
              </a:ext>
            </a:extLst>
          </p:cNvPr>
          <p:cNvSpPr txBox="1">
            <a:spLocks noGrp="1"/>
          </p:cNvSpPr>
          <p:nvPr/>
        </p:nvSpPr>
        <p:spPr bwMode="auto">
          <a:xfrm>
            <a:off x="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1200" b="1">
                <a:latin typeface="Arial" panose="020B0604020202020204" pitchFamily="34" charset="0"/>
              </a:rPr>
              <a:t>10.</a:t>
            </a:r>
            <a:fld id="{C42B4139-CF43-48E8-9111-60C9727B1D5A}" type="slidenum">
              <a:rPr lang="en-US" altLang="en-US" sz="1200" b="1">
                <a:latin typeface="Arial" panose="020B0604020202020204" pitchFamily="34" charset="0"/>
              </a:rPr>
              <a:pPr eaLnBrk="1" hangingPunct="1"/>
              <a:t>20</a:t>
            </a:fld>
            <a:endParaRPr lang="en-US" altLang="en-US" sz="1200" b="1">
              <a:latin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1">
            <a:extLst>
              <a:ext uri="{FF2B5EF4-FFF2-40B4-BE49-F238E27FC236}">
                <a16:creationId xmlns:a16="http://schemas.microsoft.com/office/drawing/2014/main" id="{909AE41B-1EE0-20E7-DD96-03EAB5EDBDE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BB864490-10DA-4785-A840-B68A8254D2DD}" type="slidenum">
              <a:rPr lang="en-US" altLang="en-US" sz="1200" b="1" smtClean="0">
                <a:latin typeface="Arial" panose="020B0604020202020204" pitchFamily="34" charset="0"/>
              </a:rPr>
              <a:pPr fontAlgn="base">
                <a:spcBef>
                  <a:spcPct val="0"/>
                </a:spcBef>
                <a:spcAft>
                  <a:spcPct val="0"/>
                </a:spcAft>
              </a:pPr>
              <a:t>21</a:t>
            </a:fld>
            <a:endParaRPr lang="en-US" altLang="en-US" sz="1200" b="1">
              <a:latin typeface="Arial" panose="020B0604020202020204" pitchFamily="34" charset="0"/>
            </a:endParaRPr>
          </a:p>
        </p:txBody>
      </p:sp>
      <p:sp>
        <p:nvSpPr>
          <p:cNvPr id="52227" name="Rectangle 14">
            <a:extLst>
              <a:ext uri="{FF2B5EF4-FFF2-40B4-BE49-F238E27FC236}">
                <a16:creationId xmlns:a16="http://schemas.microsoft.com/office/drawing/2014/main" id="{A20AAD4E-62ED-0E1C-4963-FA030DF88EF0}"/>
              </a:ext>
            </a:extLst>
          </p:cNvPr>
          <p:cNvSpPr>
            <a:spLocks noChangeArrowheads="1"/>
          </p:cNvSpPr>
          <p:nvPr/>
        </p:nvSpPr>
        <p:spPr bwMode="auto">
          <a:xfrm>
            <a:off x="152400" y="133350"/>
            <a:ext cx="815340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2000" b="1" i="1">
                <a:solidFill>
                  <a:srgbClr val="FF0000"/>
                </a:solidFill>
                <a:latin typeface="Times-BoldItalic"/>
              </a:rPr>
              <a:t>Figure 10.4:  </a:t>
            </a:r>
            <a:r>
              <a:rPr lang="en-US" altLang="en-US" sz="2000" b="1" i="1">
                <a:latin typeface="Times-BoldItalic"/>
              </a:rPr>
              <a:t>Encoder and decoder for simple parity-check code</a:t>
            </a:r>
          </a:p>
        </p:txBody>
      </p:sp>
      <p:pic>
        <p:nvPicPr>
          <p:cNvPr id="23556" name="Picture 4">
            <a:extLst>
              <a:ext uri="{FF2B5EF4-FFF2-40B4-BE49-F238E27FC236}">
                <a16:creationId xmlns:a16="http://schemas.microsoft.com/office/drawing/2014/main" id="{E8DAB8A6-9A94-F8CC-88A5-66EF28CB53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675" y="1600200"/>
            <a:ext cx="329565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5">
            <a:extLst>
              <a:ext uri="{FF2B5EF4-FFF2-40B4-BE49-F238E27FC236}">
                <a16:creationId xmlns:a16="http://schemas.microsoft.com/office/drawing/2014/main" id="{57023E55-675D-0985-81FC-8533F1D674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45113" y="1600200"/>
            <a:ext cx="3646487"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8" name="Picture 6">
            <a:extLst>
              <a:ext uri="{FF2B5EF4-FFF2-40B4-BE49-F238E27FC236}">
                <a16:creationId xmlns:a16="http://schemas.microsoft.com/office/drawing/2014/main" id="{DB925C81-E2C4-30C6-CF88-8D52475A2A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0" y="4419600"/>
            <a:ext cx="4598988"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9" name="Picture 7">
            <a:extLst>
              <a:ext uri="{FF2B5EF4-FFF2-40B4-BE49-F238E27FC236}">
                <a16:creationId xmlns:a16="http://schemas.microsoft.com/office/drawing/2014/main" id="{5A5E8AC7-B306-1D29-1E66-9C87E7AEC00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62400" y="3902075"/>
            <a:ext cx="9604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55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23558"/>
                                        </p:tgtEl>
                                        <p:attrNameLst>
                                          <p:attrName>style.visibility</p:attrName>
                                        </p:attrNameLst>
                                      </p:cBhvr>
                                      <p:to>
                                        <p:strVal val="visible"/>
                                      </p:to>
                                    </p:set>
                                    <p:animEffect transition="in" filter="wipe(left)">
                                      <p:cBhvr>
                                        <p:cTn id="11" dur="500"/>
                                        <p:tgtEl>
                                          <p:spTgt spid="2355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23557"/>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42" presetClass="entr" presetSubtype="0" fill="hold" nodeType="clickEffect">
                                  <p:stCondLst>
                                    <p:cond delay="0"/>
                                  </p:stCondLst>
                                  <p:childTnLst>
                                    <p:set>
                                      <p:cBhvr>
                                        <p:cTn id="19" dur="1" fill="hold">
                                          <p:stCondLst>
                                            <p:cond delay="0"/>
                                          </p:stCondLst>
                                        </p:cTn>
                                        <p:tgtEl>
                                          <p:spTgt spid="23559"/>
                                        </p:tgtEl>
                                        <p:attrNameLst>
                                          <p:attrName>style.visibility</p:attrName>
                                        </p:attrNameLst>
                                      </p:cBhvr>
                                      <p:to>
                                        <p:strVal val="visible"/>
                                      </p:to>
                                    </p:set>
                                    <p:animEffect transition="in" filter="fade">
                                      <p:cBhvr>
                                        <p:cTn id="20" dur="1000"/>
                                        <p:tgtEl>
                                          <p:spTgt spid="23559"/>
                                        </p:tgtEl>
                                      </p:cBhvr>
                                    </p:animEffect>
                                    <p:anim calcmode="lin" valueType="num">
                                      <p:cBhvr>
                                        <p:cTn id="21" dur="1000" fill="hold"/>
                                        <p:tgtEl>
                                          <p:spTgt spid="23559"/>
                                        </p:tgtEl>
                                        <p:attrNameLst>
                                          <p:attrName>ppt_x</p:attrName>
                                        </p:attrNameLst>
                                      </p:cBhvr>
                                      <p:tavLst>
                                        <p:tav tm="0">
                                          <p:val>
                                            <p:strVal val="#ppt_x"/>
                                          </p:val>
                                        </p:tav>
                                        <p:tav tm="100000">
                                          <p:val>
                                            <p:strVal val="#ppt_x"/>
                                          </p:val>
                                        </p:tav>
                                      </p:tavLst>
                                    </p:anim>
                                    <p:anim calcmode="lin" valueType="num">
                                      <p:cBhvr>
                                        <p:cTn id="22" dur="1000" fill="hold"/>
                                        <p:tgtEl>
                                          <p:spTgt spid="2355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0">
            <a:extLst>
              <a:ext uri="{FF2B5EF4-FFF2-40B4-BE49-F238E27FC236}">
                <a16:creationId xmlns:a16="http://schemas.microsoft.com/office/drawing/2014/main" id="{627FE967-DA1A-BABA-3222-CA84F3C0548E}"/>
              </a:ext>
            </a:extLst>
          </p:cNvPr>
          <p:cNvSpPr txBox="1">
            <a:spLocks noChangeArrowheads="1"/>
          </p:cNvSpPr>
          <p:nvPr/>
        </p:nvSpPr>
        <p:spPr bwMode="auto">
          <a:xfrm>
            <a:off x="76200" y="696913"/>
            <a:ext cx="88392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a:latin typeface="Times New Roman" panose="02020603050405020304" pitchFamily="18" charset="0"/>
                <a:cs typeface="Times New Roman" panose="02020603050405020304" pitchFamily="18" charset="0"/>
              </a:rPr>
              <a:t>Let us look at some transmission scenarios. Assume the sender sends the dataword 1011. The codeword created from this dataword is 10111, which is sent to the receiver. We examine five cases:</a:t>
            </a:r>
          </a:p>
        </p:txBody>
      </p:sp>
      <p:grpSp>
        <p:nvGrpSpPr>
          <p:cNvPr id="54275" name="Group 23">
            <a:extLst>
              <a:ext uri="{FF2B5EF4-FFF2-40B4-BE49-F238E27FC236}">
                <a16:creationId xmlns:a16="http://schemas.microsoft.com/office/drawing/2014/main" id="{ED3F7533-3DE0-C199-7359-B4D6B449F019}"/>
              </a:ext>
            </a:extLst>
          </p:cNvPr>
          <p:cNvGrpSpPr>
            <a:grpSpLocks/>
          </p:cNvGrpSpPr>
          <p:nvPr/>
        </p:nvGrpSpPr>
        <p:grpSpPr bwMode="auto">
          <a:xfrm>
            <a:off x="0" y="0"/>
            <a:ext cx="9144000" cy="609600"/>
            <a:chOff x="0" y="2448"/>
            <a:chExt cx="5760" cy="384"/>
          </a:xfrm>
        </p:grpSpPr>
        <p:sp>
          <p:nvSpPr>
            <p:cNvPr id="54278" name="Rectangle 22">
              <a:extLst>
                <a:ext uri="{FF2B5EF4-FFF2-40B4-BE49-F238E27FC236}">
                  <a16:creationId xmlns:a16="http://schemas.microsoft.com/office/drawing/2014/main" id="{9301E545-4B53-C61E-C1DD-348D8B385AEE}"/>
                </a:ext>
              </a:extLst>
            </p:cNvPr>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endParaRPr lang="en-US" altLang="en-US" sz="3200" b="1" i="1">
                <a:latin typeface="Baby Kruffy"/>
              </a:endParaRPr>
            </a:p>
          </p:txBody>
        </p:sp>
        <p:sp>
          <p:nvSpPr>
            <p:cNvPr id="630799" name="Text Box 15">
              <a:extLst>
                <a:ext uri="{FF2B5EF4-FFF2-40B4-BE49-F238E27FC236}">
                  <a16:creationId xmlns:a16="http://schemas.microsoft.com/office/drawing/2014/main" id="{1E08E33F-E7BD-50E0-2677-5A5747A032E2}"/>
                </a:ext>
              </a:extLst>
            </p:cNvPr>
            <p:cNvSpPr txBox="1">
              <a:spLocks noChangeArrowheads="1"/>
            </p:cNvSpPr>
            <p:nvPr/>
          </p:nvSpPr>
          <p:spPr bwMode="auto">
            <a:xfrm>
              <a:off x="0" y="2448"/>
              <a:ext cx="1866" cy="371"/>
            </a:xfrm>
            <a:prstGeom prst="rect">
              <a:avLst/>
            </a:prstGeom>
            <a:solidFill>
              <a:srgbClr val="2CB843"/>
            </a:solidFill>
            <a:ln w="9525">
              <a:solidFill>
                <a:srgbClr val="00CC00"/>
              </a:solidFill>
              <a:miter lim="800000"/>
              <a:headEnd/>
              <a:tailEnd/>
            </a:ln>
            <a:effectLst/>
          </p:spPr>
          <p:txBody>
            <a:bodyPr wrap="none">
              <a:spAutoFit/>
            </a:bodyPr>
            <a:lstStyle/>
            <a:p>
              <a:pPr eaLnBrk="1" fontAlgn="auto" hangingPunct="1">
                <a:spcBef>
                  <a:spcPts val="0"/>
                </a:spcBef>
                <a:spcAft>
                  <a:spcPts val="0"/>
                </a:spcAft>
                <a:defRPr/>
              </a:pPr>
              <a:r>
                <a:rPr lang="en-US" dirty="0">
                  <a:solidFill>
                    <a:schemeClr val="bg1"/>
                  </a:solidFill>
                  <a:latin typeface="+mj-lt"/>
                  <a:ea typeface="Adobe Gothic Std B" pitchFamily="34" charset="-128"/>
                </a:rPr>
                <a:t>Example 10.7</a:t>
              </a:r>
            </a:p>
          </p:txBody>
        </p:sp>
      </p:grpSp>
      <p:pic>
        <p:nvPicPr>
          <p:cNvPr id="3074" name="Picture 2">
            <a:extLst>
              <a:ext uri="{FF2B5EF4-FFF2-40B4-BE49-F238E27FC236}">
                <a16:creationId xmlns:a16="http://schemas.microsoft.com/office/drawing/2014/main" id="{CF25283F-FC94-ACCB-2589-57A2683BAC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675" y="2557463"/>
            <a:ext cx="8112125" cy="387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7" name="Slide Number Placeholder 1">
            <a:extLst>
              <a:ext uri="{FF2B5EF4-FFF2-40B4-BE49-F238E27FC236}">
                <a16:creationId xmlns:a16="http://schemas.microsoft.com/office/drawing/2014/main" id="{50EC0342-FBDF-6D00-EB36-0987CA0A8AC9}"/>
              </a:ext>
            </a:extLst>
          </p:cNvPr>
          <p:cNvSpPr txBox="1">
            <a:spLocks noGrp="1"/>
          </p:cNvSpPr>
          <p:nvPr/>
        </p:nvSpPr>
        <p:spPr bwMode="auto">
          <a:xfrm>
            <a:off x="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1200" b="1">
                <a:latin typeface="Arial" panose="020B0604020202020204" pitchFamily="34" charset="0"/>
              </a:rPr>
              <a:t>10.</a:t>
            </a:r>
            <a:fld id="{C0CED7F0-37A2-4CFE-9FD1-D7574CFE7EE4}" type="slidenum">
              <a:rPr lang="en-US" altLang="en-US" sz="1200" b="1">
                <a:latin typeface="Arial" panose="020B0604020202020204" pitchFamily="34" charset="0"/>
              </a:rPr>
              <a:pPr eaLnBrk="1" hangingPunct="1"/>
              <a:t>22</a:t>
            </a:fld>
            <a:endParaRPr lang="en-US" altLang="en-US" sz="1200" b="1">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wipe(up)">
                                      <p:cBhvr>
                                        <p:cTn id="7"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1">
            <a:extLst>
              <a:ext uri="{FF2B5EF4-FFF2-40B4-BE49-F238E27FC236}">
                <a16:creationId xmlns:a16="http://schemas.microsoft.com/office/drawing/2014/main" id="{3F096553-8422-3BB4-9859-BE915457F4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fontAlgn="base">
              <a:lnSpc>
                <a:spcPct val="100000"/>
              </a:lnSpc>
              <a:spcBef>
                <a:spcPct val="0"/>
              </a:spcBef>
              <a:spcAft>
                <a:spcPct val="0"/>
              </a:spcAft>
              <a:buClrTx/>
              <a:buSzTx/>
              <a:buFontTx/>
              <a:buNone/>
            </a:pPr>
            <a:r>
              <a:rPr lang="en-US" altLang="en-US" b="1">
                <a:solidFill>
                  <a:schemeClr val="bg2"/>
                </a:solidFill>
                <a:latin typeface="Arial" panose="020B0604020202020204" pitchFamily="34" charset="0"/>
              </a:rPr>
              <a:t>10.</a:t>
            </a:r>
            <a:fld id="{79A4E953-E042-46B1-9102-0B8458B45B00}" type="slidenum">
              <a:rPr lang="en-US" altLang="en-US" b="1" smtClean="0">
                <a:solidFill>
                  <a:schemeClr val="bg2"/>
                </a:solidFill>
                <a:latin typeface="Arial" panose="020B0604020202020204" pitchFamily="34" charset="0"/>
              </a:rPr>
              <a:pPr fontAlgn="base">
                <a:lnSpc>
                  <a:spcPct val="100000"/>
                </a:lnSpc>
                <a:spcBef>
                  <a:spcPct val="0"/>
                </a:spcBef>
                <a:spcAft>
                  <a:spcPct val="0"/>
                </a:spcAft>
                <a:buClrTx/>
                <a:buSzTx/>
                <a:buFontTx/>
                <a:buNone/>
              </a:pPr>
              <a:t>23</a:t>
            </a:fld>
            <a:endParaRPr lang="en-US" altLang="en-US" b="1">
              <a:solidFill>
                <a:schemeClr val="bg2"/>
              </a:solidFill>
              <a:latin typeface="Arial" panose="020B0604020202020204" pitchFamily="34" charset="0"/>
            </a:endParaRPr>
          </a:p>
        </p:txBody>
      </p:sp>
      <p:sp>
        <p:nvSpPr>
          <p:cNvPr id="56323" name="Line 2">
            <a:extLst>
              <a:ext uri="{FF2B5EF4-FFF2-40B4-BE49-F238E27FC236}">
                <a16:creationId xmlns:a16="http://schemas.microsoft.com/office/drawing/2014/main" id="{519E8CC7-6D9F-8B61-2F5E-F6807F013B7B}"/>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24" name="Line 3">
            <a:extLst>
              <a:ext uri="{FF2B5EF4-FFF2-40B4-BE49-F238E27FC236}">
                <a16:creationId xmlns:a16="http://schemas.microsoft.com/office/drawing/2014/main" id="{2E997276-D7CD-B0D4-6316-1C051697E3EB}"/>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25" name="Text Box 4">
            <a:extLst>
              <a:ext uri="{FF2B5EF4-FFF2-40B4-BE49-F238E27FC236}">
                <a16:creationId xmlns:a16="http://schemas.microsoft.com/office/drawing/2014/main" id="{9EA3416B-412E-9DD3-BFDB-7E3A595FC54E}"/>
              </a:ext>
            </a:extLst>
          </p:cNvPr>
          <p:cNvSpPr txBox="1">
            <a:spLocks noChangeArrowheads="1"/>
          </p:cNvSpPr>
          <p:nvPr/>
        </p:nvSpPr>
        <p:spPr bwMode="auto">
          <a:xfrm>
            <a:off x="304800" y="381000"/>
            <a:ext cx="849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eaLnBrk="1" hangingPunct="1">
              <a:lnSpc>
                <a:spcPct val="100000"/>
              </a:lnSpc>
              <a:spcBef>
                <a:spcPct val="0"/>
              </a:spcBef>
              <a:spcAft>
                <a:spcPct val="0"/>
              </a:spcAft>
              <a:buClrTx/>
              <a:buSzTx/>
              <a:buFontTx/>
              <a:buNone/>
            </a:pPr>
            <a:r>
              <a:rPr lang="en-US" altLang="en-US" sz="2400" b="1">
                <a:solidFill>
                  <a:schemeClr val="folHlink"/>
                </a:solidFill>
                <a:latin typeface="Times New Roman" panose="02020603050405020304" pitchFamily="18" charset="0"/>
              </a:rPr>
              <a:t>Figure 10.12  </a:t>
            </a:r>
            <a:r>
              <a:rPr lang="en-US" altLang="en-US" b="1" i="1">
                <a:solidFill>
                  <a:schemeClr val="tx1"/>
                </a:solidFill>
                <a:latin typeface="Times New Roman" panose="02020603050405020304" pitchFamily="18" charset="0"/>
              </a:rPr>
              <a:t>The structure of the encoder and decoder for a Hamming code</a:t>
            </a:r>
          </a:p>
        </p:txBody>
      </p:sp>
      <p:sp>
        <p:nvSpPr>
          <p:cNvPr id="56326" name="Line 5">
            <a:extLst>
              <a:ext uri="{FF2B5EF4-FFF2-40B4-BE49-F238E27FC236}">
                <a16:creationId xmlns:a16="http://schemas.microsoft.com/office/drawing/2014/main" id="{003F589F-A573-038A-298E-89DE2984D01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56327" name="Picture 6">
            <a:extLst>
              <a:ext uri="{FF2B5EF4-FFF2-40B4-BE49-F238E27FC236}">
                <a16:creationId xmlns:a16="http://schemas.microsoft.com/office/drawing/2014/main" id="{7EBF74E6-74AE-CACC-2131-5FC5496F28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763" y="1306513"/>
            <a:ext cx="8656637" cy="454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a:extLst>
              <a:ext uri="{FF2B5EF4-FFF2-40B4-BE49-F238E27FC236}">
                <a16:creationId xmlns:a16="http://schemas.microsoft.com/office/drawing/2014/main" id="{147B6C8A-D2FD-2164-65B4-7DACC98C6FD6}"/>
              </a:ext>
            </a:extLst>
          </p:cNvPr>
          <p:cNvSpPr>
            <a:spLocks noGrp="1"/>
          </p:cNvSpPr>
          <p:nvPr>
            <p:ph type="title"/>
          </p:nvPr>
        </p:nvSpPr>
        <p:spPr/>
        <p:txBody>
          <a:bodyPr/>
          <a:lstStyle/>
          <a:p>
            <a:pPr eaLnBrk="1" fontAlgn="auto" hangingPunct="1">
              <a:spcAft>
                <a:spcPts val="0"/>
              </a:spcAft>
              <a:defRPr/>
            </a:pPr>
            <a:r>
              <a:rPr lang="en-US" altLang="en-US">
                <a:solidFill>
                  <a:schemeClr val="tx1">
                    <a:lumMod val="75000"/>
                    <a:lumOff val="25000"/>
                  </a:schemeClr>
                </a:solidFill>
              </a:rPr>
              <a:t>Hamming Code</a:t>
            </a:r>
          </a:p>
        </p:txBody>
      </p:sp>
      <p:sp>
        <p:nvSpPr>
          <p:cNvPr id="58371" name="Content Placeholder 2">
            <a:extLst>
              <a:ext uri="{FF2B5EF4-FFF2-40B4-BE49-F238E27FC236}">
                <a16:creationId xmlns:a16="http://schemas.microsoft.com/office/drawing/2014/main" id="{09CB04AC-AF7E-973C-C432-FF05ADA67CC6}"/>
              </a:ext>
            </a:extLst>
          </p:cNvPr>
          <p:cNvSpPr>
            <a:spLocks noGrp="1" noChangeArrowheads="1"/>
          </p:cNvSpPr>
          <p:nvPr>
            <p:ph idx="1"/>
          </p:nvPr>
        </p:nvSpPr>
        <p:spPr/>
        <p:txBody>
          <a:bodyPr/>
          <a:lstStyle/>
          <a:p>
            <a:pPr eaLnBrk="1" hangingPunct="1"/>
            <a:r>
              <a:rPr lang="en-US" altLang="en-US" sz="2400"/>
              <a:t>Parity checks are created as follow (using modulo-2)</a:t>
            </a:r>
          </a:p>
          <a:p>
            <a:pPr lvl="1" eaLnBrk="1" hangingPunct="1"/>
            <a:r>
              <a:rPr lang="en-US" altLang="en-US" sz="2400" i="1"/>
              <a:t>r0 = a2 + a1 + a0 </a:t>
            </a:r>
          </a:p>
          <a:p>
            <a:pPr lvl="1" eaLnBrk="1" hangingPunct="1"/>
            <a:r>
              <a:rPr lang="en-US" altLang="en-US" sz="2400" i="1"/>
              <a:t>r1 = a3 + a2 + a1</a:t>
            </a:r>
          </a:p>
          <a:p>
            <a:pPr lvl="1" eaLnBrk="1" hangingPunct="1"/>
            <a:r>
              <a:rPr lang="en-US" altLang="en-US" sz="2400" i="1"/>
              <a:t>r2 = a1 + a0 + a3</a:t>
            </a:r>
          </a:p>
        </p:txBody>
      </p:sp>
      <p:sp>
        <p:nvSpPr>
          <p:cNvPr id="58372" name="Slide Number Placeholder 3">
            <a:extLst>
              <a:ext uri="{FF2B5EF4-FFF2-40B4-BE49-F238E27FC236}">
                <a16:creationId xmlns:a16="http://schemas.microsoft.com/office/drawing/2014/main" id="{39A73E95-8203-4AF0-4724-4F39C212C0F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fontAlgn="base">
              <a:lnSpc>
                <a:spcPct val="100000"/>
              </a:lnSpc>
              <a:spcBef>
                <a:spcPct val="0"/>
              </a:spcBef>
              <a:spcAft>
                <a:spcPct val="0"/>
              </a:spcAft>
              <a:buClrTx/>
              <a:buSzTx/>
              <a:buFontTx/>
              <a:buNone/>
            </a:pPr>
            <a:r>
              <a:rPr lang="en-US" altLang="en-US" b="1">
                <a:solidFill>
                  <a:schemeClr val="bg2"/>
                </a:solidFill>
                <a:latin typeface="Arial" panose="020B0604020202020204" pitchFamily="34" charset="0"/>
              </a:rPr>
              <a:t>10.</a:t>
            </a:r>
            <a:fld id="{47A6FCBA-D8DB-4D74-BFB2-3361F143AC84}" type="slidenum">
              <a:rPr lang="en-US" altLang="en-US" b="1" smtClean="0">
                <a:solidFill>
                  <a:schemeClr val="bg2"/>
                </a:solidFill>
                <a:latin typeface="Arial" panose="020B0604020202020204" pitchFamily="34" charset="0"/>
              </a:rPr>
              <a:pPr fontAlgn="base">
                <a:lnSpc>
                  <a:spcPct val="100000"/>
                </a:lnSpc>
                <a:spcBef>
                  <a:spcPct val="0"/>
                </a:spcBef>
                <a:spcAft>
                  <a:spcPct val="0"/>
                </a:spcAft>
                <a:buClrTx/>
                <a:buSzTx/>
                <a:buFontTx/>
                <a:buNone/>
              </a:pPr>
              <a:t>24</a:t>
            </a:fld>
            <a:endParaRPr lang="en-US" altLang="en-US" b="1">
              <a:solidFill>
                <a:schemeClr val="bg2"/>
              </a:solidFill>
              <a:latin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a:extLst>
              <a:ext uri="{FF2B5EF4-FFF2-40B4-BE49-F238E27FC236}">
                <a16:creationId xmlns:a16="http://schemas.microsoft.com/office/drawing/2014/main" id="{904AE946-3D17-896F-BBA5-F98D1ECB05EC}"/>
              </a:ext>
            </a:extLst>
          </p:cNvPr>
          <p:cNvSpPr>
            <a:spLocks noGrp="1"/>
          </p:cNvSpPr>
          <p:nvPr>
            <p:ph type="title"/>
          </p:nvPr>
        </p:nvSpPr>
        <p:spPr/>
        <p:txBody>
          <a:bodyPr/>
          <a:lstStyle/>
          <a:p>
            <a:pPr eaLnBrk="1" fontAlgn="auto" hangingPunct="1">
              <a:spcAft>
                <a:spcPts val="0"/>
              </a:spcAft>
              <a:defRPr/>
            </a:pPr>
            <a:r>
              <a:rPr lang="en-US" altLang="en-US">
                <a:solidFill>
                  <a:schemeClr val="tx1">
                    <a:lumMod val="75000"/>
                    <a:lumOff val="25000"/>
                  </a:schemeClr>
                </a:solidFill>
              </a:rPr>
              <a:t>Hamming Code</a:t>
            </a:r>
          </a:p>
        </p:txBody>
      </p:sp>
      <p:sp>
        <p:nvSpPr>
          <p:cNvPr id="82947" name="Content Placeholder 2">
            <a:extLst>
              <a:ext uri="{FF2B5EF4-FFF2-40B4-BE49-F238E27FC236}">
                <a16:creationId xmlns:a16="http://schemas.microsoft.com/office/drawing/2014/main" id="{5542156F-F3F5-E995-DC6B-4373A2D52A90}"/>
              </a:ext>
            </a:extLst>
          </p:cNvPr>
          <p:cNvSpPr>
            <a:spLocks noGrp="1"/>
          </p:cNvSpPr>
          <p:nvPr>
            <p:ph idx="1"/>
          </p:nvPr>
        </p:nvSpPr>
        <p:spPr/>
        <p:txBody>
          <a:bodyPr rtlCol="0">
            <a:normAutofit lnSpcReduction="10000"/>
          </a:bodyPr>
          <a:lstStyle/>
          <a:p>
            <a:pPr marL="91440" indent="-91440" eaLnBrk="1" fontAlgn="auto" hangingPunct="1">
              <a:spcAft>
                <a:spcPts val="0"/>
              </a:spcAft>
              <a:buFont typeface="Wingdings 3" charset="2"/>
              <a:buChar char=""/>
              <a:defRPr/>
            </a:pPr>
            <a:r>
              <a:rPr lang="en-US" altLang="en-US" sz="2400" dirty="0">
                <a:solidFill>
                  <a:schemeClr val="tx1">
                    <a:lumMod val="75000"/>
                    <a:lumOff val="25000"/>
                  </a:schemeClr>
                </a:solidFill>
              </a:rPr>
              <a:t>The checker in the decoder creates a 3-bit syndrome (s2s1s0).</a:t>
            </a:r>
          </a:p>
          <a:p>
            <a:pPr marL="91440" indent="-91440" eaLnBrk="1" fontAlgn="auto" hangingPunct="1">
              <a:spcAft>
                <a:spcPts val="0"/>
              </a:spcAft>
              <a:buFont typeface="Wingdings 3" charset="2"/>
              <a:buChar char=""/>
              <a:defRPr/>
            </a:pPr>
            <a:r>
              <a:rPr lang="en-US" altLang="en-US" sz="2400" dirty="0">
                <a:solidFill>
                  <a:schemeClr val="tx1">
                    <a:lumMod val="75000"/>
                    <a:lumOff val="25000"/>
                  </a:schemeClr>
                </a:solidFill>
              </a:rPr>
              <a:t>In which each bit is the parity check for 4 out of the 7 bits in the received </a:t>
            </a:r>
            <a:r>
              <a:rPr lang="en-US" altLang="en-US" sz="2400" dirty="0" err="1">
                <a:solidFill>
                  <a:schemeClr val="tx1">
                    <a:lumMod val="75000"/>
                    <a:lumOff val="25000"/>
                  </a:schemeClr>
                </a:solidFill>
              </a:rPr>
              <a:t>codeword</a:t>
            </a:r>
            <a:r>
              <a:rPr lang="en-US" altLang="en-US" sz="2400" dirty="0">
                <a:solidFill>
                  <a:schemeClr val="tx1">
                    <a:lumMod val="75000"/>
                    <a:lumOff val="25000"/>
                  </a:schemeClr>
                </a:solidFill>
              </a:rPr>
              <a:t>:</a:t>
            </a:r>
          </a:p>
          <a:p>
            <a:pPr marL="91440" indent="-91440" eaLnBrk="1" fontAlgn="auto" hangingPunct="1">
              <a:spcAft>
                <a:spcPts val="0"/>
              </a:spcAft>
              <a:buFont typeface="Wingdings 3" charset="2"/>
              <a:buChar char=""/>
              <a:defRPr/>
            </a:pPr>
            <a:r>
              <a:rPr lang="en-US" altLang="en-US" sz="2400" i="1" dirty="0">
                <a:solidFill>
                  <a:schemeClr val="tx1">
                    <a:lumMod val="75000"/>
                    <a:lumOff val="25000"/>
                  </a:schemeClr>
                </a:solidFill>
              </a:rPr>
              <a:t>s0 = </a:t>
            </a:r>
            <a:r>
              <a:rPr lang="en-US" altLang="en-US" sz="2400" i="1" dirty="0"/>
              <a:t>r0 + a2 + a1 + a0 </a:t>
            </a:r>
          </a:p>
          <a:p>
            <a:pPr marL="91440" indent="-91440" eaLnBrk="1" fontAlgn="auto" hangingPunct="1">
              <a:spcAft>
                <a:spcPts val="0"/>
              </a:spcAft>
              <a:buFont typeface="Wingdings 3" charset="2"/>
              <a:buChar char=""/>
              <a:defRPr/>
            </a:pPr>
            <a:r>
              <a:rPr lang="en-US" altLang="en-US" sz="2400" i="1" dirty="0">
                <a:solidFill>
                  <a:schemeClr val="tx1">
                    <a:lumMod val="75000"/>
                    <a:lumOff val="25000"/>
                  </a:schemeClr>
                </a:solidFill>
              </a:rPr>
              <a:t>s1 = </a:t>
            </a:r>
            <a:r>
              <a:rPr lang="en-US" altLang="en-US" sz="2400" i="1" dirty="0"/>
              <a:t>r1 + a3 + a2 + a1</a:t>
            </a:r>
          </a:p>
          <a:p>
            <a:pPr marL="91440" indent="-91440" eaLnBrk="1" fontAlgn="auto" hangingPunct="1">
              <a:spcAft>
                <a:spcPts val="0"/>
              </a:spcAft>
              <a:buFont typeface="Wingdings 3" charset="2"/>
              <a:buChar char=""/>
              <a:defRPr/>
            </a:pPr>
            <a:r>
              <a:rPr lang="en-US" altLang="en-US" sz="2400" i="1" dirty="0">
                <a:solidFill>
                  <a:schemeClr val="tx1">
                    <a:lumMod val="75000"/>
                    <a:lumOff val="25000"/>
                  </a:schemeClr>
                </a:solidFill>
              </a:rPr>
              <a:t>s2 = </a:t>
            </a:r>
            <a:r>
              <a:rPr lang="en-US" altLang="en-US" sz="2400" i="1" dirty="0"/>
              <a:t>r2 + a1 + a0 + a3</a:t>
            </a:r>
          </a:p>
          <a:p>
            <a:pPr marL="91440" indent="-91440" eaLnBrk="1" fontAlgn="auto" hangingPunct="1">
              <a:spcAft>
                <a:spcPts val="0"/>
              </a:spcAft>
              <a:buFont typeface="Wingdings 3" charset="2"/>
              <a:buChar char=""/>
              <a:defRPr/>
            </a:pPr>
            <a:r>
              <a:rPr lang="en-US" altLang="en-US" sz="2400" dirty="0">
                <a:solidFill>
                  <a:schemeClr val="tx1">
                    <a:lumMod val="75000"/>
                    <a:lumOff val="25000"/>
                  </a:schemeClr>
                </a:solidFill>
              </a:rPr>
              <a:t>The equations used by the checker are the same as those used by the generator with the parity-check bits added to the right-hand side of the equation.</a:t>
            </a:r>
          </a:p>
          <a:p>
            <a:pPr marL="91440" indent="-91440" eaLnBrk="1" fontAlgn="auto" hangingPunct="1">
              <a:spcAft>
                <a:spcPts val="0"/>
              </a:spcAft>
              <a:buFont typeface="Wingdings 3" charset="2"/>
              <a:buChar char=""/>
              <a:defRPr/>
            </a:pPr>
            <a:endParaRPr lang="en-US" altLang="en-US" sz="2400" dirty="0">
              <a:solidFill>
                <a:schemeClr val="tx1">
                  <a:lumMod val="75000"/>
                  <a:lumOff val="25000"/>
                </a:schemeClr>
              </a:solidFill>
            </a:endParaRPr>
          </a:p>
        </p:txBody>
      </p:sp>
      <p:sp>
        <p:nvSpPr>
          <p:cNvPr id="59396" name="Slide Number Placeholder 3">
            <a:extLst>
              <a:ext uri="{FF2B5EF4-FFF2-40B4-BE49-F238E27FC236}">
                <a16:creationId xmlns:a16="http://schemas.microsoft.com/office/drawing/2014/main" id="{FF9B81F8-2604-6B25-17FE-D164FD8680B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fontAlgn="base">
              <a:lnSpc>
                <a:spcPct val="100000"/>
              </a:lnSpc>
              <a:spcBef>
                <a:spcPct val="0"/>
              </a:spcBef>
              <a:spcAft>
                <a:spcPct val="0"/>
              </a:spcAft>
              <a:buClrTx/>
              <a:buSzTx/>
              <a:buFontTx/>
              <a:buNone/>
            </a:pPr>
            <a:r>
              <a:rPr lang="en-US" altLang="en-US" b="1">
                <a:solidFill>
                  <a:schemeClr val="bg2"/>
                </a:solidFill>
                <a:latin typeface="Arial" panose="020B0604020202020204" pitchFamily="34" charset="0"/>
              </a:rPr>
              <a:t>10.</a:t>
            </a:r>
            <a:fld id="{E361C526-AE41-4E42-AFB5-3934947DAAFB}" type="slidenum">
              <a:rPr lang="en-US" altLang="en-US" b="1" smtClean="0">
                <a:solidFill>
                  <a:schemeClr val="bg2"/>
                </a:solidFill>
                <a:latin typeface="Arial" panose="020B0604020202020204" pitchFamily="34" charset="0"/>
              </a:rPr>
              <a:pPr fontAlgn="base">
                <a:lnSpc>
                  <a:spcPct val="100000"/>
                </a:lnSpc>
                <a:spcBef>
                  <a:spcPct val="0"/>
                </a:spcBef>
                <a:spcAft>
                  <a:spcPct val="0"/>
                </a:spcAft>
                <a:buClrTx/>
                <a:buSzTx/>
                <a:buFontTx/>
                <a:buNone/>
              </a:pPr>
              <a:t>25</a:t>
            </a:fld>
            <a:endParaRPr lang="en-US" altLang="en-US" b="1">
              <a:solidFill>
                <a:schemeClr val="bg2"/>
              </a:solidFill>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1">
            <a:extLst>
              <a:ext uri="{FF2B5EF4-FFF2-40B4-BE49-F238E27FC236}">
                <a16:creationId xmlns:a16="http://schemas.microsoft.com/office/drawing/2014/main" id="{1E14F222-D779-BFA5-35FA-AF31C8F9E2A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fontAlgn="base">
              <a:lnSpc>
                <a:spcPct val="100000"/>
              </a:lnSpc>
              <a:spcBef>
                <a:spcPct val="0"/>
              </a:spcBef>
              <a:spcAft>
                <a:spcPct val="0"/>
              </a:spcAft>
              <a:buClrTx/>
              <a:buSzTx/>
              <a:buFontTx/>
              <a:buNone/>
            </a:pPr>
            <a:r>
              <a:rPr lang="en-US" altLang="en-US" b="1">
                <a:solidFill>
                  <a:schemeClr val="bg2"/>
                </a:solidFill>
                <a:latin typeface="Arial" panose="020B0604020202020204" pitchFamily="34" charset="0"/>
              </a:rPr>
              <a:t>10.</a:t>
            </a:r>
            <a:fld id="{D0A89B8D-796C-4A44-B1D9-BA1D525BD71E}" type="slidenum">
              <a:rPr lang="en-US" altLang="en-US" b="1" smtClean="0">
                <a:solidFill>
                  <a:schemeClr val="bg2"/>
                </a:solidFill>
                <a:latin typeface="Arial" panose="020B0604020202020204" pitchFamily="34" charset="0"/>
              </a:rPr>
              <a:pPr fontAlgn="base">
                <a:lnSpc>
                  <a:spcPct val="100000"/>
                </a:lnSpc>
                <a:spcBef>
                  <a:spcPct val="0"/>
                </a:spcBef>
                <a:spcAft>
                  <a:spcPct val="0"/>
                </a:spcAft>
                <a:buClrTx/>
                <a:buSzTx/>
                <a:buFontTx/>
                <a:buNone/>
              </a:pPr>
              <a:t>26</a:t>
            </a:fld>
            <a:endParaRPr lang="en-US" altLang="en-US" b="1">
              <a:solidFill>
                <a:schemeClr val="bg2"/>
              </a:solidFill>
              <a:latin typeface="Arial" panose="020B0604020202020204" pitchFamily="34" charset="0"/>
            </a:endParaRPr>
          </a:p>
        </p:txBody>
      </p:sp>
      <p:sp>
        <p:nvSpPr>
          <p:cNvPr id="60419" name="Text Box 2">
            <a:extLst>
              <a:ext uri="{FF2B5EF4-FFF2-40B4-BE49-F238E27FC236}">
                <a16:creationId xmlns:a16="http://schemas.microsoft.com/office/drawing/2014/main" id="{1B1D214D-B27D-3BB4-301F-0F123CA0BB05}"/>
              </a:ext>
            </a:extLst>
          </p:cNvPr>
          <p:cNvSpPr txBox="1">
            <a:spLocks noChangeArrowheads="1"/>
          </p:cNvSpPr>
          <p:nvPr/>
        </p:nvSpPr>
        <p:spPr bwMode="auto">
          <a:xfrm>
            <a:off x="228600" y="2133600"/>
            <a:ext cx="7373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eaLnBrk="1" hangingPunct="1">
              <a:lnSpc>
                <a:spcPct val="100000"/>
              </a:lnSpc>
              <a:spcBef>
                <a:spcPct val="0"/>
              </a:spcBef>
              <a:spcAft>
                <a:spcPct val="0"/>
              </a:spcAft>
              <a:buClrTx/>
              <a:buSzTx/>
              <a:buFontTx/>
              <a:buNone/>
            </a:pPr>
            <a:r>
              <a:rPr lang="en-US" altLang="en-US" sz="2400" b="1">
                <a:solidFill>
                  <a:schemeClr val="folHlink"/>
                </a:solidFill>
                <a:latin typeface="Times New Roman" panose="02020603050405020304" pitchFamily="18" charset="0"/>
              </a:rPr>
              <a:t>Table 10.5  </a:t>
            </a:r>
            <a:r>
              <a:rPr lang="en-US" altLang="en-US" b="1" i="1">
                <a:solidFill>
                  <a:schemeClr val="tx1"/>
                </a:solidFill>
                <a:latin typeface="Times New Roman" panose="02020603050405020304" pitchFamily="18" charset="0"/>
              </a:rPr>
              <a:t>Logical decision made by the correction logic analyzer</a:t>
            </a:r>
          </a:p>
        </p:txBody>
      </p:sp>
      <p:pic>
        <p:nvPicPr>
          <p:cNvPr id="60420" name="Picture 4">
            <a:extLst>
              <a:ext uri="{FF2B5EF4-FFF2-40B4-BE49-F238E27FC236}">
                <a16:creationId xmlns:a16="http://schemas.microsoft.com/office/drawing/2014/main" id="{3BFF467C-7135-EAA8-EE2C-DC9843FB6E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75" y="2686050"/>
            <a:ext cx="891222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9F10F9E-F9E1-0832-540B-BE5629169B82}"/>
              </a:ext>
            </a:extLst>
          </p:cNvPr>
          <p:cNvSpPr txBox="1">
            <a:spLocks noChangeArrowheads="1"/>
          </p:cNvSpPr>
          <p:nvPr/>
        </p:nvSpPr>
        <p:spPr bwMode="auto">
          <a:xfrm>
            <a:off x="1143000" y="3733800"/>
            <a:ext cx="7405688"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eaLnBrk="1" hangingPunct="1">
              <a:lnSpc>
                <a:spcPct val="100000"/>
              </a:lnSpc>
              <a:spcBef>
                <a:spcPct val="0"/>
              </a:spcBef>
              <a:spcAft>
                <a:spcPct val="0"/>
              </a:spcAft>
              <a:buClrTx/>
              <a:buSzTx/>
              <a:buFontTx/>
              <a:buNone/>
            </a:pPr>
            <a:r>
              <a:rPr lang="en-US" altLang="en-US" sz="3200" b="1" i="1">
                <a:solidFill>
                  <a:srgbClr val="3366FF"/>
                </a:solidFill>
                <a:latin typeface="Times New Roman" panose="02020603050405020304" pitchFamily="18" charset="0"/>
              </a:rPr>
              <a:t>Hamming code C(7, 4) can :</a:t>
            </a:r>
          </a:p>
          <a:p>
            <a:pPr eaLnBrk="1" hangingPunct="1">
              <a:lnSpc>
                <a:spcPct val="100000"/>
              </a:lnSpc>
              <a:spcBef>
                <a:spcPct val="0"/>
              </a:spcBef>
              <a:spcAft>
                <a:spcPct val="0"/>
              </a:spcAft>
              <a:buClrTx/>
              <a:buSzTx/>
              <a:buFont typeface="Arial" panose="020B0604020202020204" pitchFamily="34" charset="0"/>
              <a:buChar char="•"/>
            </a:pPr>
            <a:r>
              <a:rPr lang="en-US" altLang="en-US" sz="3200" b="1" i="1">
                <a:solidFill>
                  <a:srgbClr val="3366FF"/>
                </a:solidFill>
                <a:latin typeface="Times New Roman" panose="02020603050405020304" pitchFamily="18" charset="0"/>
              </a:rPr>
              <a:t>    detect up to 2-bit error             (d</a:t>
            </a:r>
            <a:r>
              <a:rPr lang="en-US" altLang="en-US" sz="3200" b="1" i="1" baseline="-25000">
                <a:solidFill>
                  <a:srgbClr val="3366FF"/>
                </a:solidFill>
                <a:latin typeface="Times New Roman" panose="02020603050405020304" pitchFamily="18" charset="0"/>
              </a:rPr>
              <a:t>min</a:t>
            </a:r>
            <a:r>
              <a:rPr lang="en-US" altLang="en-US" sz="3200" b="1" i="1">
                <a:solidFill>
                  <a:srgbClr val="3366FF"/>
                </a:solidFill>
                <a:latin typeface="Times New Roman" panose="02020603050405020304" pitchFamily="18" charset="0"/>
              </a:rPr>
              <a:t> -1)</a:t>
            </a:r>
          </a:p>
          <a:p>
            <a:pPr eaLnBrk="1" hangingPunct="1">
              <a:lnSpc>
                <a:spcPct val="100000"/>
              </a:lnSpc>
              <a:spcBef>
                <a:spcPct val="0"/>
              </a:spcBef>
              <a:spcAft>
                <a:spcPct val="0"/>
              </a:spcAft>
              <a:buClrTx/>
              <a:buSzTx/>
              <a:buFont typeface="Arial" panose="020B0604020202020204" pitchFamily="34" charset="0"/>
              <a:buChar char="•"/>
            </a:pPr>
            <a:r>
              <a:rPr lang="en-US" altLang="en-US" sz="3200" b="1" i="1">
                <a:solidFill>
                  <a:srgbClr val="3366FF"/>
                </a:solidFill>
                <a:latin typeface="Times New Roman" panose="02020603050405020304" pitchFamily="18" charset="0"/>
              </a:rPr>
              <a:t>    can correct up to 1 bit error    (d</a:t>
            </a:r>
            <a:r>
              <a:rPr lang="en-US" altLang="en-US" sz="3200" b="1" i="1" baseline="-25000">
                <a:solidFill>
                  <a:srgbClr val="3366FF"/>
                </a:solidFill>
                <a:latin typeface="Times New Roman" panose="02020603050405020304" pitchFamily="18" charset="0"/>
              </a:rPr>
              <a:t>min</a:t>
            </a:r>
            <a:r>
              <a:rPr lang="en-US" altLang="en-US" sz="3200" b="1" i="1">
                <a:solidFill>
                  <a:srgbClr val="3366FF"/>
                </a:solidFill>
                <a:latin typeface="Times New Roman" panose="02020603050405020304" pitchFamily="18" charset="0"/>
              </a:rPr>
              <a:t>-1)/2</a:t>
            </a:r>
            <a:endParaRPr lang="en-US" altLang="en-US" sz="3200" b="1">
              <a:solidFill>
                <a:srgbClr val="3366FF"/>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1">
            <a:extLst>
              <a:ext uri="{FF2B5EF4-FFF2-40B4-BE49-F238E27FC236}">
                <a16:creationId xmlns:a16="http://schemas.microsoft.com/office/drawing/2014/main" id="{D5D766E5-A2DF-9AAB-DB6C-230C5D7FB74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fontAlgn="base">
              <a:lnSpc>
                <a:spcPct val="100000"/>
              </a:lnSpc>
              <a:spcBef>
                <a:spcPct val="0"/>
              </a:spcBef>
              <a:spcAft>
                <a:spcPct val="0"/>
              </a:spcAft>
              <a:buClrTx/>
              <a:buSzTx/>
              <a:buFontTx/>
              <a:buNone/>
            </a:pPr>
            <a:r>
              <a:rPr lang="en-US" altLang="en-US" b="1">
                <a:solidFill>
                  <a:schemeClr val="bg2"/>
                </a:solidFill>
                <a:latin typeface="Arial" panose="020B0604020202020204" pitchFamily="34" charset="0"/>
              </a:rPr>
              <a:t>10.</a:t>
            </a:r>
            <a:fld id="{1F9C2967-4300-4B6D-857B-54135BD227FC}" type="slidenum">
              <a:rPr lang="en-US" altLang="en-US" b="1" smtClean="0">
                <a:solidFill>
                  <a:schemeClr val="bg2"/>
                </a:solidFill>
                <a:latin typeface="Arial" panose="020B0604020202020204" pitchFamily="34" charset="0"/>
              </a:rPr>
              <a:pPr fontAlgn="base">
                <a:lnSpc>
                  <a:spcPct val="100000"/>
                </a:lnSpc>
                <a:spcBef>
                  <a:spcPct val="0"/>
                </a:spcBef>
                <a:spcAft>
                  <a:spcPct val="0"/>
                </a:spcAft>
                <a:buClrTx/>
                <a:buSzTx/>
                <a:buFontTx/>
                <a:buNone/>
              </a:pPr>
              <a:t>27</a:t>
            </a:fld>
            <a:endParaRPr lang="en-US" altLang="en-US" b="1">
              <a:solidFill>
                <a:schemeClr val="bg2"/>
              </a:solidFill>
              <a:latin typeface="Arial" panose="020B0604020202020204" pitchFamily="34" charset="0"/>
            </a:endParaRPr>
          </a:p>
        </p:txBody>
      </p:sp>
      <p:sp>
        <p:nvSpPr>
          <p:cNvPr id="62467" name="Line 2">
            <a:extLst>
              <a:ext uri="{FF2B5EF4-FFF2-40B4-BE49-F238E27FC236}">
                <a16:creationId xmlns:a16="http://schemas.microsoft.com/office/drawing/2014/main" id="{7635B5D7-116F-89C9-8115-6C62AF74749C}"/>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68" name="Line 3">
            <a:extLst>
              <a:ext uri="{FF2B5EF4-FFF2-40B4-BE49-F238E27FC236}">
                <a16:creationId xmlns:a16="http://schemas.microsoft.com/office/drawing/2014/main" id="{1AA68C76-6F73-CFC3-4AAF-870F66BD1C12}"/>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69" name="Text Box 4">
            <a:extLst>
              <a:ext uri="{FF2B5EF4-FFF2-40B4-BE49-F238E27FC236}">
                <a16:creationId xmlns:a16="http://schemas.microsoft.com/office/drawing/2014/main" id="{9899B852-A13E-88C3-2599-E31C3A7A0EC1}"/>
              </a:ext>
            </a:extLst>
          </p:cNvPr>
          <p:cNvSpPr txBox="1">
            <a:spLocks noChangeArrowheads="1"/>
          </p:cNvSpPr>
          <p:nvPr/>
        </p:nvSpPr>
        <p:spPr bwMode="auto">
          <a:xfrm>
            <a:off x="304800" y="381000"/>
            <a:ext cx="6573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eaLnBrk="1" hangingPunct="1">
              <a:lnSpc>
                <a:spcPct val="100000"/>
              </a:lnSpc>
              <a:spcBef>
                <a:spcPct val="0"/>
              </a:spcBef>
              <a:spcAft>
                <a:spcPct val="0"/>
              </a:spcAft>
              <a:buClrTx/>
              <a:buSzTx/>
              <a:buFontTx/>
              <a:buNone/>
            </a:pPr>
            <a:r>
              <a:rPr lang="en-US" altLang="en-US" sz="2400" b="1">
                <a:solidFill>
                  <a:schemeClr val="folHlink"/>
                </a:solidFill>
                <a:latin typeface="Times New Roman" panose="02020603050405020304" pitchFamily="18" charset="0"/>
              </a:rPr>
              <a:t>Figure 10.13  </a:t>
            </a:r>
            <a:r>
              <a:rPr lang="en-US" altLang="en-US" b="1" i="1">
                <a:solidFill>
                  <a:schemeClr val="tx1"/>
                </a:solidFill>
                <a:latin typeface="Times New Roman" panose="02020603050405020304" pitchFamily="18" charset="0"/>
              </a:rPr>
              <a:t>Burst error correction using Hamming code</a:t>
            </a:r>
          </a:p>
        </p:txBody>
      </p:sp>
      <p:sp>
        <p:nvSpPr>
          <p:cNvPr id="62470" name="Line 5">
            <a:extLst>
              <a:ext uri="{FF2B5EF4-FFF2-40B4-BE49-F238E27FC236}">
                <a16:creationId xmlns:a16="http://schemas.microsoft.com/office/drawing/2014/main" id="{84A3ADC4-C9DA-AFD3-20DF-4026F9299072}"/>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62471" name="Picture 6">
            <a:extLst>
              <a:ext uri="{FF2B5EF4-FFF2-40B4-BE49-F238E27FC236}">
                <a16:creationId xmlns:a16="http://schemas.microsoft.com/office/drawing/2014/main" id="{CEB1F315-08D3-B8AC-B9D6-D57AAF6259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425" y="1066800"/>
            <a:ext cx="7724775"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72" name="TextBox 7">
            <a:extLst>
              <a:ext uri="{FF2B5EF4-FFF2-40B4-BE49-F238E27FC236}">
                <a16:creationId xmlns:a16="http://schemas.microsoft.com/office/drawing/2014/main" id="{9D30E2E6-F0F3-35D0-54C7-FA6049EB9692}"/>
              </a:ext>
            </a:extLst>
          </p:cNvPr>
          <p:cNvSpPr txBox="1">
            <a:spLocks noChangeArrowheads="1"/>
          </p:cNvSpPr>
          <p:nvPr/>
        </p:nvSpPr>
        <p:spPr bwMode="auto">
          <a:xfrm>
            <a:off x="1219200" y="6319838"/>
            <a:ext cx="67976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Trebuchet MS" panose="020B0603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Trebuchet MS" panose="020B0603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Trebuchet MS" panose="020B0603020202020204" pitchFamily="34" charset="0"/>
              </a:defRPr>
            </a:lvl9pPr>
          </a:lstStyle>
          <a:p>
            <a:pPr eaLnBrk="1" hangingPunct="1">
              <a:lnSpc>
                <a:spcPct val="100000"/>
              </a:lnSpc>
              <a:spcBef>
                <a:spcPct val="0"/>
              </a:spcBef>
              <a:spcAft>
                <a:spcPct val="0"/>
              </a:spcAft>
              <a:buClrTx/>
              <a:buSzTx/>
              <a:buFontTx/>
              <a:buNone/>
            </a:pPr>
            <a:r>
              <a:rPr lang="en-US" altLang="en-US" sz="2400" b="1">
                <a:solidFill>
                  <a:srgbClr val="3366FF"/>
                </a:solidFill>
                <a:latin typeface="Arial" panose="020B0604020202020204" pitchFamily="34" charset="0"/>
              </a:rPr>
              <a:t>Split burst error between multiple codewords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4" name="Slide Number Placeholder 1">
            <a:extLst>
              <a:ext uri="{FF2B5EF4-FFF2-40B4-BE49-F238E27FC236}">
                <a16:creationId xmlns:a16="http://schemas.microsoft.com/office/drawing/2014/main" id="{FD6589B1-EF01-C5D7-8A3F-0C6A38CBEFF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1C59FB2B-7147-4A71-952C-84B455740C23}" type="slidenum">
              <a:rPr lang="en-US" altLang="en-US" sz="1200" b="1" smtClean="0">
                <a:latin typeface="Arial" panose="020B0604020202020204" pitchFamily="34" charset="0"/>
              </a:rPr>
              <a:pPr fontAlgn="base">
                <a:spcBef>
                  <a:spcPct val="0"/>
                </a:spcBef>
                <a:spcAft>
                  <a:spcPct val="0"/>
                </a:spcAft>
              </a:pPr>
              <a:t>28</a:t>
            </a:fld>
            <a:endParaRPr lang="en-US" altLang="en-US" sz="1200" b="1">
              <a:latin typeface="Arial" panose="020B0604020202020204" pitchFamily="34" charset="0"/>
            </a:endParaRPr>
          </a:p>
        </p:txBody>
      </p:sp>
      <p:sp>
        <p:nvSpPr>
          <p:cNvPr id="911362" name="Rectangle 2">
            <a:extLst>
              <a:ext uri="{FF2B5EF4-FFF2-40B4-BE49-F238E27FC236}">
                <a16:creationId xmlns:a16="http://schemas.microsoft.com/office/drawing/2014/main" id="{34FB89B6-4136-7AEF-F39D-1C52CE7BA337}"/>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eaLnBrk="1" fontAlgn="auto" hangingPunct="1">
              <a:spcBef>
                <a:spcPts val="0"/>
              </a:spcBef>
              <a:spcAft>
                <a:spcPts val="0"/>
              </a:spcAft>
              <a:defRPr/>
            </a:pPr>
            <a:endParaRPr lang="en-US" dirty="0">
              <a:effectLst>
                <a:outerShdw blurRad="38100" dist="38100" dir="2700000" algn="tl">
                  <a:srgbClr val="FFFFFF"/>
                </a:outerShdw>
              </a:effectLst>
              <a:latin typeface="Times New Roman" pitchFamily="18" charset="0"/>
            </a:endParaRPr>
          </a:p>
        </p:txBody>
      </p:sp>
      <p:sp>
        <p:nvSpPr>
          <p:cNvPr id="911363" name="Text Box 3">
            <a:extLst>
              <a:ext uri="{FF2B5EF4-FFF2-40B4-BE49-F238E27FC236}">
                <a16:creationId xmlns:a16="http://schemas.microsoft.com/office/drawing/2014/main" id="{058F319A-80B5-46F0-5A7A-930F9C182F61}"/>
              </a:ext>
            </a:extLst>
          </p:cNvPr>
          <p:cNvSpPr txBox="1">
            <a:spLocks noChangeArrowheads="1"/>
          </p:cNvSpPr>
          <p:nvPr/>
        </p:nvSpPr>
        <p:spPr bwMode="auto">
          <a:xfrm>
            <a:off x="228600" y="406400"/>
            <a:ext cx="4340225" cy="1066800"/>
          </a:xfrm>
          <a:prstGeom prst="rect">
            <a:avLst/>
          </a:prstGeom>
          <a:noFill/>
          <a:ln w="9525">
            <a:noFill/>
            <a:miter lim="800000"/>
            <a:headEnd/>
            <a:tailEnd/>
          </a:ln>
          <a:effectLst/>
        </p:spPr>
        <p:txBody>
          <a:bodyPr wrap="none">
            <a:spAutoFit/>
          </a:bodyPr>
          <a:lstStyle/>
          <a:p>
            <a:pPr marL="0" lvl="2" eaLnBrk="1" fontAlgn="auto" hangingPunct="1">
              <a:spcBef>
                <a:spcPts val="0"/>
              </a:spcBef>
              <a:spcAft>
                <a:spcPts val="0"/>
              </a:spcAft>
              <a:defRPr/>
            </a:pPr>
            <a:r>
              <a:rPr lang="en-US" dirty="0">
                <a:effectLst>
                  <a:outerShdw blurRad="38100" dist="38100" dir="2700000" algn="tl">
                    <a:srgbClr val="C0C0C0"/>
                  </a:outerShdw>
                </a:effectLst>
                <a:latin typeface="Times" pitchFamily="18" charset="0"/>
              </a:rPr>
              <a:t>10-3   CYCLIC CODES</a:t>
            </a:r>
          </a:p>
          <a:p>
            <a:pPr marL="0" lvl="2" eaLnBrk="1" fontAlgn="auto" hangingPunct="1">
              <a:spcBef>
                <a:spcPts val="0"/>
              </a:spcBef>
              <a:spcAft>
                <a:spcPts val="0"/>
              </a:spcAft>
              <a:defRPr/>
            </a:pPr>
            <a:endParaRPr lang="en-US" dirty="0">
              <a:effectLst>
                <a:outerShdw blurRad="38100" dist="38100" dir="2700000" algn="tl">
                  <a:srgbClr val="C0C0C0"/>
                </a:outerShdw>
              </a:effectLst>
              <a:latin typeface="Times" pitchFamily="18" charset="0"/>
            </a:endParaRPr>
          </a:p>
        </p:txBody>
      </p:sp>
      <p:sp>
        <p:nvSpPr>
          <p:cNvPr id="64517" name="Text Box 4">
            <a:extLst>
              <a:ext uri="{FF2B5EF4-FFF2-40B4-BE49-F238E27FC236}">
                <a16:creationId xmlns:a16="http://schemas.microsoft.com/office/drawing/2014/main" id="{2F0F1D37-54AA-AC1A-29DB-CD62EFAB8ABA}"/>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endParaRPr lang="en-US" altLang="en-US" b="1">
              <a:latin typeface="Times New Roman" panose="02020603050405020304" pitchFamily="18" charset="0"/>
            </a:endParaRPr>
          </a:p>
        </p:txBody>
      </p:sp>
      <p:sp>
        <p:nvSpPr>
          <p:cNvPr id="64518" name="Rectangle 8">
            <a:extLst>
              <a:ext uri="{FF2B5EF4-FFF2-40B4-BE49-F238E27FC236}">
                <a16:creationId xmlns:a16="http://schemas.microsoft.com/office/drawing/2014/main" id="{59DC221F-1238-2BFE-B57C-C88936756AB4}"/>
              </a:ext>
            </a:extLst>
          </p:cNvPr>
          <p:cNvSpPr>
            <a:spLocks noChangeArrowheads="1"/>
          </p:cNvSpPr>
          <p:nvPr/>
        </p:nvSpPr>
        <p:spPr bwMode="auto">
          <a:xfrm>
            <a:off x="381000" y="1658938"/>
            <a:ext cx="8077200" cy="350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3200" b="1" i="1">
                <a:latin typeface="Times-Roman"/>
              </a:rPr>
              <a:t>Cyclic codes are special linear block codes with one extra property. In a cyclic code, if a codeword is cyclically shifted (rotated), the result is another codeword. For example, if 1011000 is a codeword and we cyclically left-shift, then 0110001 is also a codeword.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Number Placeholder 1">
            <a:extLst>
              <a:ext uri="{FF2B5EF4-FFF2-40B4-BE49-F238E27FC236}">
                <a16:creationId xmlns:a16="http://schemas.microsoft.com/office/drawing/2014/main" id="{471E3A4F-48B4-444C-FEBC-A3EE2D48178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3021C614-113A-4A95-B07E-F819DF8B6008}" type="slidenum">
              <a:rPr lang="en-US" altLang="en-US" sz="1200" b="1" smtClean="0">
                <a:latin typeface="Arial" panose="020B0604020202020204" pitchFamily="34" charset="0"/>
              </a:rPr>
              <a:pPr fontAlgn="base">
                <a:spcBef>
                  <a:spcPct val="0"/>
                </a:spcBef>
                <a:spcAft>
                  <a:spcPct val="0"/>
                </a:spcAft>
              </a:pPr>
              <a:t>29</a:t>
            </a:fld>
            <a:endParaRPr lang="en-US" altLang="en-US" sz="1200" b="1">
              <a:latin typeface="Arial" panose="020B0604020202020204" pitchFamily="34" charset="0"/>
            </a:endParaRPr>
          </a:p>
        </p:txBody>
      </p:sp>
      <p:sp>
        <p:nvSpPr>
          <p:cNvPr id="66563" name="Rectangle 2">
            <a:extLst>
              <a:ext uri="{FF2B5EF4-FFF2-40B4-BE49-F238E27FC236}">
                <a16:creationId xmlns:a16="http://schemas.microsoft.com/office/drawing/2014/main" id="{C707A994-E97E-2127-5561-D365C9151926}"/>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66564" name="Rectangle 3">
            <a:extLst>
              <a:ext uri="{FF2B5EF4-FFF2-40B4-BE49-F238E27FC236}">
                <a16:creationId xmlns:a16="http://schemas.microsoft.com/office/drawing/2014/main" id="{2F0D5535-7E07-D2E4-75B6-1E0F34A5FF5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66565" name="Rectangle 4">
            <a:extLst>
              <a:ext uri="{FF2B5EF4-FFF2-40B4-BE49-F238E27FC236}">
                <a16:creationId xmlns:a16="http://schemas.microsoft.com/office/drawing/2014/main" id="{F983F9D3-7013-946A-E4ED-8811FC5C81D7}"/>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66566" name="Rectangle 5">
            <a:extLst>
              <a:ext uri="{FF2B5EF4-FFF2-40B4-BE49-F238E27FC236}">
                <a16:creationId xmlns:a16="http://schemas.microsoft.com/office/drawing/2014/main" id="{36A5CA39-B19D-069B-7D75-504088F6C0D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66567" name="Rectangle 6">
            <a:extLst>
              <a:ext uri="{FF2B5EF4-FFF2-40B4-BE49-F238E27FC236}">
                <a16:creationId xmlns:a16="http://schemas.microsoft.com/office/drawing/2014/main" id="{A07019E1-43E4-8103-FFB4-52889AE2842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66568" name="Rectangle 7">
            <a:extLst>
              <a:ext uri="{FF2B5EF4-FFF2-40B4-BE49-F238E27FC236}">
                <a16:creationId xmlns:a16="http://schemas.microsoft.com/office/drawing/2014/main" id="{45FD3554-958C-CF5D-529B-B339A0EE8E8B}"/>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66569" name="Rectangle 8">
            <a:extLst>
              <a:ext uri="{FF2B5EF4-FFF2-40B4-BE49-F238E27FC236}">
                <a16:creationId xmlns:a16="http://schemas.microsoft.com/office/drawing/2014/main" id="{D1FDCE31-2A56-C654-24BE-56D2A3BAD51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202" name="Text Box 9">
            <a:extLst>
              <a:ext uri="{FF2B5EF4-FFF2-40B4-BE49-F238E27FC236}">
                <a16:creationId xmlns:a16="http://schemas.microsoft.com/office/drawing/2014/main" id="{F0339F70-C71B-30D1-2B12-EF1B8926B950}"/>
              </a:ext>
            </a:extLst>
          </p:cNvPr>
          <p:cNvSpPr txBox="1">
            <a:spLocks noChangeArrowheads="1"/>
          </p:cNvSpPr>
          <p:nvPr/>
        </p:nvSpPr>
        <p:spPr bwMode="auto">
          <a:xfrm>
            <a:off x="1143000" y="0"/>
            <a:ext cx="6508750" cy="641350"/>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1" fontAlgn="auto" hangingPunct="1">
              <a:spcBef>
                <a:spcPts val="0"/>
              </a:spcBef>
              <a:spcAft>
                <a:spcPts val="0"/>
              </a:spcAft>
              <a:defRPr/>
            </a:pPr>
            <a:r>
              <a:rPr lang="en-US" sz="3600" dirty="0">
                <a:solidFill>
                  <a:schemeClr val="hlink"/>
                </a:solidFill>
                <a:effectLst>
                  <a:outerShdw blurRad="38100" dist="38100" dir="2700000" algn="tl">
                    <a:srgbClr val="000000">
                      <a:alpha val="43137"/>
                    </a:srgbClr>
                  </a:outerShdw>
                </a:effectLst>
                <a:latin typeface="Times New Roman" pitchFamily="18" charset="0"/>
              </a:rPr>
              <a:t>10.3.1  Cyclic Redundancy Check</a:t>
            </a:r>
          </a:p>
        </p:txBody>
      </p:sp>
      <p:sp>
        <p:nvSpPr>
          <p:cNvPr id="66571" name="Rectangle 10">
            <a:extLst>
              <a:ext uri="{FF2B5EF4-FFF2-40B4-BE49-F238E27FC236}">
                <a16:creationId xmlns:a16="http://schemas.microsoft.com/office/drawing/2014/main" id="{7CD0B208-30C0-BB1B-A40F-CCA38BB55611}"/>
              </a:ext>
            </a:extLst>
          </p:cNvPr>
          <p:cNvSpPr>
            <a:spLocks noChangeArrowheads="1"/>
          </p:cNvSpPr>
          <p:nvPr/>
        </p:nvSpPr>
        <p:spPr bwMode="auto">
          <a:xfrm>
            <a:off x="381000" y="1293813"/>
            <a:ext cx="7924800" cy="2654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b="1" i="1">
                <a:latin typeface="Times New Roman" panose="02020603050405020304" pitchFamily="18" charset="0"/>
              </a:rPr>
              <a:t>We can create cyclic codes to correct errors. However, the theoretical background required is beyond the scope of this book. In this section, we simply discuss a subset of cyclic codes called the cyclic redundancy check (CRC), which is used in networks such as LANs and WANs.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14">
            <a:extLst>
              <a:ext uri="{FF2B5EF4-FFF2-40B4-BE49-F238E27FC236}">
                <a16:creationId xmlns:a16="http://schemas.microsoft.com/office/drawing/2014/main" id="{A820CE3C-EB44-97FA-6C58-A2A1EDCE58E5}"/>
              </a:ext>
            </a:extLst>
          </p:cNvPr>
          <p:cNvSpPr>
            <a:spLocks noChangeArrowheads="1"/>
          </p:cNvSpPr>
          <p:nvPr/>
        </p:nvSpPr>
        <p:spPr bwMode="auto">
          <a:xfrm>
            <a:off x="838200" y="71438"/>
            <a:ext cx="8153400" cy="457200"/>
          </a:xfrm>
          <a:prstGeom prst="rect">
            <a:avLst/>
          </a:prstGeom>
          <a:solidFill>
            <a:sysClr val="window" lastClr="FFFFFF"/>
          </a:solidFill>
          <a:ln>
            <a:noFill/>
          </a:ln>
        </p:spPr>
        <p:txBody>
          <a:bodyPr>
            <a:spAutoFit/>
          </a:bodyPr>
          <a:lstStyle/>
          <a:p>
            <a:pPr eaLnBrk="1" fontAlgn="auto" hangingPunct="1">
              <a:spcBef>
                <a:spcPts val="0"/>
              </a:spcBef>
              <a:spcAft>
                <a:spcPts val="0"/>
              </a:spcAft>
              <a:defRPr/>
            </a:pPr>
            <a:r>
              <a:rPr lang="en-US" sz="2400" kern="0" dirty="0">
                <a:solidFill>
                  <a:srgbClr val="FF0000"/>
                </a:solidFill>
                <a:latin typeface="Times-BoldItalic"/>
              </a:rPr>
              <a:t>Table 10.3</a:t>
            </a:r>
            <a:r>
              <a:rPr lang="en-US" sz="2000" kern="0" dirty="0">
                <a:solidFill>
                  <a:srgbClr val="FF0000"/>
                </a:solidFill>
                <a:latin typeface="Times-BoldItalic"/>
              </a:rPr>
              <a:t>:  </a:t>
            </a:r>
            <a:r>
              <a:rPr lang="en-US" sz="2000" kern="0" dirty="0">
                <a:solidFill>
                  <a:srgbClr val="002060"/>
                </a:solidFill>
                <a:latin typeface="Times-BoldItalic"/>
              </a:rPr>
              <a:t>A CRC code with C(7, 4)</a:t>
            </a:r>
          </a:p>
        </p:txBody>
      </p:sp>
      <p:grpSp>
        <p:nvGrpSpPr>
          <p:cNvPr id="28" name="Group 11">
            <a:extLst>
              <a:ext uri="{FF2B5EF4-FFF2-40B4-BE49-F238E27FC236}">
                <a16:creationId xmlns:a16="http://schemas.microsoft.com/office/drawing/2014/main" id="{34D95383-541B-7A0C-E112-54E9F0E1F277}"/>
              </a:ext>
            </a:extLst>
          </p:cNvPr>
          <p:cNvGrpSpPr>
            <a:grpSpLocks/>
          </p:cNvGrpSpPr>
          <p:nvPr/>
        </p:nvGrpSpPr>
        <p:grpSpPr bwMode="auto">
          <a:xfrm>
            <a:off x="3941" y="0"/>
            <a:ext cx="685800" cy="533400"/>
            <a:chOff x="144" y="144"/>
            <a:chExt cx="432" cy="336"/>
          </a:xfrm>
          <a:solidFill>
            <a:srgbClr val="3366FF"/>
          </a:solidFill>
        </p:grpSpPr>
        <p:grpSp>
          <p:nvGrpSpPr>
            <p:cNvPr id="29" name="Group 12">
              <a:extLst>
                <a:ext uri="{FF2B5EF4-FFF2-40B4-BE49-F238E27FC236}">
                  <a16:creationId xmlns:a16="http://schemas.microsoft.com/office/drawing/2014/main" id="{C26E5D72-C8C0-BF2F-4C5D-49130443E2B8}"/>
                </a:ext>
              </a:extLst>
            </p:cNvPr>
            <p:cNvGrpSpPr>
              <a:grpSpLocks/>
            </p:cNvGrpSpPr>
            <p:nvPr/>
          </p:nvGrpSpPr>
          <p:grpSpPr bwMode="auto">
            <a:xfrm>
              <a:off x="144" y="256"/>
              <a:ext cx="432" cy="112"/>
              <a:chOff x="288" y="256"/>
              <a:chExt cx="432" cy="112"/>
            </a:xfrm>
            <a:grpFill/>
          </p:grpSpPr>
          <p:sp>
            <p:nvSpPr>
              <p:cNvPr id="39" name="Rectangle 13">
                <a:extLst>
                  <a:ext uri="{FF2B5EF4-FFF2-40B4-BE49-F238E27FC236}">
                    <a16:creationId xmlns:a16="http://schemas.microsoft.com/office/drawing/2014/main" id="{BC62C99A-CB33-B535-AA92-8A87EB2BA5AD}"/>
                  </a:ext>
                </a:extLst>
              </p:cNvPr>
              <p:cNvSpPr>
                <a:spLocks noChangeArrowheads="1"/>
              </p:cNvSpPr>
              <p:nvPr/>
            </p:nvSpPr>
            <p:spPr bwMode="auto">
              <a:xfrm>
                <a:off x="288"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sp>
            <p:nvSpPr>
              <p:cNvPr id="40" name="Rectangle 14">
                <a:extLst>
                  <a:ext uri="{FF2B5EF4-FFF2-40B4-BE49-F238E27FC236}">
                    <a16:creationId xmlns:a16="http://schemas.microsoft.com/office/drawing/2014/main" id="{4B0A39D3-5B6E-ADB8-9976-7AE32D576A6F}"/>
                  </a:ext>
                </a:extLst>
              </p:cNvPr>
              <p:cNvSpPr>
                <a:spLocks noChangeArrowheads="1"/>
              </p:cNvSpPr>
              <p:nvPr/>
            </p:nvSpPr>
            <p:spPr bwMode="auto">
              <a:xfrm>
                <a:off x="576"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sp>
            <p:nvSpPr>
              <p:cNvPr id="41" name="Rectangle 15">
                <a:extLst>
                  <a:ext uri="{FF2B5EF4-FFF2-40B4-BE49-F238E27FC236}">
                    <a16:creationId xmlns:a16="http://schemas.microsoft.com/office/drawing/2014/main" id="{185ECA9C-5F8A-624E-384A-93617AAB49CB}"/>
                  </a:ext>
                </a:extLst>
              </p:cNvPr>
              <p:cNvSpPr>
                <a:spLocks noChangeArrowheads="1"/>
              </p:cNvSpPr>
              <p:nvPr/>
            </p:nvSpPr>
            <p:spPr bwMode="auto">
              <a:xfrm>
                <a:off x="432"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grpSp>
        <p:grpSp>
          <p:nvGrpSpPr>
            <p:cNvPr id="30" name="Group 16">
              <a:extLst>
                <a:ext uri="{FF2B5EF4-FFF2-40B4-BE49-F238E27FC236}">
                  <a16:creationId xmlns:a16="http://schemas.microsoft.com/office/drawing/2014/main" id="{3BD7CBF8-C556-211B-AEDF-3543976145D3}"/>
                </a:ext>
              </a:extLst>
            </p:cNvPr>
            <p:cNvGrpSpPr>
              <a:grpSpLocks/>
            </p:cNvGrpSpPr>
            <p:nvPr/>
          </p:nvGrpSpPr>
          <p:grpSpPr bwMode="auto">
            <a:xfrm>
              <a:off x="144" y="144"/>
              <a:ext cx="432" cy="336"/>
              <a:chOff x="144" y="144"/>
              <a:chExt cx="432" cy="336"/>
            </a:xfrm>
            <a:grpFill/>
          </p:grpSpPr>
          <p:grpSp>
            <p:nvGrpSpPr>
              <p:cNvPr id="31" name="Group 17">
                <a:extLst>
                  <a:ext uri="{FF2B5EF4-FFF2-40B4-BE49-F238E27FC236}">
                    <a16:creationId xmlns:a16="http://schemas.microsoft.com/office/drawing/2014/main" id="{45D663C5-A216-F89B-74FD-EF00253E4F0E}"/>
                  </a:ext>
                </a:extLst>
              </p:cNvPr>
              <p:cNvGrpSpPr>
                <a:grpSpLocks/>
              </p:cNvGrpSpPr>
              <p:nvPr/>
            </p:nvGrpSpPr>
            <p:grpSpPr bwMode="auto">
              <a:xfrm>
                <a:off x="144" y="144"/>
                <a:ext cx="432" cy="112"/>
                <a:chOff x="288" y="256"/>
                <a:chExt cx="432" cy="112"/>
              </a:xfrm>
              <a:grpFill/>
            </p:grpSpPr>
            <p:sp>
              <p:nvSpPr>
                <p:cNvPr id="36" name="Rectangle 18">
                  <a:extLst>
                    <a:ext uri="{FF2B5EF4-FFF2-40B4-BE49-F238E27FC236}">
                      <a16:creationId xmlns:a16="http://schemas.microsoft.com/office/drawing/2014/main" id="{93EFAED2-6AAA-F8D0-369D-8542CB5FE8A6}"/>
                    </a:ext>
                  </a:extLst>
                </p:cNvPr>
                <p:cNvSpPr>
                  <a:spLocks noChangeArrowheads="1"/>
                </p:cNvSpPr>
                <p:nvPr/>
              </p:nvSpPr>
              <p:spPr bwMode="auto">
                <a:xfrm>
                  <a:off x="288"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sp>
              <p:nvSpPr>
                <p:cNvPr id="37" name="Rectangle 19">
                  <a:extLst>
                    <a:ext uri="{FF2B5EF4-FFF2-40B4-BE49-F238E27FC236}">
                      <a16:creationId xmlns:a16="http://schemas.microsoft.com/office/drawing/2014/main" id="{01E03D80-3534-BF91-A711-5AB550FBA200}"/>
                    </a:ext>
                  </a:extLst>
                </p:cNvPr>
                <p:cNvSpPr>
                  <a:spLocks noChangeArrowheads="1"/>
                </p:cNvSpPr>
                <p:nvPr/>
              </p:nvSpPr>
              <p:spPr bwMode="auto">
                <a:xfrm>
                  <a:off x="576"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sp>
              <p:nvSpPr>
                <p:cNvPr id="38" name="Rectangle 20">
                  <a:extLst>
                    <a:ext uri="{FF2B5EF4-FFF2-40B4-BE49-F238E27FC236}">
                      <a16:creationId xmlns:a16="http://schemas.microsoft.com/office/drawing/2014/main" id="{8BC4DCF4-01DD-EE73-97F0-9E4D4997DAA8}"/>
                    </a:ext>
                  </a:extLst>
                </p:cNvPr>
                <p:cNvSpPr>
                  <a:spLocks noChangeArrowheads="1"/>
                </p:cNvSpPr>
                <p:nvPr/>
              </p:nvSpPr>
              <p:spPr bwMode="auto">
                <a:xfrm>
                  <a:off x="432"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grpSp>
          <p:grpSp>
            <p:nvGrpSpPr>
              <p:cNvPr id="32" name="Group 21">
                <a:extLst>
                  <a:ext uri="{FF2B5EF4-FFF2-40B4-BE49-F238E27FC236}">
                    <a16:creationId xmlns:a16="http://schemas.microsoft.com/office/drawing/2014/main" id="{FD196528-2462-A66C-486E-4930F71015E7}"/>
                  </a:ext>
                </a:extLst>
              </p:cNvPr>
              <p:cNvGrpSpPr>
                <a:grpSpLocks/>
              </p:cNvGrpSpPr>
              <p:nvPr/>
            </p:nvGrpSpPr>
            <p:grpSpPr bwMode="auto">
              <a:xfrm>
                <a:off x="144" y="368"/>
                <a:ext cx="432" cy="112"/>
                <a:chOff x="288" y="256"/>
                <a:chExt cx="432" cy="112"/>
              </a:xfrm>
              <a:grpFill/>
            </p:grpSpPr>
            <p:sp>
              <p:nvSpPr>
                <p:cNvPr id="33" name="Rectangle 22">
                  <a:extLst>
                    <a:ext uri="{FF2B5EF4-FFF2-40B4-BE49-F238E27FC236}">
                      <a16:creationId xmlns:a16="http://schemas.microsoft.com/office/drawing/2014/main" id="{647ACBF6-8084-D068-93D4-A00B6E4F1193}"/>
                    </a:ext>
                  </a:extLst>
                </p:cNvPr>
                <p:cNvSpPr>
                  <a:spLocks noChangeArrowheads="1"/>
                </p:cNvSpPr>
                <p:nvPr/>
              </p:nvSpPr>
              <p:spPr bwMode="auto">
                <a:xfrm>
                  <a:off x="288"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sp>
              <p:nvSpPr>
                <p:cNvPr id="34" name="Rectangle 23">
                  <a:extLst>
                    <a:ext uri="{FF2B5EF4-FFF2-40B4-BE49-F238E27FC236}">
                      <a16:creationId xmlns:a16="http://schemas.microsoft.com/office/drawing/2014/main" id="{D5B64CB5-7D79-177C-F7CA-F05A35BA9102}"/>
                    </a:ext>
                  </a:extLst>
                </p:cNvPr>
                <p:cNvSpPr>
                  <a:spLocks noChangeArrowheads="1"/>
                </p:cNvSpPr>
                <p:nvPr/>
              </p:nvSpPr>
              <p:spPr bwMode="auto">
                <a:xfrm>
                  <a:off x="576"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sp>
              <p:nvSpPr>
                <p:cNvPr id="35" name="Rectangle 24">
                  <a:extLst>
                    <a:ext uri="{FF2B5EF4-FFF2-40B4-BE49-F238E27FC236}">
                      <a16:creationId xmlns:a16="http://schemas.microsoft.com/office/drawing/2014/main" id="{DA7BF587-686C-54A4-70A6-59E93117481A}"/>
                    </a:ext>
                  </a:extLst>
                </p:cNvPr>
                <p:cNvSpPr>
                  <a:spLocks noChangeArrowheads="1"/>
                </p:cNvSpPr>
                <p:nvPr/>
              </p:nvSpPr>
              <p:spPr bwMode="auto">
                <a:xfrm>
                  <a:off x="432"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grpSp>
        </p:grpSp>
      </p:grpSp>
      <p:grpSp>
        <p:nvGrpSpPr>
          <p:cNvPr id="68612" name="Group 1">
            <a:extLst>
              <a:ext uri="{FF2B5EF4-FFF2-40B4-BE49-F238E27FC236}">
                <a16:creationId xmlns:a16="http://schemas.microsoft.com/office/drawing/2014/main" id="{78A19F2B-66A3-8946-1D3B-AC2E72EEBFE3}"/>
              </a:ext>
            </a:extLst>
          </p:cNvPr>
          <p:cNvGrpSpPr>
            <a:grpSpLocks/>
          </p:cNvGrpSpPr>
          <p:nvPr/>
        </p:nvGrpSpPr>
        <p:grpSpPr bwMode="auto">
          <a:xfrm>
            <a:off x="231775" y="2057400"/>
            <a:ext cx="8326438" cy="2676525"/>
            <a:chOff x="232541" y="2057400"/>
            <a:chExt cx="8325874" cy="2676241"/>
          </a:xfrm>
        </p:grpSpPr>
        <p:pic>
          <p:nvPicPr>
            <p:cNvPr id="68614" name="Picture 3">
              <a:extLst>
                <a:ext uri="{FF2B5EF4-FFF2-40B4-BE49-F238E27FC236}">
                  <a16:creationId xmlns:a16="http://schemas.microsoft.com/office/drawing/2014/main" id="{3B9A3264-F087-73DB-901F-78B62BF935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541" y="2057400"/>
              <a:ext cx="8325874" cy="2676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5" name="Rectangle 17">
              <a:extLst>
                <a:ext uri="{FF2B5EF4-FFF2-40B4-BE49-F238E27FC236}">
                  <a16:creationId xmlns:a16="http://schemas.microsoft.com/office/drawing/2014/main" id="{9289873B-8559-5019-FE60-61FFAA2C0272}"/>
                </a:ext>
              </a:extLst>
            </p:cNvPr>
            <p:cNvSpPr>
              <a:spLocks noChangeArrowheads="1"/>
            </p:cNvSpPr>
            <p:nvPr/>
          </p:nvSpPr>
          <p:spPr bwMode="auto">
            <a:xfrm>
              <a:off x="381000" y="2057400"/>
              <a:ext cx="8046720" cy="2651760"/>
            </a:xfrm>
            <a:prstGeom prst="rect">
              <a:avLst/>
            </a:prstGeom>
            <a:noFill/>
            <a:ln w="101600" algn="ctr">
              <a:solidFill>
                <a:srgbClr val="0000CC"/>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endParaRPr lang="en-US" altLang="en-US" sz="3200" b="1" i="1">
                <a:latin typeface="Baby Kruffy"/>
              </a:endParaRPr>
            </a:p>
          </p:txBody>
        </p:sp>
      </p:grpSp>
      <p:sp>
        <p:nvSpPr>
          <p:cNvPr id="68613" name="Slide Number Placeholder 1">
            <a:extLst>
              <a:ext uri="{FF2B5EF4-FFF2-40B4-BE49-F238E27FC236}">
                <a16:creationId xmlns:a16="http://schemas.microsoft.com/office/drawing/2014/main" id="{A873628A-18FB-A3E5-7572-F634B649E8F8}"/>
              </a:ext>
            </a:extLst>
          </p:cNvPr>
          <p:cNvSpPr txBox="1">
            <a:spLocks noGrp="1"/>
          </p:cNvSpPr>
          <p:nvPr/>
        </p:nvSpPr>
        <p:spPr bwMode="auto">
          <a:xfrm>
            <a:off x="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1200" b="1">
                <a:latin typeface="Arial" panose="020B0604020202020204" pitchFamily="34" charset="0"/>
              </a:rPr>
              <a:t>10.</a:t>
            </a:r>
            <a:fld id="{45F1C009-B09E-45E3-B632-D011C0FF9B39}" type="slidenum">
              <a:rPr lang="en-US" altLang="en-US" sz="1200" b="1">
                <a:latin typeface="Arial" panose="020B0604020202020204" pitchFamily="34" charset="0"/>
              </a:rPr>
              <a:pPr eaLnBrk="1" hangingPunct="1"/>
              <a:t>30</a:t>
            </a:fld>
            <a:endParaRPr lang="en-US" altLang="en-US" sz="1200" b="1">
              <a:latin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1">
            <a:extLst>
              <a:ext uri="{FF2B5EF4-FFF2-40B4-BE49-F238E27FC236}">
                <a16:creationId xmlns:a16="http://schemas.microsoft.com/office/drawing/2014/main" id="{BB8CD6D7-7597-1398-DCBD-D67B4A0E82B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C7B02CD0-F6F2-459B-9EA7-9EAEEE89C4E1}" type="slidenum">
              <a:rPr lang="en-US" altLang="en-US" sz="1200" b="1" smtClean="0">
                <a:latin typeface="Arial" panose="020B0604020202020204" pitchFamily="34" charset="0"/>
              </a:rPr>
              <a:pPr fontAlgn="base">
                <a:spcBef>
                  <a:spcPct val="0"/>
                </a:spcBef>
                <a:spcAft>
                  <a:spcPct val="0"/>
                </a:spcAft>
              </a:pPr>
              <a:t>31</a:t>
            </a:fld>
            <a:endParaRPr lang="en-US" altLang="en-US" sz="1200" b="1">
              <a:latin typeface="Arial" panose="020B0604020202020204" pitchFamily="34" charset="0"/>
            </a:endParaRPr>
          </a:p>
        </p:txBody>
      </p:sp>
      <p:sp>
        <p:nvSpPr>
          <p:cNvPr id="70659" name="Rectangle 14">
            <a:extLst>
              <a:ext uri="{FF2B5EF4-FFF2-40B4-BE49-F238E27FC236}">
                <a16:creationId xmlns:a16="http://schemas.microsoft.com/office/drawing/2014/main" id="{F62D466B-3E61-C070-EE26-3D617F830670}"/>
              </a:ext>
            </a:extLst>
          </p:cNvPr>
          <p:cNvSpPr>
            <a:spLocks noChangeArrowheads="1"/>
          </p:cNvSpPr>
          <p:nvPr/>
        </p:nvSpPr>
        <p:spPr bwMode="auto">
          <a:xfrm>
            <a:off x="152400" y="133350"/>
            <a:ext cx="815340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2000" b="1" i="1">
                <a:solidFill>
                  <a:srgbClr val="FF0000"/>
                </a:solidFill>
                <a:latin typeface="Times-BoldItalic"/>
              </a:rPr>
              <a:t>Figure  10.5:  </a:t>
            </a:r>
            <a:r>
              <a:rPr lang="en-US" altLang="en-US" sz="2000" b="1" i="1">
                <a:latin typeface="Times-BoldItalic"/>
              </a:rPr>
              <a:t>CRC encoder and decoder</a:t>
            </a:r>
          </a:p>
        </p:txBody>
      </p:sp>
      <p:pic>
        <p:nvPicPr>
          <p:cNvPr id="24580" name="Picture 4">
            <a:extLst>
              <a:ext uri="{FF2B5EF4-FFF2-40B4-BE49-F238E27FC236}">
                <a16:creationId xmlns:a16="http://schemas.microsoft.com/office/drawing/2014/main" id="{2C853A58-C308-E550-079D-3141C60032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475" y="1066800"/>
            <a:ext cx="3011488" cy="449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1" name="Picture 5">
            <a:extLst>
              <a:ext uri="{FF2B5EF4-FFF2-40B4-BE49-F238E27FC236}">
                <a16:creationId xmlns:a16="http://schemas.microsoft.com/office/drawing/2014/main" id="{292DBDEC-4CEE-3589-861B-754C2D3458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0" y="1066800"/>
            <a:ext cx="3579813" cy="449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2" name="Picture 6">
            <a:extLst>
              <a:ext uri="{FF2B5EF4-FFF2-40B4-BE49-F238E27FC236}">
                <a16:creationId xmlns:a16="http://schemas.microsoft.com/office/drawing/2014/main" id="{B910BEB8-BEBC-AA64-FA9D-CA4539C558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5600" y="3200400"/>
            <a:ext cx="3001963"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3" name="Picture 7">
            <a:extLst>
              <a:ext uri="{FF2B5EF4-FFF2-40B4-BE49-F238E27FC236}">
                <a16:creationId xmlns:a16="http://schemas.microsoft.com/office/drawing/2014/main" id="{6A1BCD1D-72D2-111F-8F14-E3E2B001B49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49675" y="4343400"/>
            <a:ext cx="95885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4" name="Picture 8">
            <a:extLst>
              <a:ext uri="{FF2B5EF4-FFF2-40B4-BE49-F238E27FC236}">
                <a16:creationId xmlns:a16="http://schemas.microsoft.com/office/drawing/2014/main" id="{140AEEB1-DA97-2B30-E50F-248895BA3B7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0" y="4876800"/>
            <a:ext cx="4976813"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58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458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458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24584"/>
                                        </p:tgtEl>
                                        <p:attrNameLst>
                                          <p:attrName>style.visibility</p:attrName>
                                        </p:attrNameLst>
                                      </p:cBhvr>
                                      <p:to>
                                        <p:strVal val="visible"/>
                                      </p:to>
                                    </p:set>
                                    <p:animEffect transition="in" filter="wipe(left)">
                                      <p:cBhvr>
                                        <p:cTn id="19" dur="500"/>
                                        <p:tgtEl>
                                          <p:spTgt spid="2458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0"/>
                                          </p:stCondLst>
                                        </p:cTn>
                                        <p:tgtEl>
                                          <p:spTgt spid="245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Number Placeholder 1">
            <a:extLst>
              <a:ext uri="{FF2B5EF4-FFF2-40B4-BE49-F238E27FC236}">
                <a16:creationId xmlns:a16="http://schemas.microsoft.com/office/drawing/2014/main" id="{0D7CD8AE-8512-C2FB-0A10-8C4A085BC5E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F15D8D04-A9F1-4EC3-8F18-405E8C59AD1E}" type="slidenum">
              <a:rPr lang="en-US" altLang="en-US" sz="1200" b="1" smtClean="0">
                <a:latin typeface="Arial" panose="020B0604020202020204" pitchFamily="34" charset="0"/>
              </a:rPr>
              <a:pPr fontAlgn="base">
                <a:spcBef>
                  <a:spcPct val="0"/>
                </a:spcBef>
                <a:spcAft>
                  <a:spcPct val="0"/>
                </a:spcAft>
              </a:pPr>
              <a:t>32</a:t>
            </a:fld>
            <a:endParaRPr lang="en-US" altLang="en-US" sz="1200" b="1">
              <a:latin typeface="Arial" panose="020B0604020202020204" pitchFamily="34" charset="0"/>
            </a:endParaRPr>
          </a:p>
        </p:txBody>
      </p:sp>
      <p:sp>
        <p:nvSpPr>
          <p:cNvPr id="72707" name="Rectangle 14">
            <a:extLst>
              <a:ext uri="{FF2B5EF4-FFF2-40B4-BE49-F238E27FC236}">
                <a16:creationId xmlns:a16="http://schemas.microsoft.com/office/drawing/2014/main" id="{821E081A-0733-6677-8A9B-A50804FB584E}"/>
              </a:ext>
            </a:extLst>
          </p:cNvPr>
          <p:cNvSpPr>
            <a:spLocks noChangeArrowheads="1"/>
          </p:cNvSpPr>
          <p:nvPr/>
        </p:nvSpPr>
        <p:spPr bwMode="auto">
          <a:xfrm>
            <a:off x="152400" y="133350"/>
            <a:ext cx="815340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2000" b="1" i="1">
                <a:solidFill>
                  <a:srgbClr val="FF0000"/>
                </a:solidFill>
                <a:latin typeface="Times-BoldItalic"/>
              </a:rPr>
              <a:t>Figure 10.6:  </a:t>
            </a:r>
            <a:r>
              <a:rPr lang="en-US" altLang="en-US" sz="2000" b="1" i="1">
                <a:latin typeface="Times-BoldItalic"/>
              </a:rPr>
              <a:t>Division in CRC encoder</a:t>
            </a:r>
          </a:p>
        </p:txBody>
      </p:sp>
      <p:pic>
        <p:nvPicPr>
          <p:cNvPr id="25605" name="Picture 5">
            <a:extLst>
              <a:ext uri="{FF2B5EF4-FFF2-40B4-BE49-F238E27FC236}">
                <a16:creationId xmlns:a16="http://schemas.microsoft.com/office/drawing/2014/main" id="{C05C5C4A-7074-37A6-8175-A95A098571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524000"/>
            <a:ext cx="7097713"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4" name="Picture 4">
            <a:extLst>
              <a:ext uri="{FF2B5EF4-FFF2-40B4-BE49-F238E27FC236}">
                <a16:creationId xmlns:a16="http://schemas.microsoft.com/office/drawing/2014/main" id="{A532FDE3-F627-4417-818D-1B47244DAF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928688"/>
            <a:ext cx="2008188"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6" name="Picture 6">
            <a:extLst>
              <a:ext uri="{FF2B5EF4-FFF2-40B4-BE49-F238E27FC236}">
                <a16:creationId xmlns:a16="http://schemas.microsoft.com/office/drawing/2014/main" id="{B320E14E-C9EC-CD54-820A-3DE9D27260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0200" y="5562600"/>
            <a:ext cx="2641600"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560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1" fill="hold" nodeType="clickEffect">
                                  <p:stCondLst>
                                    <p:cond delay="0"/>
                                  </p:stCondLst>
                                  <p:childTnLst>
                                    <p:set>
                                      <p:cBhvr>
                                        <p:cTn id="10" dur="1" fill="hold">
                                          <p:stCondLst>
                                            <p:cond delay="0"/>
                                          </p:stCondLst>
                                        </p:cTn>
                                        <p:tgtEl>
                                          <p:spTgt spid="25605"/>
                                        </p:tgtEl>
                                        <p:attrNameLst>
                                          <p:attrName>style.visibility</p:attrName>
                                        </p:attrNameLst>
                                      </p:cBhvr>
                                      <p:to>
                                        <p:strVal val="visible"/>
                                      </p:to>
                                    </p:set>
                                    <p:animEffect transition="in" filter="wipe(up)">
                                      <p:cBhvr>
                                        <p:cTn id="11" dur="500"/>
                                        <p:tgtEl>
                                          <p:spTgt spid="2560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256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Number Placeholder 1">
            <a:extLst>
              <a:ext uri="{FF2B5EF4-FFF2-40B4-BE49-F238E27FC236}">
                <a16:creationId xmlns:a16="http://schemas.microsoft.com/office/drawing/2014/main" id="{8142476F-3361-109F-D0D1-59202303C97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37C9D43E-3233-4E56-A76F-2129A9029E98}" type="slidenum">
              <a:rPr lang="en-US" altLang="en-US" sz="1200" b="1" smtClean="0">
                <a:latin typeface="Arial" panose="020B0604020202020204" pitchFamily="34" charset="0"/>
              </a:rPr>
              <a:pPr fontAlgn="base">
                <a:spcBef>
                  <a:spcPct val="0"/>
                </a:spcBef>
                <a:spcAft>
                  <a:spcPct val="0"/>
                </a:spcAft>
              </a:pPr>
              <a:t>33</a:t>
            </a:fld>
            <a:endParaRPr lang="en-US" altLang="en-US" sz="1200" b="1">
              <a:latin typeface="Arial" panose="020B0604020202020204" pitchFamily="34" charset="0"/>
            </a:endParaRPr>
          </a:p>
        </p:txBody>
      </p:sp>
      <p:sp>
        <p:nvSpPr>
          <p:cNvPr id="74755" name="Rectangle 14">
            <a:extLst>
              <a:ext uri="{FF2B5EF4-FFF2-40B4-BE49-F238E27FC236}">
                <a16:creationId xmlns:a16="http://schemas.microsoft.com/office/drawing/2014/main" id="{E4A753B6-5909-D0EA-9FFF-3753393A5021}"/>
              </a:ext>
            </a:extLst>
          </p:cNvPr>
          <p:cNvSpPr>
            <a:spLocks noChangeArrowheads="1"/>
          </p:cNvSpPr>
          <p:nvPr/>
        </p:nvSpPr>
        <p:spPr bwMode="auto">
          <a:xfrm>
            <a:off x="152400" y="133350"/>
            <a:ext cx="815340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2000" b="1" i="1">
                <a:solidFill>
                  <a:srgbClr val="FF0000"/>
                </a:solidFill>
                <a:latin typeface="Times-BoldItalic"/>
              </a:rPr>
              <a:t>Figure 10.7:  </a:t>
            </a:r>
            <a:r>
              <a:rPr lang="en-US" altLang="en-US" sz="2000" b="1" i="1">
                <a:latin typeface="Times-BoldItalic"/>
              </a:rPr>
              <a:t>Division in the CRC decoder for two cases</a:t>
            </a:r>
          </a:p>
        </p:txBody>
      </p:sp>
      <p:pic>
        <p:nvPicPr>
          <p:cNvPr id="26628" name="Picture 4">
            <a:extLst>
              <a:ext uri="{FF2B5EF4-FFF2-40B4-BE49-F238E27FC236}">
                <a16:creationId xmlns:a16="http://schemas.microsoft.com/office/drawing/2014/main" id="{69C453C0-E388-59AC-67BD-E6712F06BC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914400"/>
            <a:ext cx="4122738" cy="517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0" name="Picture 6">
            <a:extLst>
              <a:ext uri="{FF2B5EF4-FFF2-40B4-BE49-F238E27FC236}">
                <a16:creationId xmlns:a16="http://schemas.microsoft.com/office/drawing/2014/main" id="{E4C9D909-8BCC-8780-EA0D-16922CAC2D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914400"/>
            <a:ext cx="4097338" cy="517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6628"/>
                                        </p:tgtEl>
                                        <p:attrNameLst>
                                          <p:attrName>style.visibility</p:attrName>
                                        </p:attrNameLst>
                                      </p:cBhvr>
                                      <p:to>
                                        <p:strVal val="visible"/>
                                      </p:to>
                                    </p:set>
                                    <p:animEffect transition="in" filter="wipe(up)">
                                      <p:cBhvr>
                                        <p:cTn id="7" dur="2500"/>
                                        <p:tgtEl>
                                          <p:spTgt spid="266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6630"/>
                                        </p:tgtEl>
                                        <p:attrNameLst>
                                          <p:attrName>style.visibility</p:attrName>
                                        </p:attrNameLst>
                                      </p:cBhvr>
                                      <p:to>
                                        <p:strVal val="visible"/>
                                      </p:to>
                                    </p:set>
                                    <p:animEffect transition="in" filter="wipe(up)">
                                      <p:cBhvr>
                                        <p:cTn id="12" dur="2250"/>
                                        <p:tgtEl>
                                          <p:spTgt spid="266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Number Placeholder 1">
            <a:extLst>
              <a:ext uri="{FF2B5EF4-FFF2-40B4-BE49-F238E27FC236}">
                <a16:creationId xmlns:a16="http://schemas.microsoft.com/office/drawing/2014/main" id="{352FA660-F522-21AD-B16E-07AF4CFED09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4EAE2A7A-ADCD-4B35-BC3E-C0FAF54A9A5A}" type="slidenum">
              <a:rPr lang="en-US" altLang="en-US" sz="1200" b="1" smtClean="0">
                <a:latin typeface="Arial" panose="020B0604020202020204" pitchFamily="34" charset="0"/>
              </a:rPr>
              <a:pPr fontAlgn="base">
                <a:spcBef>
                  <a:spcPct val="0"/>
                </a:spcBef>
                <a:spcAft>
                  <a:spcPct val="0"/>
                </a:spcAft>
              </a:pPr>
              <a:t>34</a:t>
            </a:fld>
            <a:endParaRPr lang="en-US" altLang="en-US" sz="1200" b="1">
              <a:latin typeface="Arial" panose="020B0604020202020204" pitchFamily="34" charset="0"/>
            </a:endParaRPr>
          </a:p>
        </p:txBody>
      </p:sp>
      <p:sp>
        <p:nvSpPr>
          <p:cNvPr id="76803" name="Rectangle 2">
            <a:extLst>
              <a:ext uri="{FF2B5EF4-FFF2-40B4-BE49-F238E27FC236}">
                <a16:creationId xmlns:a16="http://schemas.microsoft.com/office/drawing/2014/main" id="{CB02082C-709C-6627-1E32-6A583F150A30}"/>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76804" name="Rectangle 3">
            <a:extLst>
              <a:ext uri="{FF2B5EF4-FFF2-40B4-BE49-F238E27FC236}">
                <a16:creationId xmlns:a16="http://schemas.microsoft.com/office/drawing/2014/main" id="{16ED8762-99BC-2BCC-BF7B-B5D8160EE8F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76805" name="Rectangle 4">
            <a:extLst>
              <a:ext uri="{FF2B5EF4-FFF2-40B4-BE49-F238E27FC236}">
                <a16:creationId xmlns:a16="http://schemas.microsoft.com/office/drawing/2014/main" id="{9B0257C8-6C16-90EF-774B-DD10F793A001}"/>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76806" name="Rectangle 5">
            <a:extLst>
              <a:ext uri="{FF2B5EF4-FFF2-40B4-BE49-F238E27FC236}">
                <a16:creationId xmlns:a16="http://schemas.microsoft.com/office/drawing/2014/main" id="{13E3D517-E464-A4B3-0A12-E474DF4EFB9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76807" name="Rectangle 6">
            <a:extLst>
              <a:ext uri="{FF2B5EF4-FFF2-40B4-BE49-F238E27FC236}">
                <a16:creationId xmlns:a16="http://schemas.microsoft.com/office/drawing/2014/main" id="{0860850C-3CFA-E68F-C6EA-189C3B3C8F7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76808" name="Rectangle 7">
            <a:extLst>
              <a:ext uri="{FF2B5EF4-FFF2-40B4-BE49-F238E27FC236}">
                <a16:creationId xmlns:a16="http://schemas.microsoft.com/office/drawing/2014/main" id="{2E1F0C37-E028-81F2-5C22-3FB08857D83E}"/>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76809" name="Rectangle 8">
            <a:extLst>
              <a:ext uri="{FF2B5EF4-FFF2-40B4-BE49-F238E27FC236}">
                <a16:creationId xmlns:a16="http://schemas.microsoft.com/office/drawing/2014/main" id="{E442EE00-4878-42E7-1DD8-2CCBB753727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202" name="Text Box 9">
            <a:extLst>
              <a:ext uri="{FF2B5EF4-FFF2-40B4-BE49-F238E27FC236}">
                <a16:creationId xmlns:a16="http://schemas.microsoft.com/office/drawing/2014/main" id="{D9FD855A-F15C-ABD1-AE00-920CF73E9C1E}"/>
              </a:ext>
            </a:extLst>
          </p:cNvPr>
          <p:cNvSpPr txBox="1">
            <a:spLocks noChangeArrowheads="1"/>
          </p:cNvSpPr>
          <p:nvPr/>
        </p:nvSpPr>
        <p:spPr bwMode="auto">
          <a:xfrm>
            <a:off x="1143000" y="0"/>
            <a:ext cx="3892550" cy="641350"/>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1" fontAlgn="auto" hangingPunct="1">
              <a:spcBef>
                <a:spcPts val="0"/>
              </a:spcBef>
              <a:spcAft>
                <a:spcPts val="0"/>
              </a:spcAft>
              <a:defRPr/>
            </a:pPr>
            <a:r>
              <a:rPr lang="en-US" sz="3600" dirty="0">
                <a:solidFill>
                  <a:schemeClr val="hlink"/>
                </a:solidFill>
                <a:effectLst>
                  <a:outerShdw blurRad="38100" dist="38100" dir="2700000" algn="tl">
                    <a:srgbClr val="000000">
                      <a:alpha val="43137"/>
                    </a:srgbClr>
                  </a:outerShdw>
                </a:effectLst>
                <a:latin typeface="Times New Roman" pitchFamily="18" charset="0"/>
              </a:rPr>
              <a:t>10.3.2  Polynomials</a:t>
            </a:r>
          </a:p>
        </p:txBody>
      </p:sp>
      <p:sp>
        <p:nvSpPr>
          <p:cNvPr id="76811" name="Rectangle 10">
            <a:extLst>
              <a:ext uri="{FF2B5EF4-FFF2-40B4-BE49-F238E27FC236}">
                <a16:creationId xmlns:a16="http://schemas.microsoft.com/office/drawing/2014/main" id="{F1C8AA76-FE25-EEF9-A973-AE5C0910911B}"/>
              </a:ext>
            </a:extLst>
          </p:cNvPr>
          <p:cNvSpPr>
            <a:spLocks noChangeArrowheads="1"/>
          </p:cNvSpPr>
          <p:nvPr/>
        </p:nvSpPr>
        <p:spPr bwMode="auto">
          <a:xfrm>
            <a:off x="381000" y="1293813"/>
            <a:ext cx="7924800" cy="3508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b="1" i="1">
                <a:latin typeface="Times New Roman" panose="02020603050405020304" pitchFamily="18" charset="0"/>
              </a:rPr>
              <a:t>A better way to understand cyclic codes and how they can be analyzed is to represent them as polynomials. A pattern of 0s and 1s can be represented as a polynomial with coefficients of 0 and 1. The power of each term shows the position of the bit; the coefficient shows the value of the bit. Figure 10.8 shows a binary pattern and its polynomial representation.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Number Placeholder 1">
            <a:extLst>
              <a:ext uri="{FF2B5EF4-FFF2-40B4-BE49-F238E27FC236}">
                <a16:creationId xmlns:a16="http://schemas.microsoft.com/office/drawing/2014/main" id="{854D9E65-079B-E6E6-8BB4-C75478E240C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CB29323A-6EAA-4589-9E82-4AF943A57715}" type="slidenum">
              <a:rPr lang="en-US" altLang="en-US" sz="1200" b="1" smtClean="0">
                <a:latin typeface="Arial" panose="020B0604020202020204" pitchFamily="34" charset="0"/>
              </a:rPr>
              <a:pPr fontAlgn="base">
                <a:spcBef>
                  <a:spcPct val="0"/>
                </a:spcBef>
                <a:spcAft>
                  <a:spcPct val="0"/>
                </a:spcAft>
              </a:pPr>
              <a:t>35</a:t>
            </a:fld>
            <a:endParaRPr lang="en-US" altLang="en-US" sz="1200" b="1">
              <a:latin typeface="Arial" panose="020B0604020202020204" pitchFamily="34" charset="0"/>
            </a:endParaRPr>
          </a:p>
        </p:txBody>
      </p:sp>
      <p:sp>
        <p:nvSpPr>
          <p:cNvPr id="78851" name="Rectangle 14">
            <a:extLst>
              <a:ext uri="{FF2B5EF4-FFF2-40B4-BE49-F238E27FC236}">
                <a16:creationId xmlns:a16="http://schemas.microsoft.com/office/drawing/2014/main" id="{8EA70985-A3B9-D20B-260D-03129F4379F3}"/>
              </a:ext>
            </a:extLst>
          </p:cNvPr>
          <p:cNvSpPr>
            <a:spLocks noChangeArrowheads="1"/>
          </p:cNvSpPr>
          <p:nvPr/>
        </p:nvSpPr>
        <p:spPr bwMode="auto">
          <a:xfrm>
            <a:off x="152400" y="133350"/>
            <a:ext cx="815340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2000" b="1" i="1">
                <a:solidFill>
                  <a:srgbClr val="FF0000"/>
                </a:solidFill>
                <a:latin typeface="Times-BoldItalic"/>
              </a:rPr>
              <a:t>Figure 10.8:  </a:t>
            </a:r>
            <a:r>
              <a:rPr lang="en-US" altLang="en-US" sz="2000" b="1" i="1">
                <a:latin typeface="Times-BoldItalic"/>
              </a:rPr>
              <a:t>A polynomial to represent a binary word</a:t>
            </a:r>
          </a:p>
        </p:txBody>
      </p:sp>
      <p:pic>
        <p:nvPicPr>
          <p:cNvPr id="1026" name="Picture 2">
            <a:extLst>
              <a:ext uri="{FF2B5EF4-FFF2-40B4-BE49-F238E27FC236}">
                <a16:creationId xmlns:a16="http://schemas.microsoft.com/office/drawing/2014/main" id="{A93E2F21-5EB6-FAD0-90B5-ED0C256767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838200"/>
            <a:ext cx="6189663" cy="274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a:extLst>
              <a:ext uri="{FF2B5EF4-FFF2-40B4-BE49-F238E27FC236}">
                <a16:creationId xmlns:a16="http://schemas.microsoft.com/office/drawing/2014/main" id="{9591588D-787B-9C2B-DA4B-1551BC1600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10150" y="4002088"/>
            <a:ext cx="3524250" cy="239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Number Placeholder 1">
            <a:extLst>
              <a:ext uri="{FF2B5EF4-FFF2-40B4-BE49-F238E27FC236}">
                <a16:creationId xmlns:a16="http://schemas.microsoft.com/office/drawing/2014/main" id="{56C89FB8-EC28-081A-E83D-607D9B47396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B45E8446-D79E-45BC-949F-CAA2F93F6052}" type="slidenum">
              <a:rPr lang="en-US" altLang="en-US" sz="1200" b="1" smtClean="0">
                <a:latin typeface="Arial" panose="020B0604020202020204" pitchFamily="34" charset="0"/>
              </a:rPr>
              <a:pPr fontAlgn="base">
                <a:spcBef>
                  <a:spcPct val="0"/>
                </a:spcBef>
                <a:spcAft>
                  <a:spcPct val="0"/>
                </a:spcAft>
              </a:pPr>
              <a:t>36</a:t>
            </a:fld>
            <a:endParaRPr lang="en-US" altLang="en-US" sz="1200" b="1">
              <a:latin typeface="Arial" panose="020B0604020202020204" pitchFamily="34" charset="0"/>
            </a:endParaRPr>
          </a:p>
        </p:txBody>
      </p:sp>
      <p:sp>
        <p:nvSpPr>
          <p:cNvPr id="80899" name="Rectangle 2">
            <a:extLst>
              <a:ext uri="{FF2B5EF4-FFF2-40B4-BE49-F238E27FC236}">
                <a16:creationId xmlns:a16="http://schemas.microsoft.com/office/drawing/2014/main" id="{E0E9D73D-8DD3-BF08-E22B-85F0166C896D}"/>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0900" name="Rectangle 3">
            <a:extLst>
              <a:ext uri="{FF2B5EF4-FFF2-40B4-BE49-F238E27FC236}">
                <a16:creationId xmlns:a16="http://schemas.microsoft.com/office/drawing/2014/main" id="{36705EAC-0CB5-2700-8C89-F26DDE78DF4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0901" name="Rectangle 4">
            <a:extLst>
              <a:ext uri="{FF2B5EF4-FFF2-40B4-BE49-F238E27FC236}">
                <a16:creationId xmlns:a16="http://schemas.microsoft.com/office/drawing/2014/main" id="{41D44193-19F3-0D6A-B1FD-8B062E33929E}"/>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0902" name="Rectangle 5">
            <a:extLst>
              <a:ext uri="{FF2B5EF4-FFF2-40B4-BE49-F238E27FC236}">
                <a16:creationId xmlns:a16="http://schemas.microsoft.com/office/drawing/2014/main" id="{353A5E5D-1FF5-0FDA-3AA5-EA6D997D29B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0903" name="Rectangle 6">
            <a:extLst>
              <a:ext uri="{FF2B5EF4-FFF2-40B4-BE49-F238E27FC236}">
                <a16:creationId xmlns:a16="http://schemas.microsoft.com/office/drawing/2014/main" id="{E4C3B028-3748-0798-4D36-D4483BA77EA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0904" name="Rectangle 7">
            <a:extLst>
              <a:ext uri="{FF2B5EF4-FFF2-40B4-BE49-F238E27FC236}">
                <a16:creationId xmlns:a16="http://schemas.microsoft.com/office/drawing/2014/main" id="{69E5C39F-7DA5-F700-36D9-879D3410DE15}"/>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0905" name="Rectangle 8">
            <a:extLst>
              <a:ext uri="{FF2B5EF4-FFF2-40B4-BE49-F238E27FC236}">
                <a16:creationId xmlns:a16="http://schemas.microsoft.com/office/drawing/2014/main" id="{64647749-99F4-6B75-E5DB-2E307832CAA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202" name="Text Box 9">
            <a:extLst>
              <a:ext uri="{FF2B5EF4-FFF2-40B4-BE49-F238E27FC236}">
                <a16:creationId xmlns:a16="http://schemas.microsoft.com/office/drawing/2014/main" id="{C3815189-6745-BF53-2A5C-47D4D2AFE95F}"/>
              </a:ext>
            </a:extLst>
          </p:cNvPr>
          <p:cNvSpPr txBox="1">
            <a:spLocks noChangeArrowheads="1"/>
          </p:cNvSpPr>
          <p:nvPr/>
        </p:nvSpPr>
        <p:spPr bwMode="auto">
          <a:xfrm>
            <a:off x="1143000" y="0"/>
            <a:ext cx="6838950" cy="641350"/>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1" fontAlgn="auto" hangingPunct="1">
              <a:spcBef>
                <a:spcPts val="0"/>
              </a:spcBef>
              <a:spcAft>
                <a:spcPts val="0"/>
              </a:spcAft>
              <a:defRPr/>
            </a:pPr>
            <a:r>
              <a:rPr lang="en-US" sz="3600" dirty="0">
                <a:solidFill>
                  <a:schemeClr val="hlink"/>
                </a:solidFill>
                <a:effectLst>
                  <a:outerShdw blurRad="38100" dist="38100" dir="2700000" algn="tl">
                    <a:srgbClr val="000000">
                      <a:alpha val="43137"/>
                    </a:srgbClr>
                  </a:outerShdw>
                </a:effectLst>
                <a:latin typeface="Times New Roman" pitchFamily="18" charset="0"/>
              </a:rPr>
              <a:t>10.3.3  Encoder Using Polynomials</a:t>
            </a:r>
          </a:p>
        </p:txBody>
      </p:sp>
      <p:sp>
        <p:nvSpPr>
          <p:cNvPr id="80907" name="Rectangle 10">
            <a:extLst>
              <a:ext uri="{FF2B5EF4-FFF2-40B4-BE49-F238E27FC236}">
                <a16:creationId xmlns:a16="http://schemas.microsoft.com/office/drawing/2014/main" id="{F25180C4-25E5-5DA1-C94F-D3852BC35D78}"/>
              </a:ext>
            </a:extLst>
          </p:cNvPr>
          <p:cNvSpPr>
            <a:spLocks noChangeArrowheads="1"/>
          </p:cNvSpPr>
          <p:nvPr/>
        </p:nvSpPr>
        <p:spPr bwMode="auto">
          <a:xfrm>
            <a:off x="381000" y="1293813"/>
            <a:ext cx="7924800" cy="22272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b="1" i="1">
                <a:latin typeface="Times New Roman" panose="02020603050405020304" pitchFamily="18" charset="0"/>
              </a:rPr>
              <a:t>Now that we have discussed operations on polynomials, we show the creation of a codeword from a dataword. Figure 10.9 is the polynomial version of Figure 10.6. We can see that the process is shorter.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Number Placeholder 1">
            <a:extLst>
              <a:ext uri="{FF2B5EF4-FFF2-40B4-BE49-F238E27FC236}">
                <a16:creationId xmlns:a16="http://schemas.microsoft.com/office/drawing/2014/main" id="{2CE3799C-BC7E-11D3-6097-F2BBF5B6FF7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16AC3B2B-69C7-4A8F-B16C-F2B3A8E95F8A}" type="slidenum">
              <a:rPr lang="en-US" altLang="en-US" sz="1200" b="1" smtClean="0">
                <a:latin typeface="Arial" panose="020B0604020202020204" pitchFamily="34" charset="0"/>
              </a:rPr>
              <a:pPr fontAlgn="base">
                <a:spcBef>
                  <a:spcPct val="0"/>
                </a:spcBef>
                <a:spcAft>
                  <a:spcPct val="0"/>
                </a:spcAft>
              </a:pPr>
              <a:t>37</a:t>
            </a:fld>
            <a:endParaRPr lang="en-US" altLang="en-US" sz="1200" b="1">
              <a:latin typeface="Arial" panose="020B0604020202020204" pitchFamily="34" charset="0"/>
            </a:endParaRPr>
          </a:p>
        </p:txBody>
      </p:sp>
      <p:sp>
        <p:nvSpPr>
          <p:cNvPr id="82947" name="Rectangle 14">
            <a:extLst>
              <a:ext uri="{FF2B5EF4-FFF2-40B4-BE49-F238E27FC236}">
                <a16:creationId xmlns:a16="http://schemas.microsoft.com/office/drawing/2014/main" id="{101E9F02-C16E-80F9-7FC0-462A2C0B5F25}"/>
              </a:ext>
            </a:extLst>
          </p:cNvPr>
          <p:cNvSpPr>
            <a:spLocks noChangeArrowheads="1"/>
          </p:cNvSpPr>
          <p:nvPr/>
        </p:nvSpPr>
        <p:spPr bwMode="auto">
          <a:xfrm>
            <a:off x="152400" y="133350"/>
            <a:ext cx="815340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2000" b="1" i="1">
                <a:solidFill>
                  <a:srgbClr val="FF0000"/>
                </a:solidFill>
                <a:latin typeface="Times-BoldItalic"/>
              </a:rPr>
              <a:t>Figure 10.9:  </a:t>
            </a:r>
            <a:r>
              <a:rPr lang="en-US" altLang="en-US" sz="2000" b="1" i="1">
                <a:latin typeface="Times-BoldItalic"/>
              </a:rPr>
              <a:t>CRC division using polynomials</a:t>
            </a:r>
          </a:p>
        </p:txBody>
      </p:sp>
      <p:pic>
        <p:nvPicPr>
          <p:cNvPr id="2050" name="Picture 2">
            <a:extLst>
              <a:ext uri="{FF2B5EF4-FFF2-40B4-BE49-F238E27FC236}">
                <a16:creationId xmlns:a16="http://schemas.microsoft.com/office/drawing/2014/main" id="{6DE6BEB4-429C-6EFB-1214-8EE842B899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200" y="914400"/>
            <a:ext cx="7670800" cy="536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p:cTn id="7" dur="2000" fill="hold"/>
                                        <p:tgtEl>
                                          <p:spTgt spid="2050"/>
                                        </p:tgtEl>
                                        <p:attrNameLst>
                                          <p:attrName>ppt_w</p:attrName>
                                        </p:attrNameLst>
                                      </p:cBhvr>
                                      <p:tavLst>
                                        <p:tav tm="0">
                                          <p:val>
                                            <p:fltVal val="0"/>
                                          </p:val>
                                        </p:tav>
                                        <p:tav tm="100000">
                                          <p:val>
                                            <p:strVal val="#ppt_w"/>
                                          </p:val>
                                        </p:tav>
                                      </p:tavLst>
                                    </p:anim>
                                    <p:anim calcmode="lin" valueType="num">
                                      <p:cBhvr>
                                        <p:cTn id="8" dur="2000" fill="hold"/>
                                        <p:tgtEl>
                                          <p:spTgt spid="2050"/>
                                        </p:tgtEl>
                                        <p:attrNameLst>
                                          <p:attrName>ppt_h</p:attrName>
                                        </p:attrNameLst>
                                      </p:cBhvr>
                                      <p:tavLst>
                                        <p:tav tm="0">
                                          <p:val>
                                            <p:fltVal val="0"/>
                                          </p:val>
                                        </p:tav>
                                        <p:tav tm="100000">
                                          <p:val>
                                            <p:strVal val="#ppt_h"/>
                                          </p:val>
                                        </p:tav>
                                      </p:tavLst>
                                    </p:anim>
                                    <p:animEffect transition="in" filter="fade">
                                      <p:cBhvr>
                                        <p:cTn id="9" dur="20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Number Placeholder 1">
            <a:extLst>
              <a:ext uri="{FF2B5EF4-FFF2-40B4-BE49-F238E27FC236}">
                <a16:creationId xmlns:a16="http://schemas.microsoft.com/office/drawing/2014/main" id="{4977D075-A4C3-E350-F8AA-9034F418572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A293A2C2-07AE-4280-816B-5134E3EB2A9C}" type="slidenum">
              <a:rPr lang="en-US" altLang="en-US" sz="1200" b="1" smtClean="0">
                <a:latin typeface="Arial" panose="020B0604020202020204" pitchFamily="34" charset="0"/>
              </a:rPr>
              <a:pPr fontAlgn="base">
                <a:spcBef>
                  <a:spcPct val="0"/>
                </a:spcBef>
                <a:spcAft>
                  <a:spcPct val="0"/>
                </a:spcAft>
              </a:pPr>
              <a:t>38</a:t>
            </a:fld>
            <a:endParaRPr lang="en-US" altLang="en-US" sz="1200" b="1">
              <a:latin typeface="Arial" panose="020B0604020202020204" pitchFamily="34" charset="0"/>
            </a:endParaRPr>
          </a:p>
        </p:txBody>
      </p:sp>
      <p:sp>
        <p:nvSpPr>
          <p:cNvPr id="84995" name="Rectangle 2">
            <a:extLst>
              <a:ext uri="{FF2B5EF4-FFF2-40B4-BE49-F238E27FC236}">
                <a16:creationId xmlns:a16="http://schemas.microsoft.com/office/drawing/2014/main" id="{89075E97-684E-4E9D-24E3-B9E92F914003}"/>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4996" name="Rectangle 3">
            <a:extLst>
              <a:ext uri="{FF2B5EF4-FFF2-40B4-BE49-F238E27FC236}">
                <a16:creationId xmlns:a16="http://schemas.microsoft.com/office/drawing/2014/main" id="{AC056355-779B-9A5F-6327-95BB33FDE7C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4997" name="Rectangle 4">
            <a:extLst>
              <a:ext uri="{FF2B5EF4-FFF2-40B4-BE49-F238E27FC236}">
                <a16:creationId xmlns:a16="http://schemas.microsoft.com/office/drawing/2014/main" id="{6D1C4705-525F-C222-E0BD-D862C383C659}"/>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4998" name="Rectangle 5">
            <a:extLst>
              <a:ext uri="{FF2B5EF4-FFF2-40B4-BE49-F238E27FC236}">
                <a16:creationId xmlns:a16="http://schemas.microsoft.com/office/drawing/2014/main" id="{5BC9EE7C-A505-F4F1-8866-2DF1F48352A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4999" name="Rectangle 6">
            <a:extLst>
              <a:ext uri="{FF2B5EF4-FFF2-40B4-BE49-F238E27FC236}">
                <a16:creationId xmlns:a16="http://schemas.microsoft.com/office/drawing/2014/main" id="{44D7970D-AFC3-0DEE-3EAD-EE0E53E4E2F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5000" name="Rectangle 7">
            <a:extLst>
              <a:ext uri="{FF2B5EF4-FFF2-40B4-BE49-F238E27FC236}">
                <a16:creationId xmlns:a16="http://schemas.microsoft.com/office/drawing/2014/main" id="{383F866F-EDBF-8896-E085-B336D8948AA9}"/>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5001" name="Rectangle 8">
            <a:extLst>
              <a:ext uri="{FF2B5EF4-FFF2-40B4-BE49-F238E27FC236}">
                <a16:creationId xmlns:a16="http://schemas.microsoft.com/office/drawing/2014/main" id="{F54F1801-512F-AB08-6242-D4E6A574917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202" name="Text Box 9">
            <a:extLst>
              <a:ext uri="{FF2B5EF4-FFF2-40B4-BE49-F238E27FC236}">
                <a16:creationId xmlns:a16="http://schemas.microsoft.com/office/drawing/2014/main" id="{DDC861AB-50F3-77C8-4807-4E83A9B23F1D}"/>
              </a:ext>
            </a:extLst>
          </p:cNvPr>
          <p:cNvSpPr txBox="1">
            <a:spLocks noChangeArrowheads="1"/>
          </p:cNvSpPr>
          <p:nvPr/>
        </p:nvSpPr>
        <p:spPr bwMode="auto">
          <a:xfrm>
            <a:off x="1143000" y="0"/>
            <a:ext cx="5518150" cy="641350"/>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1" fontAlgn="auto" hangingPunct="1">
              <a:spcBef>
                <a:spcPts val="0"/>
              </a:spcBef>
              <a:spcAft>
                <a:spcPts val="0"/>
              </a:spcAft>
              <a:defRPr/>
            </a:pPr>
            <a:r>
              <a:rPr lang="en-US" sz="3600" dirty="0">
                <a:solidFill>
                  <a:schemeClr val="hlink"/>
                </a:solidFill>
                <a:effectLst>
                  <a:outerShdw blurRad="38100" dist="38100" dir="2700000" algn="tl">
                    <a:srgbClr val="000000">
                      <a:alpha val="43137"/>
                    </a:srgbClr>
                  </a:outerShdw>
                </a:effectLst>
                <a:latin typeface="Times New Roman" pitchFamily="18" charset="0"/>
              </a:rPr>
              <a:t>10.3.4  Cyclic Code Analysis</a:t>
            </a:r>
          </a:p>
        </p:txBody>
      </p:sp>
      <p:sp>
        <p:nvSpPr>
          <p:cNvPr id="85003" name="Rectangle 10">
            <a:extLst>
              <a:ext uri="{FF2B5EF4-FFF2-40B4-BE49-F238E27FC236}">
                <a16:creationId xmlns:a16="http://schemas.microsoft.com/office/drawing/2014/main" id="{E824EB0C-4BF6-1BBB-3906-D068750E139F}"/>
              </a:ext>
            </a:extLst>
          </p:cNvPr>
          <p:cNvSpPr>
            <a:spLocks noChangeArrowheads="1"/>
          </p:cNvSpPr>
          <p:nvPr/>
        </p:nvSpPr>
        <p:spPr bwMode="auto">
          <a:xfrm>
            <a:off x="381000" y="1293813"/>
            <a:ext cx="7924800" cy="13731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b="1" i="1">
                <a:latin typeface="Times New Roman" panose="02020603050405020304" pitchFamily="18" charset="0"/>
              </a:rPr>
              <a:t>We can analyze a cyclic code to find its capabilities by using polynomials. We define the following, where f(x) is a polynomial with binary coefficients.</a:t>
            </a:r>
          </a:p>
        </p:txBody>
      </p:sp>
      <p:pic>
        <p:nvPicPr>
          <p:cNvPr id="85004" name="Picture 2">
            <a:extLst>
              <a:ext uri="{FF2B5EF4-FFF2-40B4-BE49-F238E27FC236}">
                <a16:creationId xmlns:a16="http://schemas.microsoft.com/office/drawing/2014/main" id="{EFBE1059-989A-1AF9-3907-618ADFB1B8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1325" y="3352800"/>
            <a:ext cx="526415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05" name="Picture 3">
            <a:extLst>
              <a:ext uri="{FF2B5EF4-FFF2-40B4-BE49-F238E27FC236}">
                <a16:creationId xmlns:a16="http://schemas.microsoft.com/office/drawing/2014/main" id="{0D0B3265-E0C4-DEEC-DBF6-AEE174EB56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1863" y="4419600"/>
            <a:ext cx="6823075"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20">
            <a:extLst>
              <a:ext uri="{FF2B5EF4-FFF2-40B4-BE49-F238E27FC236}">
                <a16:creationId xmlns:a16="http://schemas.microsoft.com/office/drawing/2014/main" id="{13091C57-A6B5-2821-F453-6B681D1B0A47}"/>
              </a:ext>
            </a:extLst>
          </p:cNvPr>
          <p:cNvSpPr txBox="1">
            <a:spLocks noChangeArrowheads="1"/>
          </p:cNvSpPr>
          <p:nvPr/>
        </p:nvSpPr>
        <p:spPr bwMode="auto">
          <a:xfrm>
            <a:off x="76200" y="696913"/>
            <a:ext cx="8839200" cy="526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a:latin typeface="Times New Roman" panose="02020603050405020304" pitchFamily="18" charset="0"/>
                <a:cs typeface="Times New Roman" panose="02020603050405020304" pitchFamily="18" charset="0"/>
              </a:rPr>
              <a:t>Which of the following g(x) values guarantees that a single-bit error is caught? x + 1, x</a:t>
            </a:r>
            <a:r>
              <a:rPr lang="en-US" altLang="en-US" sz="2800" baseline="30000">
                <a:latin typeface="Times New Roman" panose="02020603050405020304" pitchFamily="18" charset="0"/>
                <a:cs typeface="Times New Roman" panose="02020603050405020304" pitchFamily="18" charset="0"/>
              </a:rPr>
              <a:t>3 </a:t>
            </a:r>
            <a:r>
              <a:rPr lang="en-US" altLang="en-US" sz="2800">
                <a:latin typeface="Times New Roman" panose="02020603050405020304" pitchFamily="18" charset="0"/>
                <a:cs typeface="Times New Roman" panose="02020603050405020304" pitchFamily="18" charset="0"/>
              </a:rPr>
              <a:t>and  1</a:t>
            </a:r>
          </a:p>
          <a:p>
            <a:pPr algn="just" eaLnBrk="1" hangingPunct="1"/>
            <a:endParaRPr lang="en-US" altLang="en-US" sz="2800">
              <a:latin typeface="Times New Roman" panose="02020603050405020304" pitchFamily="18" charset="0"/>
              <a:cs typeface="Times New Roman" panose="02020603050405020304" pitchFamily="18" charset="0"/>
            </a:endParaRPr>
          </a:p>
          <a:p>
            <a:pPr algn="just" eaLnBrk="1" hangingPunct="1"/>
            <a:r>
              <a:rPr lang="en-US" altLang="en-US" sz="2800" b="1">
                <a:solidFill>
                  <a:srgbClr val="FF0000"/>
                </a:solidFill>
                <a:latin typeface="Times New Roman" panose="02020603050405020304" pitchFamily="18" charset="0"/>
                <a:cs typeface="Times New Roman" panose="02020603050405020304" pitchFamily="18" charset="0"/>
              </a:rPr>
              <a:t>Solution</a:t>
            </a:r>
          </a:p>
          <a:p>
            <a:pPr algn="just" eaLnBrk="1" hangingPunct="1"/>
            <a:endParaRPr lang="en-US" altLang="en-US" sz="2800" b="1">
              <a:solidFill>
                <a:srgbClr val="FF0000"/>
              </a:solidFill>
              <a:latin typeface="Times New Roman" panose="02020603050405020304" pitchFamily="18" charset="0"/>
              <a:cs typeface="Times New Roman" panose="02020603050405020304" pitchFamily="18" charset="0"/>
            </a:endParaRPr>
          </a:p>
          <a:p>
            <a:pPr algn="just" eaLnBrk="1" hangingPunct="1"/>
            <a:endParaRPr lang="en-US" altLang="en-US" sz="2800" b="1">
              <a:solidFill>
                <a:srgbClr val="FF0000"/>
              </a:solidFill>
              <a:latin typeface="Times New Roman" panose="02020603050405020304" pitchFamily="18" charset="0"/>
              <a:cs typeface="Times New Roman" panose="02020603050405020304" pitchFamily="18" charset="0"/>
            </a:endParaRPr>
          </a:p>
          <a:p>
            <a:pPr algn="just" eaLnBrk="1" hangingPunct="1"/>
            <a:endParaRPr lang="en-US" altLang="en-US" sz="2800" b="1">
              <a:solidFill>
                <a:srgbClr val="FF0000"/>
              </a:solidFill>
              <a:latin typeface="Times New Roman" panose="02020603050405020304" pitchFamily="18" charset="0"/>
              <a:cs typeface="Times New Roman" panose="02020603050405020304" pitchFamily="18" charset="0"/>
            </a:endParaRPr>
          </a:p>
          <a:p>
            <a:pPr algn="just" eaLnBrk="1" hangingPunct="1"/>
            <a:endParaRPr lang="en-US" altLang="en-US" sz="2800" b="1">
              <a:solidFill>
                <a:srgbClr val="FF0000"/>
              </a:solidFill>
              <a:latin typeface="Times New Roman" panose="02020603050405020304" pitchFamily="18" charset="0"/>
              <a:cs typeface="Times New Roman" panose="02020603050405020304" pitchFamily="18" charset="0"/>
            </a:endParaRPr>
          </a:p>
          <a:p>
            <a:pPr algn="just" eaLnBrk="1" hangingPunct="1"/>
            <a:endParaRPr lang="en-US" altLang="en-US" sz="2800" b="1">
              <a:solidFill>
                <a:srgbClr val="FF0000"/>
              </a:solidFill>
              <a:latin typeface="Times New Roman" panose="02020603050405020304" pitchFamily="18" charset="0"/>
              <a:cs typeface="Times New Roman" panose="02020603050405020304" pitchFamily="18" charset="0"/>
            </a:endParaRPr>
          </a:p>
          <a:p>
            <a:pPr algn="just" eaLnBrk="1" hangingPunct="1"/>
            <a:endParaRPr lang="en-US" altLang="en-US" sz="2800" b="1">
              <a:solidFill>
                <a:srgbClr val="FF0000"/>
              </a:solidFill>
              <a:latin typeface="Times New Roman" panose="02020603050405020304" pitchFamily="18" charset="0"/>
              <a:cs typeface="Times New Roman" panose="02020603050405020304" pitchFamily="18" charset="0"/>
            </a:endParaRPr>
          </a:p>
          <a:p>
            <a:pPr algn="just" eaLnBrk="1" hangingPunct="1"/>
            <a:r>
              <a:rPr lang="en-US" altLang="en-US" sz="2800" b="1">
                <a:solidFill>
                  <a:srgbClr val="FF0000"/>
                </a:solidFill>
                <a:latin typeface="Times New Roman" panose="02020603050405020304" pitchFamily="18" charset="0"/>
                <a:cs typeface="Times New Roman" panose="02020603050405020304" pitchFamily="18" charset="0"/>
              </a:rPr>
              <a:t>An error goes undetected iff the generator g(x) cleanly divides the error E(x) without a remainder</a:t>
            </a:r>
          </a:p>
        </p:txBody>
      </p:sp>
      <p:grpSp>
        <p:nvGrpSpPr>
          <p:cNvPr id="87043" name="Group 23">
            <a:extLst>
              <a:ext uri="{FF2B5EF4-FFF2-40B4-BE49-F238E27FC236}">
                <a16:creationId xmlns:a16="http://schemas.microsoft.com/office/drawing/2014/main" id="{CF23F1CD-E3C3-B024-0995-AFF6219109BE}"/>
              </a:ext>
            </a:extLst>
          </p:cNvPr>
          <p:cNvGrpSpPr>
            <a:grpSpLocks/>
          </p:cNvGrpSpPr>
          <p:nvPr/>
        </p:nvGrpSpPr>
        <p:grpSpPr bwMode="auto">
          <a:xfrm>
            <a:off x="0" y="0"/>
            <a:ext cx="9144000" cy="609600"/>
            <a:chOff x="0" y="2448"/>
            <a:chExt cx="5760" cy="384"/>
          </a:xfrm>
        </p:grpSpPr>
        <p:sp>
          <p:nvSpPr>
            <p:cNvPr id="87046" name="Rectangle 22">
              <a:extLst>
                <a:ext uri="{FF2B5EF4-FFF2-40B4-BE49-F238E27FC236}">
                  <a16:creationId xmlns:a16="http://schemas.microsoft.com/office/drawing/2014/main" id="{89F5E8C4-3934-0E16-83F5-0AC7DC21E99C}"/>
                </a:ext>
              </a:extLst>
            </p:cNvPr>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endParaRPr lang="en-US" altLang="en-US" sz="3200" b="1" i="1">
                <a:latin typeface="Baby Kruffy"/>
              </a:endParaRPr>
            </a:p>
          </p:txBody>
        </p:sp>
        <p:sp>
          <p:nvSpPr>
            <p:cNvPr id="630799" name="Text Box 15">
              <a:extLst>
                <a:ext uri="{FF2B5EF4-FFF2-40B4-BE49-F238E27FC236}">
                  <a16:creationId xmlns:a16="http://schemas.microsoft.com/office/drawing/2014/main" id="{DE894AC4-810F-9E83-BCA4-47B74E0FC844}"/>
                </a:ext>
              </a:extLst>
            </p:cNvPr>
            <p:cNvSpPr txBox="1">
              <a:spLocks noChangeArrowheads="1"/>
            </p:cNvSpPr>
            <p:nvPr/>
          </p:nvSpPr>
          <p:spPr bwMode="auto">
            <a:xfrm>
              <a:off x="0" y="2448"/>
              <a:ext cx="1866" cy="371"/>
            </a:xfrm>
            <a:prstGeom prst="rect">
              <a:avLst/>
            </a:prstGeom>
            <a:solidFill>
              <a:srgbClr val="2CB843"/>
            </a:solidFill>
            <a:ln w="9525">
              <a:solidFill>
                <a:srgbClr val="00CC00"/>
              </a:solidFill>
              <a:miter lim="800000"/>
              <a:headEnd/>
              <a:tailEnd/>
            </a:ln>
            <a:effectLst/>
          </p:spPr>
          <p:txBody>
            <a:bodyPr wrap="none">
              <a:spAutoFit/>
            </a:bodyPr>
            <a:lstStyle/>
            <a:p>
              <a:pPr eaLnBrk="1" fontAlgn="auto" hangingPunct="1">
                <a:spcBef>
                  <a:spcPts val="0"/>
                </a:spcBef>
                <a:spcAft>
                  <a:spcPts val="0"/>
                </a:spcAft>
                <a:defRPr/>
              </a:pPr>
              <a:r>
                <a:rPr lang="en-US" dirty="0">
                  <a:solidFill>
                    <a:schemeClr val="bg1"/>
                  </a:solidFill>
                  <a:latin typeface="+mj-lt"/>
                  <a:ea typeface="Adobe Gothic Std B" pitchFamily="34" charset="-128"/>
                </a:rPr>
                <a:t>Example 10.8</a:t>
              </a:r>
            </a:p>
          </p:txBody>
        </p:sp>
      </p:grpSp>
      <p:pic>
        <p:nvPicPr>
          <p:cNvPr id="87044" name="Picture 2">
            <a:extLst>
              <a:ext uri="{FF2B5EF4-FFF2-40B4-BE49-F238E27FC236}">
                <a16:creationId xmlns:a16="http://schemas.microsoft.com/office/drawing/2014/main" id="{3C9AC5B3-6F01-0D74-90C9-73274A87C1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663" y="2514600"/>
            <a:ext cx="8694737" cy="258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5" name="Slide Number Placeholder 1">
            <a:extLst>
              <a:ext uri="{FF2B5EF4-FFF2-40B4-BE49-F238E27FC236}">
                <a16:creationId xmlns:a16="http://schemas.microsoft.com/office/drawing/2014/main" id="{07257D40-1762-802E-1FED-F269064C3B46}"/>
              </a:ext>
            </a:extLst>
          </p:cNvPr>
          <p:cNvSpPr txBox="1">
            <a:spLocks noGrp="1"/>
          </p:cNvSpPr>
          <p:nvPr/>
        </p:nvSpPr>
        <p:spPr bwMode="auto">
          <a:xfrm>
            <a:off x="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1200" b="1">
                <a:latin typeface="Arial" panose="020B0604020202020204" pitchFamily="34" charset="0"/>
              </a:rPr>
              <a:t>10.</a:t>
            </a:r>
            <a:fld id="{23507BBC-394F-46AA-832E-CE7DFC532B3A}" type="slidenum">
              <a:rPr lang="en-US" altLang="en-US" sz="1200" b="1">
                <a:latin typeface="Arial" panose="020B0604020202020204" pitchFamily="34" charset="0"/>
              </a:rPr>
              <a:pPr eaLnBrk="1" hangingPunct="1"/>
              <a:t>39</a:t>
            </a:fld>
            <a:endParaRPr lang="en-US" altLang="en-US" sz="1200" b="1">
              <a:latin typeface="Arial" panose="020B0604020202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Number Placeholder 1">
            <a:extLst>
              <a:ext uri="{FF2B5EF4-FFF2-40B4-BE49-F238E27FC236}">
                <a16:creationId xmlns:a16="http://schemas.microsoft.com/office/drawing/2014/main" id="{CE84F27D-BF49-71CD-E1C7-43358B4AA0F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2C7FC299-26C1-475F-BBA7-8ED604A823D2}" type="slidenum">
              <a:rPr lang="en-US" altLang="en-US" sz="1200" b="1" smtClean="0">
                <a:latin typeface="Arial" panose="020B0604020202020204" pitchFamily="34" charset="0"/>
              </a:rPr>
              <a:pPr fontAlgn="base">
                <a:spcBef>
                  <a:spcPct val="0"/>
                </a:spcBef>
                <a:spcAft>
                  <a:spcPct val="0"/>
                </a:spcAft>
              </a:pPr>
              <a:t>40</a:t>
            </a:fld>
            <a:endParaRPr lang="en-US" altLang="en-US" sz="1200" b="1">
              <a:latin typeface="Arial" panose="020B0604020202020204" pitchFamily="34" charset="0"/>
            </a:endParaRPr>
          </a:p>
        </p:txBody>
      </p:sp>
      <p:sp>
        <p:nvSpPr>
          <p:cNvPr id="89091" name="Rectangle 14">
            <a:extLst>
              <a:ext uri="{FF2B5EF4-FFF2-40B4-BE49-F238E27FC236}">
                <a16:creationId xmlns:a16="http://schemas.microsoft.com/office/drawing/2014/main" id="{C734A913-F942-4993-7C93-4EA172F2D560}"/>
              </a:ext>
            </a:extLst>
          </p:cNvPr>
          <p:cNvSpPr>
            <a:spLocks noChangeArrowheads="1"/>
          </p:cNvSpPr>
          <p:nvPr/>
        </p:nvSpPr>
        <p:spPr bwMode="auto">
          <a:xfrm>
            <a:off x="152400" y="133350"/>
            <a:ext cx="815340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2000" b="1" i="1">
                <a:solidFill>
                  <a:srgbClr val="FF0000"/>
                </a:solidFill>
                <a:latin typeface="Times-BoldItalic"/>
              </a:rPr>
              <a:t>Figure 10.10:  </a:t>
            </a:r>
            <a:r>
              <a:rPr lang="en-US" altLang="en-US" sz="2000" b="1" i="1">
                <a:latin typeface="Times-BoldItalic"/>
              </a:rPr>
              <a:t>Representation of isolated single-bit errors</a:t>
            </a:r>
          </a:p>
        </p:txBody>
      </p:sp>
      <p:pic>
        <p:nvPicPr>
          <p:cNvPr id="89092" name="Picture 2">
            <a:extLst>
              <a:ext uri="{FF2B5EF4-FFF2-40B4-BE49-F238E27FC236}">
                <a16:creationId xmlns:a16="http://schemas.microsoft.com/office/drawing/2014/main" id="{8D9DA926-8F42-D538-2183-87C0EEFED4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362200"/>
            <a:ext cx="7253288"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ext Box 20">
            <a:extLst>
              <a:ext uri="{FF2B5EF4-FFF2-40B4-BE49-F238E27FC236}">
                <a16:creationId xmlns:a16="http://schemas.microsoft.com/office/drawing/2014/main" id="{5049C33C-4217-6BA9-F04A-1D9EB580AE3A}"/>
              </a:ext>
            </a:extLst>
          </p:cNvPr>
          <p:cNvSpPr txBox="1">
            <a:spLocks noChangeArrowheads="1"/>
          </p:cNvSpPr>
          <p:nvPr/>
        </p:nvSpPr>
        <p:spPr bwMode="auto">
          <a:xfrm>
            <a:off x="76200" y="696913"/>
            <a:ext cx="88392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Trebuchet MS" panose="020B0603020202020204" pitchFamily="34" charset="0"/>
              </a:defRPr>
            </a:lvl1pPr>
            <a:lvl2pPr marL="1200150" indent="-45720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buFont typeface="Courier New" panose="02070309020205020404" pitchFamily="49" charset="0"/>
              <a:buChar char="o"/>
            </a:pPr>
            <a:r>
              <a:rPr lang="en-US" altLang="en-US" sz="2400">
                <a:solidFill>
                  <a:srgbClr val="FF0000"/>
                </a:solidFill>
                <a:latin typeface="Times New Roman" panose="02020603050405020304" pitchFamily="18" charset="0"/>
                <a:cs typeface="Times New Roman" panose="02020603050405020304" pitchFamily="18" charset="0"/>
              </a:rPr>
              <a:t>Single-Bit Errors</a:t>
            </a:r>
          </a:p>
          <a:p>
            <a:pPr lvl="1" algn="just" eaLnBrk="1" hangingPunct="1">
              <a:buFont typeface="Courier New" panose="02070309020205020404" pitchFamily="49" charset="0"/>
              <a:buChar char="o"/>
            </a:pPr>
            <a:r>
              <a:rPr lang="en-US" altLang="en-US" sz="2000">
                <a:latin typeface="Times New Roman" panose="02020603050405020304" pitchFamily="18" charset="0"/>
                <a:cs typeface="Times New Roman" panose="02020603050405020304" pitchFamily="18" charset="0"/>
              </a:rPr>
              <a:t>The Error: A single bit flips during transmission. Mathematically, E(x) = x</a:t>
            </a:r>
            <a:r>
              <a:rPr lang="en-US" altLang="en-US" sz="2000" baseline="30000">
                <a:latin typeface="Times New Roman" panose="02020603050405020304" pitchFamily="18" charset="0"/>
                <a:cs typeface="Times New Roman" panose="02020603050405020304" pitchFamily="18" charset="0"/>
              </a:rPr>
              <a:t>i</a:t>
            </a:r>
            <a:r>
              <a:rPr lang="en-US" altLang="en-US" sz="2000">
                <a:latin typeface="Times New Roman" panose="02020603050405020304" pitchFamily="18" charset="0"/>
                <a:cs typeface="Times New Roman" panose="02020603050405020304" pitchFamily="18" charset="0"/>
              </a:rPr>
              <a:t>, where i is the position of the flipped bit.</a:t>
            </a:r>
          </a:p>
          <a:p>
            <a:pPr lvl="1" algn="just" eaLnBrk="1" hangingPunct="1">
              <a:buFont typeface="Courier New" panose="02070309020205020404" pitchFamily="49" charset="0"/>
              <a:buChar char="o"/>
            </a:pPr>
            <a:r>
              <a:rPr lang="en-US" altLang="en-US" sz="2000">
                <a:latin typeface="Times New Roman" panose="02020603050405020304" pitchFamily="18" charset="0"/>
                <a:cs typeface="Times New Roman" panose="02020603050405020304" pitchFamily="18" charset="0"/>
              </a:rPr>
              <a:t>The Capability: CRC can catch 100% of single-bit errors as long as g(x) has at least two terms and an x</a:t>
            </a:r>
            <a:r>
              <a:rPr lang="en-US" altLang="en-US" sz="2000" baseline="30000">
                <a:latin typeface="Times New Roman" panose="02020603050405020304" pitchFamily="18" charset="0"/>
                <a:cs typeface="Times New Roman" panose="02020603050405020304" pitchFamily="18" charset="0"/>
              </a:rPr>
              <a:t>0</a:t>
            </a:r>
            <a:r>
              <a:rPr lang="en-US" altLang="en-US" sz="2000">
                <a:latin typeface="Times New Roman" panose="02020603050405020304" pitchFamily="18" charset="0"/>
                <a:cs typeface="Times New Roman" panose="02020603050405020304" pitchFamily="18" charset="0"/>
              </a:rPr>
              <a:t> term (a constant of 1).</a:t>
            </a:r>
          </a:p>
          <a:p>
            <a:pPr algn="just" eaLnBrk="1" hangingPunct="1">
              <a:buFont typeface="Courier New" panose="02070309020205020404" pitchFamily="49" charset="0"/>
              <a:buChar char="o"/>
            </a:pPr>
            <a:r>
              <a:rPr lang="en-US" altLang="en-US" sz="2400">
                <a:solidFill>
                  <a:srgbClr val="FF0000"/>
                </a:solidFill>
                <a:latin typeface="Times New Roman" panose="02020603050405020304" pitchFamily="18" charset="0"/>
                <a:cs typeface="Times New Roman" panose="02020603050405020304" pitchFamily="18" charset="0"/>
              </a:rPr>
              <a:t>Two Isolated Single-Bit Errors</a:t>
            </a:r>
          </a:p>
          <a:p>
            <a:pPr lvl="1" algn="just" eaLnBrk="1" hangingPunct="1">
              <a:buFont typeface="Courier New" panose="02070309020205020404" pitchFamily="49" charset="0"/>
              <a:buChar char="o"/>
            </a:pPr>
            <a:r>
              <a:rPr lang="en-US" altLang="en-US" sz="2000">
                <a:latin typeface="Times New Roman" panose="02020603050405020304" pitchFamily="18" charset="0"/>
                <a:cs typeface="Times New Roman" panose="02020603050405020304" pitchFamily="18" charset="0"/>
              </a:rPr>
              <a:t>The Error: Two bits flip at different positions, i and j (where i &gt; j).</a:t>
            </a:r>
          </a:p>
          <a:p>
            <a:pPr lvl="1" algn="just" eaLnBrk="1" hangingPunct="1">
              <a:buFont typeface="Courier New" panose="02070309020205020404" pitchFamily="49" charset="0"/>
              <a:buChar char="o"/>
            </a:pPr>
            <a:endParaRPr lang="en-US" altLang="en-US" sz="2000">
              <a:latin typeface="Times New Roman" panose="02020603050405020304" pitchFamily="18" charset="0"/>
              <a:cs typeface="Times New Roman" panose="02020603050405020304" pitchFamily="18" charset="0"/>
            </a:endParaRPr>
          </a:p>
          <a:p>
            <a:pPr lvl="1" algn="just" eaLnBrk="1" hangingPunct="1">
              <a:buFont typeface="Courier New" panose="02070309020205020404" pitchFamily="49" charset="0"/>
              <a:buChar char="o"/>
            </a:pPr>
            <a:r>
              <a:rPr lang="en-US" altLang="en-US" sz="2000">
                <a:latin typeface="Times New Roman" panose="02020603050405020304" pitchFamily="18" charset="0"/>
                <a:cs typeface="Times New Roman" panose="02020603050405020304" pitchFamily="18" charset="0"/>
              </a:rPr>
              <a:t>The Capability: To catch this, g(x) must not cleanly divide x</a:t>
            </a:r>
            <a:r>
              <a:rPr lang="en-US" altLang="en-US" sz="2000" baseline="30000">
                <a:latin typeface="Times New Roman" panose="02020603050405020304" pitchFamily="18" charset="0"/>
                <a:cs typeface="Times New Roman" panose="02020603050405020304" pitchFamily="18" charset="0"/>
              </a:rPr>
              <a:t>j</a:t>
            </a:r>
            <a:r>
              <a:rPr lang="en-US" altLang="en-US" sz="2000">
                <a:latin typeface="Times New Roman" panose="02020603050405020304" pitchFamily="18" charset="0"/>
                <a:cs typeface="Times New Roman" panose="02020603050405020304" pitchFamily="18" charset="0"/>
              </a:rPr>
              <a:t>, and it must not cleanly divide (x^</a:t>
            </a:r>
            <a:r>
              <a:rPr lang="en-US" altLang="en-US" sz="2000" baseline="30000">
                <a:latin typeface="Times New Roman" panose="02020603050405020304" pitchFamily="18" charset="0"/>
                <a:cs typeface="Times New Roman" panose="02020603050405020304" pitchFamily="18" charset="0"/>
              </a:rPr>
              <a:t>{i-j}</a:t>
            </a:r>
            <a:r>
              <a:rPr lang="en-US" altLang="en-US" sz="2000">
                <a:latin typeface="Times New Roman" panose="02020603050405020304" pitchFamily="18" charset="0"/>
                <a:cs typeface="Times New Roman" panose="02020603050405020304" pitchFamily="18" charset="0"/>
              </a:rPr>
              <a:t> + 1).</a:t>
            </a:r>
          </a:p>
          <a:p>
            <a:pPr lvl="1" algn="just" eaLnBrk="1" hangingPunct="1">
              <a:buFont typeface="Courier New" panose="02070309020205020404" pitchFamily="49" charset="0"/>
              <a:buChar char="o"/>
            </a:pPr>
            <a:r>
              <a:rPr lang="en-US" altLang="en-US" sz="2000">
                <a:latin typeface="Times New Roman" panose="02020603050405020304" pitchFamily="18" charset="0"/>
                <a:cs typeface="Times New Roman" panose="02020603050405020304" pitchFamily="18" charset="0"/>
              </a:rPr>
              <a:t>As long as g(x) has a  </a:t>
            </a:r>
            <a:r>
              <a:rPr lang="en-US" altLang="en-US" sz="2000" i="1">
                <a:latin typeface="Times New Roman" panose="02020603050405020304" pitchFamily="18" charset="0"/>
                <a:cs typeface="Times New Roman" panose="02020603050405020304" pitchFamily="18" charset="0"/>
              </a:rPr>
              <a:t>+1</a:t>
            </a:r>
            <a:r>
              <a:rPr lang="en-US" altLang="en-US" sz="2000">
                <a:latin typeface="Times New Roman" panose="02020603050405020304" pitchFamily="18" charset="0"/>
                <a:cs typeface="Times New Roman" panose="02020603050405020304" pitchFamily="18" charset="0"/>
              </a:rPr>
              <a:t> term at the end, it will never divide x</a:t>
            </a:r>
            <a:r>
              <a:rPr lang="en-US" altLang="en-US" sz="2000" baseline="30000">
                <a:latin typeface="Times New Roman" panose="02020603050405020304" pitchFamily="18" charset="0"/>
                <a:cs typeface="Times New Roman" panose="02020603050405020304" pitchFamily="18" charset="0"/>
              </a:rPr>
              <a:t>j</a:t>
            </a:r>
            <a:r>
              <a:rPr lang="en-US" altLang="en-US" sz="2000">
                <a:latin typeface="Times New Roman" panose="02020603050405020304" pitchFamily="18" charset="0"/>
                <a:cs typeface="Times New Roman" panose="02020603050405020304" pitchFamily="18" charset="0"/>
              </a:rPr>
              <a:t>. To prevent it from dividing (x^</a:t>
            </a:r>
            <a:r>
              <a:rPr lang="en-US" altLang="en-US" sz="2000" baseline="30000">
                <a:latin typeface="Times New Roman" panose="02020603050405020304" pitchFamily="18" charset="0"/>
                <a:cs typeface="Times New Roman" panose="02020603050405020304" pitchFamily="18" charset="0"/>
              </a:rPr>
              <a:t>{i-j}</a:t>
            </a:r>
            <a:r>
              <a:rPr lang="en-US" altLang="en-US" sz="2000">
                <a:latin typeface="Times New Roman" panose="02020603050405020304" pitchFamily="18" charset="0"/>
                <a:cs typeface="Times New Roman" panose="02020603050405020304" pitchFamily="18" charset="0"/>
              </a:rPr>
              <a:t> + 1), design standard CRC generators so they will not divide x</a:t>
            </a:r>
            <a:r>
              <a:rPr lang="en-US" altLang="en-US" sz="2000" baseline="30000">
                <a:latin typeface="Times New Roman" panose="02020603050405020304" pitchFamily="18" charset="0"/>
                <a:cs typeface="Times New Roman" panose="02020603050405020304" pitchFamily="18" charset="0"/>
              </a:rPr>
              <a:t>t</a:t>
            </a:r>
            <a:r>
              <a:rPr lang="en-US" altLang="en-US" sz="2000">
                <a:latin typeface="Times New Roman" panose="02020603050405020304" pitchFamily="18" charset="0"/>
                <a:cs typeface="Times New Roman" panose="02020603050405020304" pitchFamily="18" charset="0"/>
              </a:rPr>
              <a:t> + 1 for any value of t up to the maximum frame length of the network.</a:t>
            </a:r>
          </a:p>
        </p:txBody>
      </p:sp>
      <p:grpSp>
        <p:nvGrpSpPr>
          <p:cNvPr id="91139" name="Group 23">
            <a:extLst>
              <a:ext uri="{FF2B5EF4-FFF2-40B4-BE49-F238E27FC236}">
                <a16:creationId xmlns:a16="http://schemas.microsoft.com/office/drawing/2014/main" id="{BFBFEABE-3449-7074-8FA9-56DB5AA7AD7C}"/>
              </a:ext>
            </a:extLst>
          </p:cNvPr>
          <p:cNvGrpSpPr>
            <a:grpSpLocks/>
          </p:cNvGrpSpPr>
          <p:nvPr/>
        </p:nvGrpSpPr>
        <p:grpSpPr bwMode="auto">
          <a:xfrm>
            <a:off x="0" y="0"/>
            <a:ext cx="9144000" cy="609600"/>
            <a:chOff x="0" y="2448"/>
            <a:chExt cx="5760" cy="384"/>
          </a:xfrm>
        </p:grpSpPr>
        <p:sp>
          <p:nvSpPr>
            <p:cNvPr id="91142" name="Rectangle 22">
              <a:extLst>
                <a:ext uri="{FF2B5EF4-FFF2-40B4-BE49-F238E27FC236}">
                  <a16:creationId xmlns:a16="http://schemas.microsoft.com/office/drawing/2014/main" id="{09005470-1220-0440-2ECB-4F88DC2761FC}"/>
                </a:ext>
              </a:extLst>
            </p:cNvPr>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endParaRPr lang="en-US" altLang="en-US" sz="4000" b="1" i="1">
                <a:latin typeface="Baby Kruffy"/>
              </a:endParaRPr>
            </a:p>
          </p:txBody>
        </p:sp>
        <p:sp>
          <p:nvSpPr>
            <p:cNvPr id="630799" name="Text Box 15">
              <a:extLst>
                <a:ext uri="{FF2B5EF4-FFF2-40B4-BE49-F238E27FC236}">
                  <a16:creationId xmlns:a16="http://schemas.microsoft.com/office/drawing/2014/main" id="{157A5CD8-5EF4-640D-4DA5-F73E61F3ADAE}"/>
                </a:ext>
              </a:extLst>
            </p:cNvPr>
            <p:cNvSpPr txBox="1">
              <a:spLocks noChangeArrowheads="1"/>
            </p:cNvSpPr>
            <p:nvPr/>
          </p:nvSpPr>
          <p:spPr bwMode="auto">
            <a:xfrm>
              <a:off x="0" y="2448"/>
              <a:ext cx="3933" cy="368"/>
            </a:xfrm>
            <a:prstGeom prst="rect">
              <a:avLst/>
            </a:prstGeom>
            <a:solidFill>
              <a:srgbClr val="2CB843"/>
            </a:solidFill>
            <a:ln w="9525">
              <a:solidFill>
                <a:srgbClr val="00CC00"/>
              </a:solidFill>
              <a:miter lim="800000"/>
              <a:headEnd/>
              <a:tailEnd/>
            </a:ln>
            <a:effectLst/>
          </p:spPr>
          <p:txBody>
            <a:bodyPr wrap="none">
              <a:spAutoFit/>
            </a:bodyPr>
            <a:lstStyle/>
            <a:p>
              <a:pPr eaLnBrk="1" fontAlgn="auto" hangingPunct="1">
                <a:spcBef>
                  <a:spcPts val="0"/>
                </a:spcBef>
                <a:spcAft>
                  <a:spcPts val="0"/>
                </a:spcAft>
                <a:defRPr/>
              </a:pPr>
              <a:r>
                <a:rPr lang="en-US" sz="3200" dirty="0">
                  <a:solidFill>
                    <a:schemeClr val="bg1"/>
                  </a:solidFill>
                  <a:latin typeface="+mj-lt"/>
                  <a:ea typeface="Adobe Gothic Std B" pitchFamily="34" charset="-128"/>
                </a:rPr>
                <a:t>Capability of CRC in Error Detection</a:t>
              </a:r>
            </a:p>
          </p:txBody>
        </p:sp>
      </p:grpSp>
      <p:sp>
        <p:nvSpPr>
          <p:cNvPr id="91140" name="Slide Number Placeholder 1">
            <a:extLst>
              <a:ext uri="{FF2B5EF4-FFF2-40B4-BE49-F238E27FC236}">
                <a16:creationId xmlns:a16="http://schemas.microsoft.com/office/drawing/2014/main" id="{BFDD8CA7-C0F5-6FBB-AC15-8BA35CC1F71D}"/>
              </a:ext>
            </a:extLst>
          </p:cNvPr>
          <p:cNvSpPr txBox="1">
            <a:spLocks noGrp="1"/>
          </p:cNvSpPr>
          <p:nvPr/>
        </p:nvSpPr>
        <p:spPr bwMode="auto">
          <a:xfrm>
            <a:off x="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1200" b="1">
                <a:latin typeface="Arial" panose="020B0604020202020204" pitchFamily="34" charset="0"/>
              </a:rPr>
              <a:t>10.</a:t>
            </a:r>
            <a:fld id="{00D89EDC-9CBA-4E21-BC71-98F6FAE48132}" type="slidenum">
              <a:rPr lang="en-US" altLang="en-US" sz="1200" b="1">
                <a:latin typeface="Arial" panose="020B0604020202020204" pitchFamily="34" charset="0"/>
              </a:rPr>
              <a:pPr eaLnBrk="1" hangingPunct="1"/>
              <a:t>41</a:t>
            </a:fld>
            <a:endParaRPr lang="en-US" altLang="en-US" sz="1200" b="1">
              <a:latin typeface="Arial" panose="020B0604020202020204" pitchFamily="34" charset="0"/>
            </a:endParaRPr>
          </a:p>
        </p:txBody>
      </p:sp>
      <p:pic>
        <p:nvPicPr>
          <p:cNvPr id="91141" name="Picture 2">
            <a:extLst>
              <a:ext uri="{FF2B5EF4-FFF2-40B4-BE49-F238E27FC236}">
                <a16:creationId xmlns:a16="http://schemas.microsoft.com/office/drawing/2014/main" id="{B2632D1D-8501-595E-A2DC-BEE912A2A4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3048000"/>
            <a:ext cx="26066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20">
            <a:extLst>
              <a:ext uri="{FF2B5EF4-FFF2-40B4-BE49-F238E27FC236}">
                <a16:creationId xmlns:a16="http://schemas.microsoft.com/office/drawing/2014/main" id="{8A08702E-2D41-8A2E-8512-F5D9E426F03E}"/>
              </a:ext>
            </a:extLst>
          </p:cNvPr>
          <p:cNvSpPr txBox="1">
            <a:spLocks noChangeArrowheads="1"/>
          </p:cNvSpPr>
          <p:nvPr/>
        </p:nvSpPr>
        <p:spPr bwMode="auto">
          <a:xfrm>
            <a:off x="76200" y="696913"/>
            <a:ext cx="8839200" cy="526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Trebuchet MS" panose="020B0603020202020204" pitchFamily="34" charset="0"/>
              </a:defRPr>
            </a:lvl1pPr>
            <a:lvl2pPr marL="1200150" indent="-45720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buFont typeface="Courier New" panose="02070309020205020404" pitchFamily="49" charset="0"/>
              <a:buChar char="o"/>
            </a:pPr>
            <a:r>
              <a:rPr lang="en-US" altLang="en-US" sz="2400">
                <a:solidFill>
                  <a:srgbClr val="FF0000"/>
                </a:solidFill>
                <a:latin typeface="Times New Roman" panose="02020603050405020304" pitchFamily="18" charset="0"/>
                <a:cs typeface="Times New Roman" panose="02020603050405020304" pitchFamily="18" charset="0"/>
              </a:rPr>
              <a:t>Odd Number of Errors</a:t>
            </a:r>
          </a:p>
          <a:p>
            <a:pPr lvl="1" algn="just" eaLnBrk="1" hangingPunct="1">
              <a:buFont typeface="Courier New" panose="02070309020205020404" pitchFamily="49" charset="0"/>
              <a:buChar char="o"/>
            </a:pPr>
            <a:r>
              <a:rPr lang="en-US" altLang="en-US" sz="2000">
                <a:latin typeface="Times New Roman" panose="02020603050405020304" pitchFamily="18" charset="0"/>
                <a:cs typeface="Times New Roman" panose="02020603050405020304" pitchFamily="18" charset="0"/>
              </a:rPr>
              <a:t>The Error: Any error where 3, 5, 7, etc., bits are corrupted in the frame.</a:t>
            </a:r>
          </a:p>
          <a:p>
            <a:pPr lvl="1" algn="just" eaLnBrk="1" hangingPunct="1">
              <a:buFont typeface="Courier New" panose="02070309020205020404" pitchFamily="49" charset="0"/>
              <a:buChar char="o"/>
            </a:pPr>
            <a:r>
              <a:rPr lang="en-US" altLang="en-US" sz="2000">
                <a:latin typeface="Times New Roman" panose="02020603050405020304" pitchFamily="18" charset="0"/>
                <a:cs typeface="Times New Roman" panose="02020603050405020304" pitchFamily="18" charset="0"/>
              </a:rPr>
              <a:t>The Capability: CRC can detect 100% of odd-numbered bit errors if the generator polynomial g(x) contains (x+1) as a primary mathematical factor.</a:t>
            </a:r>
          </a:p>
          <a:p>
            <a:pPr algn="just" eaLnBrk="1" hangingPunct="1">
              <a:buFont typeface="Courier New" panose="02070309020205020404" pitchFamily="49" charset="0"/>
              <a:buChar char="o"/>
            </a:pPr>
            <a:r>
              <a:rPr lang="en-US" altLang="en-US" sz="2400">
                <a:solidFill>
                  <a:srgbClr val="FF0000"/>
                </a:solidFill>
                <a:latin typeface="Times New Roman" panose="02020603050405020304" pitchFamily="18" charset="0"/>
                <a:cs typeface="Times New Roman" panose="02020603050405020304" pitchFamily="18" charset="0"/>
              </a:rPr>
              <a:t>Burst Errors</a:t>
            </a:r>
          </a:p>
          <a:p>
            <a:pPr lvl="1" algn="just" eaLnBrk="1" hangingPunct="1">
              <a:buFont typeface="Courier New" panose="02070309020205020404" pitchFamily="49" charset="0"/>
              <a:buChar char="o"/>
            </a:pPr>
            <a:r>
              <a:rPr lang="en-US" altLang="en-US" sz="2000">
                <a:latin typeface="Times New Roman" panose="02020603050405020304" pitchFamily="18" charset="0"/>
                <a:cs typeface="Times New Roman" panose="02020603050405020304" pitchFamily="18" charset="0"/>
              </a:rPr>
              <a:t>The Error: A sequence of bits where the first and last bits are corrupted, along with a random number of bits in between. If the distance between the first and last flipped bit is L, the burst error has a length of L</a:t>
            </a:r>
          </a:p>
          <a:p>
            <a:pPr lvl="1" algn="just" eaLnBrk="1" hangingPunct="1">
              <a:buFont typeface="Courier New" panose="02070309020205020404" pitchFamily="49" charset="0"/>
              <a:buChar char="o"/>
            </a:pPr>
            <a:endParaRPr lang="en-US" altLang="en-US" sz="2000">
              <a:latin typeface="Times New Roman" panose="02020603050405020304" pitchFamily="18" charset="0"/>
              <a:cs typeface="Times New Roman" panose="02020603050405020304" pitchFamily="18" charset="0"/>
            </a:endParaRPr>
          </a:p>
          <a:p>
            <a:pPr lvl="1" algn="just" eaLnBrk="1" hangingPunct="1">
              <a:buFont typeface="Courier New" panose="02070309020205020404" pitchFamily="49" charset="0"/>
              <a:buChar char="o"/>
            </a:pPr>
            <a:r>
              <a:rPr lang="en-US" altLang="en-US" sz="2000">
                <a:latin typeface="Times New Roman" panose="02020603050405020304" pitchFamily="18" charset="0"/>
                <a:cs typeface="Times New Roman" panose="02020603050405020304" pitchFamily="18" charset="0"/>
              </a:rPr>
              <a:t>The Capability: Let r be the degree of the generator polynomial g(x).</a:t>
            </a:r>
          </a:p>
          <a:p>
            <a:pPr lvl="2" algn="just" eaLnBrk="1" hangingPunct="1">
              <a:buFont typeface="Courier New" panose="02070309020205020404" pitchFamily="49" charset="0"/>
              <a:buChar char="o"/>
            </a:pPr>
            <a:r>
              <a:rPr lang="en-US" altLang="en-US">
                <a:latin typeface="Times New Roman" panose="02020603050405020304" pitchFamily="18" charset="0"/>
                <a:cs typeface="Times New Roman" panose="02020603050405020304" pitchFamily="18" charset="0"/>
              </a:rPr>
              <a:t>Condition 1 (L &lt;= r): It detects 100% of all burst errors whose length is less than or equal to the degree of the polynomial.</a:t>
            </a:r>
          </a:p>
          <a:p>
            <a:pPr lvl="2" algn="just" eaLnBrk="1" hangingPunct="1">
              <a:buFont typeface="Courier New" panose="02070309020205020404" pitchFamily="49" charset="0"/>
              <a:buChar char="o"/>
            </a:pPr>
            <a:r>
              <a:rPr lang="en-US" altLang="en-US">
                <a:latin typeface="Times New Roman" panose="02020603050405020304" pitchFamily="18" charset="0"/>
                <a:cs typeface="Times New Roman" panose="02020603050405020304" pitchFamily="18" charset="0"/>
              </a:rPr>
              <a:t>Condition 2 (L = r + 1): It detects 1 - (1/2) </a:t>
            </a:r>
            <a:r>
              <a:rPr lang="en-US" altLang="en-US" baseline="30000">
                <a:latin typeface="Times New Roman" panose="02020603050405020304" pitchFamily="18" charset="0"/>
                <a:cs typeface="Times New Roman" panose="02020603050405020304" pitchFamily="18" charset="0"/>
              </a:rPr>
              <a:t>{r-1}</a:t>
            </a:r>
            <a:r>
              <a:rPr lang="en-US" altLang="en-US">
                <a:latin typeface="Times New Roman" panose="02020603050405020304" pitchFamily="18" charset="0"/>
                <a:cs typeface="Times New Roman" panose="02020603050405020304" pitchFamily="18" charset="0"/>
              </a:rPr>
              <a:t> of burst errors whose length is exactly r + 1. For a standard CRC-32, this is a 99.99999995% detection rate.</a:t>
            </a:r>
          </a:p>
          <a:p>
            <a:pPr lvl="2" algn="just" eaLnBrk="1" hangingPunct="1">
              <a:buFont typeface="Courier New" panose="02070309020205020404" pitchFamily="49" charset="0"/>
              <a:buChar char="o"/>
            </a:pPr>
            <a:r>
              <a:rPr lang="en-US" altLang="en-US">
                <a:latin typeface="Times New Roman" panose="02020603050405020304" pitchFamily="18" charset="0"/>
                <a:cs typeface="Times New Roman" panose="02020603050405020304" pitchFamily="18" charset="0"/>
              </a:rPr>
              <a:t>Condition 3 (L &gt; r + 1): It detects 1 - (1/2)</a:t>
            </a:r>
            <a:r>
              <a:rPr lang="en-US" altLang="en-US" baseline="30000">
                <a:latin typeface="Times New Roman" panose="02020603050405020304" pitchFamily="18" charset="0"/>
                <a:cs typeface="Times New Roman" panose="02020603050405020304" pitchFamily="18" charset="0"/>
              </a:rPr>
              <a:t>r</a:t>
            </a:r>
            <a:r>
              <a:rPr lang="en-US" altLang="en-US">
                <a:latin typeface="Times New Roman" panose="02020603050405020304" pitchFamily="18" charset="0"/>
                <a:cs typeface="Times New Roman" panose="02020603050405020304" pitchFamily="18" charset="0"/>
              </a:rPr>
              <a:t> of burst errors whose length is greater than r + 1. For CRC-32, this is a 99.99999997% detection rate.</a:t>
            </a:r>
          </a:p>
        </p:txBody>
      </p:sp>
      <p:grpSp>
        <p:nvGrpSpPr>
          <p:cNvPr id="93187" name="Group 23">
            <a:extLst>
              <a:ext uri="{FF2B5EF4-FFF2-40B4-BE49-F238E27FC236}">
                <a16:creationId xmlns:a16="http://schemas.microsoft.com/office/drawing/2014/main" id="{E5E11384-B01D-3179-5910-4CE5A7AD5E78}"/>
              </a:ext>
            </a:extLst>
          </p:cNvPr>
          <p:cNvGrpSpPr>
            <a:grpSpLocks/>
          </p:cNvGrpSpPr>
          <p:nvPr/>
        </p:nvGrpSpPr>
        <p:grpSpPr bwMode="auto">
          <a:xfrm>
            <a:off x="0" y="0"/>
            <a:ext cx="9144000" cy="609600"/>
            <a:chOff x="0" y="2448"/>
            <a:chExt cx="5760" cy="384"/>
          </a:xfrm>
        </p:grpSpPr>
        <p:sp>
          <p:nvSpPr>
            <p:cNvPr id="93190" name="Rectangle 22">
              <a:extLst>
                <a:ext uri="{FF2B5EF4-FFF2-40B4-BE49-F238E27FC236}">
                  <a16:creationId xmlns:a16="http://schemas.microsoft.com/office/drawing/2014/main" id="{9ED0A8C6-9E22-2D76-D667-D4002941FF55}"/>
                </a:ext>
              </a:extLst>
            </p:cNvPr>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endParaRPr lang="en-US" altLang="en-US" sz="4000" b="1" i="1">
                <a:latin typeface="Baby Kruffy"/>
              </a:endParaRPr>
            </a:p>
          </p:txBody>
        </p:sp>
        <p:sp>
          <p:nvSpPr>
            <p:cNvPr id="630799" name="Text Box 15">
              <a:extLst>
                <a:ext uri="{FF2B5EF4-FFF2-40B4-BE49-F238E27FC236}">
                  <a16:creationId xmlns:a16="http://schemas.microsoft.com/office/drawing/2014/main" id="{83218F47-BE0E-5316-C18C-97B378880E09}"/>
                </a:ext>
              </a:extLst>
            </p:cNvPr>
            <p:cNvSpPr txBox="1">
              <a:spLocks noChangeArrowheads="1"/>
            </p:cNvSpPr>
            <p:nvPr/>
          </p:nvSpPr>
          <p:spPr bwMode="auto">
            <a:xfrm>
              <a:off x="0" y="2448"/>
              <a:ext cx="3933" cy="368"/>
            </a:xfrm>
            <a:prstGeom prst="rect">
              <a:avLst/>
            </a:prstGeom>
            <a:solidFill>
              <a:srgbClr val="2CB843"/>
            </a:solidFill>
            <a:ln w="9525">
              <a:solidFill>
                <a:srgbClr val="00CC00"/>
              </a:solidFill>
              <a:miter lim="800000"/>
              <a:headEnd/>
              <a:tailEnd/>
            </a:ln>
            <a:effectLst/>
          </p:spPr>
          <p:txBody>
            <a:bodyPr wrap="none">
              <a:spAutoFit/>
            </a:bodyPr>
            <a:lstStyle/>
            <a:p>
              <a:pPr eaLnBrk="1" fontAlgn="auto" hangingPunct="1">
                <a:spcBef>
                  <a:spcPts val="0"/>
                </a:spcBef>
                <a:spcAft>
                  <a:spcPts val="0"/>
                </a:spcAft>
                <a:defRPr/>
              </a:pPr>
              <a:r>
                <a:rPr lang="en-US" sz="3200" dirty="0">
                  <a:solidFill>
                    <a:schemeClr val="bg1"/>
                  </a:solidFill>
                  <a:latin typeface="+mj-lt"/>
                  <a:ea typeface="Adobe Gothic Std B" pitchFamily="34" charset="-128"/>
                </a:rPr>
                <a:t>Capability of CRC in Error Detection</a:t>
              </a:r>
            </a:p>
          </p:txBody>
        </p:sp>
      </p:grpSp>
      <p:sp>
        <p:nvSpPr>
          <p:cNvPr id="93188" name="Slide Number Placeholder 1">
            <a:extLst>
              <a:ext uri="{FF2B5EF4-FFF2-40B4-BE49-F238E27FC236}">
                <a16:creationId xmlns:a16="http://schemas.microsoft.com/office/drawing/2014/main" id="{299A09BE-902D-43BB-DB50-9A5F62D7DF1B}"/>
              </a:ext>
            </a:extLst>
          </p:cNvPr>
          <p:cNvSpPr txBox="1">
            <a:spLocks noGrp="1"/>
          </p:cNvSpPr>
          <p:nvPr/>
        </p:nvSpPr>
        <p:spPr bwMode="auto">
          <a:xfrm>
            <a:off x="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1200" b="1">
                <a:latin typeface="Arial" panose="020B0604020202020204" pitchFamily="34" charset="0"/>
              </a:rPr>
              <a:t>10.</a:t>
            </a:r>
            <a:fld id="{71D6A2E8-4D9D-43D3-95EC-1E83D135F24C}" type="slidenum">
              <a:rPr lang="en-US" altLang="en-US" sz="1200" b="1">
                <a:latin typeface="Arial" panose="020B0604020202020204" pitchFamily="34" charset="0"/>
              </a:rPr>
              <a:pPr eaLnBrk="1" hangingPunct="1"/>
              <a:t>42</a:t>
            </a:fld>
            <a:endParaRPr lang="en-US" altLang="en-US" sz="1200" b="1">
              <a:latin typeface="Arial" panose="020B0604020202020204" pitchFamily="34" charset="0"/>
            </a:endParaRPr>
          </a:p>
        </p:txBody>
      </p:sp>
      <p:pic>
        <p:nvPicPr>
          <p:cNvPr id="93189" name="Picture 2">
            <a:extLst>
              <a:ext uri="{FF2B5EF4-FFF2-40B4-BE49-F238E27FC236}">
                <a16:creationId xmlns:a16="http://schemas.microsoft.com/office/drawing/2014/main" id="{40BECC8C-51B2-E564-4767-28D5530FC9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4650" y="3613150"/>
            <a:ext cx="28908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20">
            <a:extLst>
              <a:ext uri="{FF2B5EF4-FFF2-40B4-BE49-F238E27FC236}">
                <a16:creationId xmlns:a16="http://schemas.microsoft.com/office/drawing/2014/main" id="{8C5DCED1-5D2B-0657-CA5F-4F81A421AA7F}"/>
              </a:ext>
            </a:extLst>
          </p:cNvPr>
          <p:cNvSpPr txBox="1">
            <a:spLocks noChangeArrowheads="1"/>
          </p:cNvSpPr>
          <p:nvPr/>
        </p:nvSpPr>
        <p:spPr bwMode="auto">
          <a:xfrm>
            <a:off x="76200" y="696913"/>
            <a:ext cx="88392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a:latin typeface="Times New Roman" panose="02020603050405020304" pitchFamily="18" charset="0"/>
                <a:cs typeface="Times New Roman" panose="02020603050405020304" pitchFamily="18" charset="0"/>
              </a:rPr>
              <a:t>Find the suitability of the following generators in relation to burst errors of different lengths: x</a:t>
            </a:r>
            <a:r>
              <a:rPr lang="en-US" altLang="en-US" sz="2800" baseline="30000">
                <a:latin typeface="Times New Roman" panose="02020603050405020304" pitchFamily="18" charset="0"/>
                <a:cs typeface="Times New Roman" panose="02020603050405020304" pitchFamily="18" charset="0"/>
              </a:rPr>
              <a:t>6</a:t>
            </a:r>
            <a:r>
              <a:rPr lang="en-US" altLang="en-US" sz="2800">
                <a:latin typeface="Times New Roman" panose="02020603050405020304" pitchFamily="18" charset="0"/>
                <a:cs typeface="Times New Roman" panose="02020603050405020304" pitchFamily="18" charset="0"/>
              </a:rPr>
              <a:t> + 1,  x</a:t>
            </a:r>
            <a:r>
              <a:rPr lang="en-US" altLang="en-US" sz="2800" baseline="30000">
                <a:latin typeface="Times New Roman" panose="02020603050405020304" pitchFamily="18" charset="0"/>
                <a:cs typeface="Times New Roman" panose="02020603050405020304" pitchFamily="18" charset="0"/>
              </a:rPr>
              <a:t>18</a:t>
            </a:r>
            <a:r>
              <a:rPr lang="en-US" altLang="en-US" sz="2800">
                <a:latin typeface="Times New Roman" panose="02020603050405020304" pitchFamily="18" charset="0"/>
                <a:cs typeface="Times New Roman" panose="02020603050405020304" pitchFamily="18" charset="0"/>
              </a:rPr>
              <a:t> + x</a:t>
            </a:r>
            <a:r>
              <a:rPr lang="en-US" altLang="en-US" sz="2800" baseline="30000">
                <a:latin typeface="Times New Roman" panose="02020603050405020304" pitchFamily="18" charset="0"/>
                <a:cs typeface="Times New Roman" panose="02020603050405020304" pitchFamily="18" charset="0"/>
              </a:rPr>
              <a:t>7</a:t>
            </a:r>
            <a:r>
              <a:rPr lang="en-US" altLang="en-US" sz="2800">
                <a:latin typeface="Times New Roman" panose="02020603050405020304" pitchFamily="18" charset="0"/>
                <a:cs typeface="Times New Roman" panose="02020603050405020304" pitchFamily="18" charset="0"/>
              </a:rPr>
              <a:t> + x + 1, and x</a:t>
            </a:r>
            <a:r>
              <a:rPr lang="en-US" altLang="en-US" sz="2800" baseline="30000">
                <a:latin typeface="Times New Roman" panose="02020603050405020304" pitchFamily="18" charset="0"/>
                <a:cs typeface="Times New Roman" panose="02020603050405020304" pitchFamily="18" charset="0"/>
              </a:rPr>
              <a:t>32</a:t>
            </a:r>
            <a:r>
              <a:rPr lang="en-US" altLang="en-US" sz="2800">
                <a:latin typeface="Times New Roman" panose="02020603050405020304" pitchFamily="18" charset="0"/>
                <a:cs typeface="Times New Roman" panose="02020603050405020304" pitchFamily="18" charset="0"/>
              </a:rPr>
              <a:t> + x</a:t>
            </a:r>
            <a:r>
              <a:rPr lang="en-US" altLang="en-US" sz="2800" baseline="30000">
                <a:latin typeface="Times New Roman" panose="02020603050405020304" pitchFamily="18" charset="0"/>
                <a:cs typeface="Times New Roman" panose="02020603050405020304" pitchFamily="18" charset="0"/>
              </a:rPr>
              <a:t>23</a:t>
            </a:r>
            <a:r>
              <a:rPr lang="en-US" altLang="en-US" sz="2800">
                <a:latin typeface="Times New Roman" panose="02020603050405020304" pitchFamily="18" charset="0"/>
                <a:cs typeface="Times New Roman" panose="02020603050405020304" pitchFamily="18" charset="0"/>
              </a:rPr>
              <a:t> + x</a:t>
            </a:r>
            <a:r>
              <a:rPr lang="en-US" altLang="en-US" sz="2800" baseline="30000">
                <a:latin typeface="Times New Roman" panose="02020603050405020304" pitchFamily="18" charset="0"/>
                <a:cs typeface="Times New Roman" panose="02020603050405020304" pitchFamily="18" charset="0"/>
              </a:rPr>
              <a:t>7</a:t>
            </a:r>
            <a:r>
              <a:rPr lang="en-US" altLang="en-US" sz="2800">
                <a:latin typeface="Times New Roman" panose="02020603050405020304" pitchFamily="18" charset="0"/>
                <a:cs typeface="Times New Roman" panose="02020603050405020304" pitchFamily="18" charset="0"/>
              </a:rPr>
              <a:t> + 10.</a:t>
            </a:r>
            <a:endParaRPr lang="en-US" altLang="en-US" sz="2800" b="1">
              <a:solidFill>
                <a:srgbClr val="FF0000"/>
              </a:solidFill>
              <a:latin typeface="Times New Roman" panose="02020603050405020304" pitchFamily="18" charset="0"/>
              <a:cs typeface="Times New Roman" panose="02020603050405020304" pitchFamily="18" charset="0"/>
            </a:endParaRPr>
          </a:p>
          <a:p>
            <a:pPr algn="just" eaLnBrk="1" hangingPunct="1"/>
            <a:r>
              <a:rPr lang="en-US" altLang="en-US" sz="2800" b="1">
                <a:solidFill>
                  <a:srgbClr val="FF0000"/>
                </a:solidFill>
                <a:latin typeface="Times New Roman" panose="02020603050405020304" pitchFamily="18" charset="0"/>
                <a:cs typeface="Times New Roman" panose="02020603050405020304" pitchFamily="18" charset="0"/>
              </a:rPr>
              <a:t>Solution</a:t>
            </a:r>
          </a:p>
        </p:txBody>
      </p:sp>
      <p:grpSp>
        <p:nvGrpSpPr>
          <p:cNvPr id="95235" name="Group 23">
            <a:extLst>
              <a:ext uri="{FF2B5EF4-FFF2-40B4-BE49-F238E27FC236}">
                <a16:creationId xmlns:a16="http://schemas.microsoft.com/office/drawing/2014/main" id="{352A8E1A-336B-2BA1-76E1-E4839BA3B7B6}"/>
              </a:ext>
            </a:extLst>
          </p:cNvPr>
          <p:cNvGrpSpPr>
            <a:grpSpLocks/>
          </p:cNvGrpSpPr>
          <p:nvPr/>
        </p:nvGrpSpPr>
        <p:grpSpPr bwMode="auto">
          <a:xfrm>
            <a:off x="0" y="0"/>
            <a:ext cx="9144000" cy="609600"/>
            <a:chOff x="0" y="2448"/>
            <a:chExt cx="5760" cy="384"/>
          </a:xfrm>
        </p:grpSpPr>
        <p:sp>
          <p:nvSpPr>
            <p:cNvPr id="95238" name="Rectangle 22">
              <a:extLst>
                <a:ext uri="{FF2B5EF4-FFF2-40B4-BE49-F238E27FC236}">
                  <a16:creationId xmlns:a16="http://schemas.microsoft.com/office/drawing/2014/main" id="{8CC01AB6-27EF-379B-3ADD-E9667A5BEA77}"/>
                </a:ext>
              </a:extLst>
            </p:cNvPr>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endParaRPr lang="en-US" altLang="en-US" sz="3200" b="1" i="1">
                <a:latin typeface="Baby Kruffy"/>
              </a:endParaRPr>
            </a:p>
          </p:txBody>
        </p:sp>
        <p:sp>
          <p:nvSpPr>
            <p:cNvPr id="630799" name="Text Box 15">
              <a:extLst>
                <a:ext uri="{FF2B5EF4-FFF2-40B4-BE49-F238E27FC236}">
                  <a16:creationId xmlns:a16="http://schemas.microsoft.com/office/drawing/2014/main" id="{3D608A95-5147-4D81-32AA-2E0D99F3F066}"/>
                </a:ext>
              </a:extLst>
            </p:cNvPr>
            <p:cNvSpPr txBox="1">
              <a:spLocks noChangeArrowheads="1"/>
            </p:cNvSpPr>
            <p:nvPr/>
          </p:nvSpPr>
          <p:spPr bwMode="auto">
            <a:xfrm>
              <a:off x="0" y="2448"/>
              <a:ext cx="1866" cy="371"/>
            </a:xfrm>
            <a:prstGeom prst="rect">
              <a:avLst/>
            </a:prstGeom>
            <a:solidFill>
              <a:srgbClr val="2CB843"/>
            </a:solidFill>
            <a:ln w="9525">
              <a:solidFill>
                <a:srgbClr val="00CC00"/>
              </a:solidFill>
              <a:miter lim="800000"/>
              <a:headEnd/>
              <a:tailEnd/>
            </a:ln>
            <a:effectLst/>
          </p:spPr>
          <p:txBody>
            <a:bodyPr wrap="none">
              <a:spAutoFit/>
            </a:bodyPr>
            <a:lstStyle/>
            <a:p>
              <a:pPr eaLnBrk="1" fontAlgn="auto" hangingPunct="1">
                <a:spcBef>
                  <a:spcPts val="0"/>
                </a:spcBef>
                <a:spcAft>
                  <a:spcPts val="0"/>
                </a:spcAft>
                <a:defRPr/>
              </a:pPr>
              <a:r>
                <a:rPr lang="en-US" dirty="0">
                  <a:solidFill>
                    <a:schemeClr val="bg1"/>
                  </a:solidFill>
                  <a:latin typeface="+mj-lt"/>
                  <a:ea typeface="Adobe Gothic Std B" pitchFamily="34" charset="-128"/>
                </a:rPr>
                <a:t>Example 10.9</a:t>
              </a:r>
            </a:p>
          </p:txBody>
        </p:sp>
      </p:grpSp>
      <p:pic>
        <p:nvPicPr>
          <p:cNvPr id="95236" name="Picture 5">
            <a:extLst>
              <a:ext uri="{FF2B5EF4-FFF2-40B4-BE49-F238E27FC236}">
                <a16:creationId xmlns:a16="http://schemas.microsoft.com/office/drawing/2014/main" id="{CFA26974-F2AF-4DF8-E9D9-895790A1C6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50" y="2719388"/>
            <a:ext cx="8642350" cy="253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7" name="Slide Number Placeholder 1">
            <a:extLst>
              <a:ext uri="{FF2B5EF4-FFF2-40B4-BE49-F238E27FC236}">
                <a16:creationId xmlns:a16="http://schemas.microsoft.com/office/drawing/2014/main" id="{519668CD-9825-2988-4932-D35074E92C0B}"/>
              </a:ext>
            </a:extLst>
          </p:cNvPr>
          <p:cNvSpPr txBox="1">
            <a:spLocks noGrp="1"/>
          </p:cNvSpPr>
          <p:nvPr/>
        </p:nvSpPr>
        <p:spPr bwMode="auto">
          <a:xfrm>
            <a:off x="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1200" b="1">
                <a:latin typeface="Arial" panose="020B0604020202020204" pitchFamily="34" charset="0"/>
              </a:rPr>
              <a:t>10.</a:t>
            </a:r>
            <a:fld id="{EBCCF15F-53F9-4FA6-B96A-A5C82BD9DA31}" type="slidenum">
              <a:rPr lang="en-US" altLang="en-US" sz="1200" b="1">
                <a:latin typeface="Arial" panose="020B0604020202020204" pitchFamily="34" charset="0"/>
              </a:rPr>
              <a:pPr eaLnBrk="1" hangingPunct="1"/>
              <a:t>43</a:t>
            </a:fld>
            <a:endParaRPr lang="en-US" altLang="en-US" sz="1200" b="1">
              <a:latin typeface="Arial" panose="020B060402020202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20">
            <a:extLst>
              <a:ext uri="{FF2B5EF4-FFF2-40B4-BE49-F238E27FC236}">
                <a16:creationId xmlns:a16="http://schemas.microsoft.com/office/drawing/2014/main" id="{9B9DCF10-5DC8-89CB-9ECD-B40C35156A91}"/>
              </a:ext>
            </a:extLst>
          </p:cNvPr>
          <p:cNvSpPr txBox="1">
            <a:spLocks noChangeArrowheads="1"/>
          </p:cNvSpPr>
          <p:nvPr/>
        </p:nvSpPr>
        <p:spPr bwMode="auto">
          <a:xfrm>
            <a:off x="76200" y="696913"/>
            <a:ext cx="8839200"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a:latin typeface="Times New Roman" panose="02020603050405020304" pitchFamily="18" charset="0"/>
                <a:cs typeface="Times New Roman" panose="02020603050405020304" pitchFamily="18" charset="0"/>
              </a:rPr>
              <a:t>Find the status of the following generators related to two isolated, single-bit errors: x + 1, x</a:t>
            </a:r>
            <a:r>
              <a:rPr lang="en-US" altLang="en-US" sz="2800" baseline="30000">
                <a:latin typeface="Times New Roman" panose="02020603050405020304" pitchFamily="18" charset="0"/>
                <a:cs typeface="Times New Roman" panose="02020603050405020304" pitchFamily="18" charset="0"/>
              </a:rPr>
              <a:t>4</a:t>
            </a:r>
            <a:r>
              <a:rPr lang="en-US" altLang="en-US" sz="2800">
                <a:latin typeface="Times New Roman" panose="02020603050405020304" pitchFamily="18" charset="0"/>
                <a:cs typeface="Times New Roman" panose="02020603050405020304" pitchFamily="18" charset="0"/>
              </a:rPr>
              <a:t> + 1, x</a:t>
            </a:r>
            <a:r>
              <a:rPr lang="en-US" altLang="en-US" sz="2800" baseline="30000">
                <a:latin typeface="Times New Roman" panose="02020603050405020304" pitchFamily="18" charset="0"/>
                <a:cs typeface="Times New Roman" panose="02020603050405020304" pitchFamily="18" charset="0"/>
              </a:rPr>
              <a:t>7</a:t>
            </a:r>
            <a:r>
              <a:rPr lang="en-US" altLang="en-US" sz="2800">
                <a:latin typeface="Times New Roman" panose="02020603050405020304" pitchFamily="18" charset="0"/>
                <a:cs typeface="Times New Roman" panose="02020603050405020304" pitchFamily="18" charset="0"/>
              </a:rPr>
              <a:t> + x</a:t>
            </a:r>
            <a:r>
              <a:rPr lang="en-US" altLang="en-US" sz="2800" baseline="30000">
                <a:latin typeface="Times New Roman" panose="02020603050405020304" pitchFamily="18" charset="0"/>
                <a:cs typeface="Times New Roman" panose="02020603050405020304" pitchFamily="18" charset="0"/>
              </a:rPr>
              <a:t>6</a:t>
            </a:r>
            <a:r>
              <a:rPr lang="en-US" altLang="en-US" sz="2800">
                <a:latin typeface="Times New Roman" panose="02020603050405020304" pitchFamily="18" charset="0"/>
                <a:cs typeface="Times New Roman" panose="02020603050405020304" pitchFamily="18" charset="0"/>
              </a:rPr>
              <a:t> + 1, and </a:t>
            </a:r>
            <a:br>
              <a:rPr lang="en-US" altLang="en-US" sz="2800">
                <a:latin typeface="Times New Roman" panose="02020603050405020304" pitchFamily="18" charset="0"/>
                <a:cs typeface="Times New Roman" panose="02020603050405020304" pitchFamily="18" charset="0"/>
              </a:rPr>
            </a:br>
            <a:r>
              <a:rPr lang="en-US" altLang="en-US" sz="2800">
                <a:latin typeface="Times New Roman" panose="02020603050405020304" pitchFamily="18" charset="0"/>
                <a:cs typeface="Times New Roman" panose="02020603050405020304" pitchFamily="18" charset="0"/>
              </a:rPr>
              <a:t>x</a:t>
            </a:r>
            <a:r>
              <a:rPr lang="en-US" altLang="en-US" sz="2800" baseline="30000">
                <a:latin typeface="Times New Roman" panose="02020603050405020304" pitchFamily="18" charset="0"/>
                <a:cs typeface="Times New Roman" panose="02020603050405020304" pitchFamily="18" charset="0"/>
              </a:rPr>
              <a:t>15</a:t>
            </a:r>
            <a:r>
              <a:rPr lang="en-US" altLang="en-US" sz="2800">
                <a:latin typeface="Times New Roman" panose="02020603050405020304" pitchFamily="18" charset="0"/>
                <a:cs typeface="Times New Roman" panose="02020603050405020304" pitchFamily="18" charset="0"/>
              </a:rPr>
              <a:t> + x</a:t>
            </a:r>
            <a:r>
              <a:rPr lang="en-US" altLang="en-US" sz="2800" baseline="30000">
                <a:latin typeface="Times New Roman" panose="02020603050405020304" pitchFamily="18" charset="0"/>
                <a:cs typeface="Times New Roman" panose="02020603050405020304" pitchFamily="18" charset="0"/>
              </a:rPr>
              <a:t>14</a:t>
            </a:r>
            <a:r>
              <a:rPr lang="en-US" altLang="en-US" sz="2800">
                <a:latin typeface="Times New Roman" panose="02020603050405020304" pitchFamily="18" charset="0"/>
                <a:cs typeface="Times New Roman" panose="02020603050405020304" pitchFamily="18" charset="0"/>
              </a:rPr>
              <a:t> + 1</a:t>
            </a:r>
          </a:p>
          <a:p>
            <a:pPr algn="just" eaLnBrk="1" hangingPunct="1"/>
            <a:endParaRPr lang="en-US" altLang="en-US" sz="2800" b="1">
              <a:solidFill>
                <a:srgbClr val="FF0000"/>
              </a:solidFill>
              <a:latin typeface="Times New Roman" panose="02020603050405020304" pitchFamily="18" charset="0"/>
              <a:cs typeface="Times New Roman" panose="02020603050405020304" pitchFamily="18" charset="0"/>
            </a:endParaRPr>
          </a:p>
          <a:p>
            <a:pPr algn="just" eaLnBrk="1" hangingPunct="1"/>
            <a:r>
              <a:rPr lang="en-US" altLang="en-US" sz="2800" b="1">
                <a:solidFill>
                  <a:srgbClr val="FF0000"/>
                </a:solidFill>
                <a:latin typeface="Times New Roman" panose="02020603050405020304" pitchFamily="18" charset="0"/>
                <a:cs typeface="Times New Roman" panose="02020603050405020304" pitchFamily="18" charset="0"/>
              </a:rPr>
              <a:t>Solution</a:t>
            </a:r>
          </a:p>
        </p:txBody>
      </p:sp>
      <p:grpSp>
        <p:nvGrpSpPr>
          <p:cNvPr id="97283" name="Group 23">
            <a:extLst>
              <a:ext uri="{FF2B5EF4-FFF2-40B4-BE49-F238E27FC236}">
                <a16:creationId xmlns:a16="http://schemas.microsoft.com/office/drawing/2014/main" id="{56B27A84-DF47-9B97-2A02-68D8AE9F263B}"/>
              </a:ext>
            </a:extLst>
          </p:cNvPr>
          <p:cNvGrpSpPr>
            <a:grpSpLocks/>
          </p:cNvGrpSpPr>
          <p:nvPr/>
        </p:nvGrpSpPr>
        <p:grpSpPr bwMode="auto">
          <a:xfrm>
            <a:off x="0" y="0"/>
            <a:ext cx="9144000" cy="609600"/>
            <a:chOff x="0" y="2448"/>
            <a:chExt cx="5760" cy="384"/>
          </a:xfrm>
        </p:grpSpPr>
        <p:sp>
          <p:nvSpPr>
            <p:cNvPr id="97286" name="Rectangle 22">
              <a:extLst>
                <a:ext uri="{FF2B5EF4-FFF2-40B4-BE49-F238E27FC236}">
                  <a16:creationId xmlns:a16="http://schemas.microsoft.com/office/drawing/2014/main" id="{9C539C3B-1F8F-1321-D59D-8A708667A1C4}"/>
                </a:ext>
              </a:extLst>
            </p:cNvPr>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endParaRPr lang="en-US" altLang="en-US" sz="3200" b="1" i="1">
                <a:latin typeface="Baby Kruffy"/>
              </a:endParaRPr>
            </a:p>
          </p:txBody>
        </p:sp>
        <p:sp>
          <p:nvSpPr>
            <p:cNvPr id="630799" name="Text Box 15">
              <a:extLst>
                <a:ext uri="{FF2B5EF4-FFF2-40B4-BE49-F238E27FC236}">
                  <a16:creationId xmlns:a16="http://schemas.microsoft.com/office/drawing/2014/main" id="{0D24770D-DA95-D2ED-343E-85D36886DDBE}"/>
                </a:ext>
              </a:extLst>
            </p:cNvPr>
            <p:cNvSpPr txBox="1">
              <a:spLocks noChangeArrowheads="1"/>
            </p:cNvSpPr>
            <p:nvPr/>
          </p:nvSpPr>
          <p:spPr bwMode="auto">
            <a:xfrm>
              <a:off x="0" y="2448"/>
              <a:ext cx="2029" cy="371"/>
            </a:xfrm>
            <a:prstGeom prst="rect">
              <a:avLst/>
            </a:prstGeom>
            <a:solidFill>
              <a:srgbClr val="2CB843"/>
            </a:solidFill>
            <a:ln w="9525">
              <a:solidFill>
                <a:srgbClr val="00CC00"/>
              </a:solidFill>
              <a:miter lim="800000"/>
              <a:headEnd/>
              <a:tailEnd/>
            </a:ln>
            <a:effectLst/>
          </p:spPr>
          <p:txBody>
            <a:bodyPr wrap="none">
              <a:spAutoFit/>
            </a:bodyPr>
            <a:lstStyle/>
            <a:p>
              <a:pPr eaLnBrk="1" fontAlgn="auto" hangingPunct="1">
                <a:spcBef>
                  <a:spcPts val="0"/>
                </a:spcBef>
                <a:spcAft>
                  <a:spcPts val="0"/>
                </a:spcAft>
                <a:defRPr/>
              </a:pPr>
              <a:r>
                <a:rPr lang="en-US" dirty="0">
                  <a:solidFill>
                    <a:schemeClr val="bg1"/>
                  </a:solidFill>
                  <a:latin typeface="+mj-lt"/>
                  <a:ea typeface="Adobe Gothic Std B" pitchFamily="34" charset="-128"/>
                </a:rPr>
                <a:t>Example 10.10</a:t>
              </a:r>
            </a:p>
          </p:txBody>
        </p:sp>
      </p:grpSp>
      <p:pic>
        <p:nvPicPr>
          <p:cNvPr id="97284" name="Picture 2">
            <a:extLst>
              <a:ext uri="{FF2B5EF4-FFF2-40B4-BE49-F238E27FC236}">
                <a16:creationId xmlns:a16="http://schemas.microsoft.com/office/drawing/2014/main" id="{762177B0-1EF5-6AE3-82A9-8F5D5E9FEB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288" y="3200400"/>
            <a:ext cx="8494712" cy="232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5" name="Slide Number Placeholder 1">
            <a:extLst>
              <a:ext uri="{FF2B5EF4-FFF2-40B4-BE49-F238E27FC236}">
                <a16:creationId xmlns:a16="http://schemas.microsoft.com/office/drawing/2014/main" id="{ED482069-2EAD-7707-C25D-74F4FAB74320}"/>
              </a:ext>
            </a:extLst>
          </p:cNvPr>
          <p:cNvSpPr txBox="1">
            <a:spLocks noGrp="1"/>
          </p:cNvSpPr>
          <p:nvPr/>
        </p:nvSpPr>
        <p:spPr bwMode="auto">
          <a:xfrm>
            <a:off x="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1200" b="1">
                <a:latin typeface="Arial" panose="020B0604020202020204" pitchFamily="34" charset="0"/>
              </a:rPr>
              <a:t>10.</a:t>
            </a:r>
            <a:fld id="{7B03F3F1-C7DC-4B43-B1EF-E0ED488D18A2}" type="slidenum">
              <a:rPr lang="en-US" altLang="en-US" sz="1200" b="1">
                <a:latin typeface="Arial" panose="020B0604020202020204" pitchFamily="34" charset="0"/>
              </a:rPr>
              <a:pPr eaLnBrk="1" hangingPunct="1"/>
              <a:t>44</a:t>
            </a:fld>
            <a:endParaRPr lang="en-US" altLang="en-US" sz="1200" b="1">
              <a:latin typeface="Arial" panose="020B060402020202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14">
            <a:extLst>
              <a:ext uri="{FF2B5EF4-FFF2-40B4-BE49-F238E27FC236}">
                <a16:creationId xmlns:a16="http://schemas.microsoft.com/office/drawing/2014/main" id="{0B1A7AAB-B1C2-88D3-B075-560F46A211A8}"/>
              </a:ext>
            </a:extLst>
          </p:cNvPr>
          <p:cNvSpPr>
            <a:spLocks noChangeArrowheads="1"/>
          </p:cNvSpPr>
          <p:nvPr/>
        </p:nvSpPr>
        <p:spPr bwMode="auto">
          <a:xfrm>
            <a:off x="838200" y="71438"/>
            <a:ext cx="8153400" cy="457200"/>
          </a:xfrm>
          <a:prstGeom prst="rect">
            <a:avLst/>
          </a:prstGeom>
          <a:solidFill>
            <a:sysClr val="window" lastClr="FFFFFF"/>
          </a:solidFill>
          <a:ln>
            <a:noFill/>
          </a:ln>
        </p:spPr>
        <p:txBody>
          <a:bodyPr>
            <a:spAutoFit/>
          </a:bodyPr>
          <a:lstStyle/>
          <a:p>
            <a:pPr eaLnBrk="1" fontAlgn="auto" hangingPunct="1">
              <a:spcBef>
                <a:spcPts val="0"/>
              </a:spcBef>
              <a:spcAft>
                <a:spcPts val="0"/>
              </a:spcAft>
              <a:defRPr/>
            </a:pPr>
            <a:r>
              <a:rPr lang="en-US" sz="2400" kern="0" dirty="0">
                <a:solidFill>
                  <a:srgbClr val="FF0000"/>
                </a:solidFill>
                <a:latin typeface="Times-BoldItalic"/>
              </a:rPr>
              <a:t>Table 10.4</a:t>
            </a:r>
            <a:r>
              <a:rPr lang="en-US" sz="2000" kern="0" dirty="0">
                <a:solidFill>
                  <a:srgbClr val="FF0000"/>
                </a:solidFill>
                <a:latin typeface="Times-BoldItalic"/>
              </a:rPr>
              <a:t>:  </a:t>
            </a:r>
            <a:r>
              <a:rPr lang="en-US" sz="2000" kern="0" dirty="0">
                <a:solidFill>
                  <a:srgbClr val="002060"/>
                </a:solidFill>
                <a:latin typeface="Times-BoldItalic"/>
              </a:rPr>
              <a:t>Standard polynomials</a:t>
            </a:r>
          </a:p>
        </p:txBody>
      </p:sp>
      <p:grpSp>
        <p:nvGrpSpPr>
          <p:cNvPr id="28" name="Group 11">
            <a:extLst>
              <a:ext uri="{FF2B5EF4-FFF2-40B4-BE49-F238E27FC236}">
                <a16:creationId xmlns:a16="http://schemas.microsoft.com/office/drawing/2014/main" id="{53082184-0FBE-8923-A4BB-D3BE99FC4F4B}"/>
              </a:ext>
            </a:extLst>
          </p:cNvPr>
          <p:cNvGrpSpPr>
            <a:grpSpLocks/>
          </p:cNvGrpSpPr>
          <p:nvPr/>
        </p:nvGrpSpPr>
        <p:grpSpPr bwMode="auto">
          <a:xfrm>
            <a:off x="3941" y="0"/>
            <a:ext cx="685800" cy="533400"/>
            <a:chOff x="144" y="144"/>
            <a:chExt cx="432" cy="336"/>
          </a:xfrm>
          <a:solidFill>
            <a:srgbClr val="3366FF"/>
          </a:solidFill>
        </p:grpSpPr>
        <p:grpSp>
          <p:nvGrpSpPr>
            <p:cNvPr id="29" name="Group 12">
              <a:extLst>
                <a:ext uri="{FF2B5EF4-FFF2-40B4-BE49-F238E27FC236}">
                  <a16:creationId xmlns:a16="http://schemas.microsoft.com/office/drawing/2014/main" id="{6D61AD5F-F680-8D12-3594-3C01AF41274F}"/>
                </a:ext>
              </a:extLst>
            </p:cNvPr>
            <p:cNvGrpSpPr>
              <a:grpSpLocks/>
            </p:cNvGrpSpPr>
            <p:nvPr/>
          </p:nvGrpSpPr>
          <p:grpSpPr bwMode="auto">
            <a:xfrm>
              <a:off x="144" y="256"/>
              <a:ext cx="432" cy="112"/>
              <a:chOff x="288" y="256"/>
              <a:chExt cx="432" cy="112"/>
            </a:xfrm>
            <a:grpFill/>
          </p:grpSpPr>
          <p:sp>
            <p:nvSpPr>
              <p:cNvPr id="39" name="Rectangle 13">
                <a:extLst>
                  <a:ext uri="{FF2B5EF4-FFF2-40B4-BE49-F238E27FC236}">
                    <a16:creationId xmlns:a16="http://schemas.microsoft.com/office/drawing/2014/main" id="{8368F1F3-B619-D9E4-057D-97EEA7CB4E32}"/>
                  </a:ext>
                </a:extLst>
              </p:cNvPr>
              <p:cNvSpPr>
                <a:spLocks noChangeArrowheads="1"/>
              </p:cNvSpPr>
              <p:nvPr/>
            </p:nvSpPr>
            <p:spPr bwMode="auto">
              <a:xfrm>
                <a:off x="288"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sp>
            <p:nvSpPr>
              <p:cNvPr id="40" name="Rectangle 14">
                <a:extLst>
                  <a:ext uri="{FF2B5EF4-FFF2-40B4-BE49-F238E27FC236}">
                    <a16:creationId xmlns:a16="http://schemas.microsoft.com/office/drawing/2014/main" id="{9DB43BF5-1433-6BD8-D03F-1CFA1C534AE6}"/>
                  </a:ext>
                </a:extLst>
              </p:cNvPr>
              <p:cNvSpPr>
                <a:spLocks noChangeArrowheads="1"/>
              </p:cNvSpPr>
              <p:nvPr/>
            </p:nvSpPr>
            <p:spPr bwMode="auto">
              <a:xfrm>
                <a:off x="576"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sp>
            <p:nvSpPr>
              <p:cNvPr id="41" name="Rectangle 15">
                <a:extLst>
                  <a:ext uri="{FF2B5EF4-FFF2-40B4-BE49-F238E27FC236}">
                    <a16:creationId xmlns:a16="http://schemas.microsoft.com/office/drawing/2014/main" id="{285A1C89-A5F3-4647-7CE1-BF91AFC34AC8}"/>
                  </a:ext>
                </a:extLst>
              </p:cNvPr>
              <p:cNvSpPr>
                <a:spLocks noChangeArrowheads="1"/>
              </p:cNvSpPr>
              <p:nvPr/>
            </p:nvSpPr>
            <p:spPr bwMode="auto">
              <a:xfrm>
                <a:off x="432"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grpSp>
        <p:grpSp>
          <p:nvGrpSpPr>
            <p:cNvPr id="30" name="Group 16">
              <a:extLst>
                <a:ext uri="{FF2B5EF4-FFF2-40B4-BE49-F238E27FC236}">
                  <a16:creationId xmlns:a16="http://schemas.microsoft.com/office/drawing/2014/main" id="{008AFE7B-AAFF-2D6A-ED62-656B36C29604}"/>
                </a:ext>
              </a:extLst>
            </p:cNvPr>
            <p:cNvGrpSpPr>
              <a:grpSpLocks/>
            </p:cNvGrpSpPr>
            <p:nvPr/>
          </p:nvGrpSpPr>
          <p:grpSpPr bwMode="auto">
            <a:xfrm>
              <a:off x="144" y="144"/>
              <a:ext cx="432" cy="336"/>
              <a:chOff x="144" y="144"/>
              <a:chExt cx="432" cy="336"/>
            </a:xfrm>
            <a:grpFill/>
          </p:grpSpPr>
          <p:grpSp>
            <p:nvGrpSpPr>
              <p:cNvPr id="31" name="Group 17">
                <a:extLst>
                  <a:ext uri="{FF2B5EF4-FFF2-40B4-BE49-F238E27FC236}">
                    <a16:creationId xmlns:a16="http://schemas.microsoft.com/office/drawing/2014/main" id="{2358549E-BE74-2B78-14E8-E8B4FE6C9435}"/>
                  </a:ext>
                </a:extLst>
              </p:cNvPr>
              <p:cNvGrpSpPr>
                <a:grpSpLocks/>
              </p:cNvGrpSpPr>
              <p:nvPr/>
            </p:nvGrpSpPr>
            <p:grpSpPr bwMode="auto">
              <a:xfrm>
                <a:off x="144" y="144"/>
                <a:ext cx="432" cy="112"/>
                <a:chOff x="288" y="256"/>
                <a:chExt cx="432" cy="112"/>
              </a:xfrm>
              <a:grpFill/>
            </p:grpSpPr>
            <p:sp>
              <p:nvSpPr>
                <p:cNvPr id="36" name="Rectangle 18">
                  <a:extLst>
                    <a:ext uri="{FF2B5EF4-FFF2-40B4-BE49-F238E27FC236}">
                      <a16:creationId xmlns:a16="http://schemas.microsoft.com/office/drawing/2014/main" id="{F2D25679-79D0-2A7D-D19B-EC758AC6B8AE}"/>
                    </a:ext>
                  </a:extLst>
                </p:cNvPr>
                <p:cNvSpPr>
                  <a:spLocks noChangeArrowheads="1"/>
                </p:cNvSpPr>
                <p:nvPr/>
              </p:nvSpPr>
              <p:spPr bwMode="auto">
                <a:xfrm>
                  <a:off x="288"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sp>
              <p:nvSpPr>
                <p:cNvPr id="37" name="Rectangle 19">
                  <a:extLst>
                    <a:ext uri="{FF2B5EF4-FFF2-40B4-BE49-F238E27FC236}">
                      <a16:creationId xmlns:a16="http://schemas.microsoft.com/office/drawing/2014/main" id="{F7F6F03A-A9B5-6A01-413E-8147F0D7CF61}"/>
                    </a:ext>
                  </a:extLst>
                </p:cNvPr>
                <p:cNvSpPr>
                  <a:spLocks noChangeArrowheads="1"/>
                </p:cNvSpPr>
                <p:nvPr/>
              </p:nvSpPr>
              <p:spPr bwMode="auto">
                <a:xfrm>
                  <a:off x="576"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sp>
              <p:nvSpPr>
                <p:cNvPr id="38" name="Rectangle 20">
                  <a:extLst>
                    <a:ext uri="{FF2B5EF4-FFF2-40B4-BE49-F238E27FC236}">
                      <a16:creationId xmlns:a16="http://schemas.microsoft.com/office/drawing/2014/main" id="{C67BE4C0-8054-FE1D-E026-B062656A51E7}"/>
                    </a:ext>
                  </a:extLst>
                </p:cNvPr>
                <p:cNvSpPr>
                  <a:spLocks noChangeArrowheads="1"/>
                </p:cNvSpPr>
                <p:nvPr/>
              </p:nvSpPr>
              <p:spPr bwMode="auto">
                <a:xfrm>
                  <a:off x="432"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grpSp>
          <p:grpSp>
            <p:nvGrpSpPr>
              <p:cNvPr id="32" name="Group 21">
                <a:extLst>
                  <a:ext uri="{FF2B5EF4-FFF2-40B4-BE49-F238E27FC236}">
                    <a16:creationId xmlns:a16="http://schemas.microsoft.com/office/drawing/2014/main" id="{C7EE04D8-23FE-81E9-23AE-40EEF82B7CC7}"/>
                  </a:ext>
                </a:extLst>
              </p:cNvPr>
              <p:cNvGrpSpPr>
                <a:grpSpLocks/>
              </p:cNvGrpSpPr>
              <p:nvPr/>
            </p:nvGrpSpPr>
            <p:grpSpPr bwMode="auto">
              <a:xfrm>
                <a:off x="144" y="368"/>
                <a:ext cx="432" cy="112"/>
                <a:chOff x="288" y="256"/>
                <a:chExt cx="432" cy="112"/>
              </a:xfrm>
              <a:grpFill/>
            </p:grpSpPr>
            <p:sp>
              <p:nvSpPr>
                <p:cNvPr id="33" name="Rectangle 22">
                  <a:extLst>
                    <a:ext uri="{FF2B5EF4-FFF2-40B4-BE49-F238E27FC236}">
                      <a16:creationId xmlns:a16="http://schemas.microsoft.com/office/drawing/2014/main" id="{A16A334E-5073-5ACE-E3BD-337AA7FA4C25}"/>
                    </a:ext>
                  </a:extLst>
                </p:cNvPr>
                <p:cNvSpPr>
                  <a:spLocks noChangeArrowheads="1"/>
                </p:cNvSpPr>
                <p:nvPr/>
              </p:nvSpPr>
              <p:spPr bwMode="auto">
                <a:xfrm>
                  <a:off x="288"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sp>
              <p:nvSpPr>
                <p:cNvPr id="34" name="Rectangle 23">
                  <a:extLst>
                    <a:ext uri="{FF2B5EF4-FFF2-40B4-BE49-F238E27FC236}">
                      <a16:creationId xmlns:a16="http://schemas.microsoft.com/office/drawing/2014/main" id="{F10E374A-E43E-50E1-71E9-A02759859D3A}"/>
                    </a:ext>
                  </a:extLst>
                </p:cNvPr>
                <p:cNvSpPr>
                  <a:spLocks noChangeArrowheads="1"/>
                </p:cNvSpPr>
                <p:nvPr/>
              </p:nvSpPr>
              <p:spPr bwMode="auto">
                <a:xfrm>
                  <a:off x="576"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sp>
              <p:nvSpPr>
                <p:cNvPr id="35" name="Rectangle 24">
                  <a:extLst>
                    <a:ext uri="{FF2B5EF4-FFF2-40B4-BE49-F238E27FC236}">
                      <a16:creationId xmlns:a16="http://schemas.microsoft.com/office/drawing/2014/main" id="{B7D75BDB-5988-E800-6033-EA0704F02116}"/>
                    </a:ext>
                  </a:extLst>
                </p:cNvPr>
                <p:cNvSpPr>
                  <a:spLocks noChangeArrowheads="1"/>
                </p:cNvSpPr>
                <p:nvPr/>
              </p:nvSpPr>
              <p:spPr bwMode="auto">
                <a:xfrm>
                  <a:off x="432"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grpSp>
        </p:grpSp>
      </p:grpSp>
      <p:pic>
        <p:nvPicPr>
          <p:cNvPr id="99332" name="Picture 2">
            <a:extLst>
              <a:ext uri="{FF2B5EF4-FFF2-40B4-BE49-F238E27FC236}">
                <a16:creationId xmlns:a16="http://schemas.microsoft.com/office/drawing/2014/main" id="{8A591C2B-C747-BBD0-6F9B-254E2C9389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17600"/>
            <a:ext cx="9296400" cy="402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3" name="Slide Number Placeholder 1">
            <a:extLst>
              <a:ext uri="{FF2B5EF4-FFF2-40B4-BE49-F238E27FC236}">
                <a16:creationId xmlns:a16="http://schemas.microsoft.com/office/drawing/2014/main" id="{790C9249-B0DC-11E8-0B2F-AD4CF053ABCE}"/>
              </a:ext>
            </a:extLst>
          </p:cNvPr>
          <p:cNvSpPr txBox="1">
            <a:spLocks noGrp="1"/>
          </p:cNvSpPr>
          <p:nvPr/>
        </p:nvSpPr>
        <p:spPr bwMode="auto">
          <a:xfrm>
            <a:off x="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1200" b="1">
                <a:latin typeface="Arial" panose="020B0604020202020204" pitchFamily="34" charset="0"/>
              </a:rPr>
              <a:t>10.</a:t>
            </a:r>
            <a:fld id="{FE6F40AB-97C7-459D-8357-FEEBDEA38C3C}" type="slidenum">
              <a:rPr lang="en-US" altLang="en-US" sz="1200" b="1">
                <a:latin typeface="Arial" panose="020B0604020202020204" pitchFamily="34" charset="0"/>
              </a:rPr>
              <a:pPr eaLnBrk="1" hangingPunct="1"/>
              <a:t>45</a:t>
            </a:fld>
            <a:endParaRPr lang="en-US" altLang="en-US" sz="1200" b="1">
              <a:latin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Number Placeholder 1">
            <a:extLst>
              <a:ext uri="{FF2B5EF4-FFF2-40B4-BE49-F238E27FC236}">
                <a16:creationId xmlns:a16="http://schemas.microsoft.com/office/drawing/2014/main" id="{BBC8D5AE-3F2C-096C-7C90-49A00578583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827173D9-B62C-4653-B2FF-98828D57F781}" type="slidenum">
              <a:rPr lang="en-US" altLang="en-US" sz="1200" b="1" smtClean="0">
                <a:latin typeface="Arial" panose="020B0604020202020204" pitchFamily="34" charset="0"/>
              </a:rPr>
              <a:pPr fontAlgn="base">
                <a:spcBef>
                  <a:spcPct val="0"/>
                </a:spcBef>
                <a:spcAft>
                  <a:spcPct val="0"/>
                </a:spcAft>
              </a:pPr>
              <a:t>46</a:t>
            </a:fld>
            <a:endParaRPr lang="en-US" altLang="en-US" sz="1200" b="1">
              <a:latin typeface="Arial" panose="020B0604020202020204" pitchFamily="34" charset="0"/>
            </a:endParaRPr>
          </a:p>
        </p:txBody>
      </p:sp>
      <p:sp>
        <p:nvSpPr>
          <p:cNvPr id="101379" name="Rectangle 2">
            <a:extLst>
              <a:ext uri="{FF2B5EF4-FFF2-40B4-BE49-F238E27FC236}">
                <a16:creationId xmlns:a16="http://schemas.microsoft.com/office/drawing/2014/main" id="{7B698059-F7DC-591F-F088-9DA00B724051}"/>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01380" name="Rectangle 3">
            <a:extLst>
              <a:ext uri="{FF2B5EF4-FFF2-40B4-BE49-F238E27FC236}">
                <a16:creationId xmlns:a16="http://schemas.microsoft.com/office/drawing/2014/main" id="{141C82DD-B069-0009-D482-F89FFD54536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01381" name="Rectangle 4">
            <a:extLst>
              <a:ext uri="{FF2B5EF4-FFF2-40B4-BE49-F238E27FC236}">
                <a16:creationId xmlns:a16="http://schemas.microsoft.com/office/drawing/2014/main" id="{D3794711-EA38-6417-CF51-AC3C74E71E68}"/>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01382" name="Rectangle 5">
            <a:extLst>
              <a:ext uri="{FF2B5EF4-FFF2-40B4-BE49-F238E27FC236}">
                <a16:creationId xmlns:a16="http://schemas.microsoft.com/office/drawing/2014/main" id="{164C245A-6FD7-226E-88B8-71DF73FC3FB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01383" name="Rectangle 6">
            <a:extLst>
              <a:ext uri="{FF2B5EF4-FFF2-40B4-BE49-F238E27FC236}">
                <a16:creationId xmlns:a16="http://schemas.microsoft.com/office/drawing/2014/main" id="{9D959BB0-BDDE-EF4D-C826-86C4E91D4BA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01384" name="Rectangle 7">
            <a:extLst>
              <a:ext uri="{FF2B5EF4-FFF2-40B4-BE49-F238E27FC236}">
                <a16:creationId xmlns:a16="http://schemas.microsoft.com/office/drawing/2014/main" id="{7CBEF77A-2D42-BBAC-774F-F69397B14077}"/>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01385" name="Rectangle 8">
            <a:extLst>
              <a:ext uri="{FF2B5EF4-FFF2-40B4-BE49-F238E27FC236}">
                <a16:creationId xmlns:a16="http://schemas.microsoft.com/office/drawing/2014/main" id="{F370D9EE-C589-830A-2963-6997E9A6857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202" name="Text Box 9">
            <a:extLst>
              <a:ext uri="{FF2B5EF4-FFF2-40B4-BE49-F238E27FC236}">
                <a16:creationId xmlns:a16="http://schemas.microsoft.com/office/drawing/2014/main" id="{3C686CA7-5691-6A1B-C941-CCD0C22E9F2A}"/>
              </a:ext>
            </a:extLst>
          </p:cNvPr>
          <p:cNvSpPr txBox="1">
            <a:spLocks noChangeArrowheads="1"/>
          </p:cNvSpPr>
          <p:nvPr/>
        </p:nvSpPr>
        <p:spPr bwMode="auto">
          <a:xfrm>
            <a:off x="1143000" y="0"/>
            <a:ext cx="6775450" cy="641350"/>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1" fontAlgn="auto" hangingPunct="1">
              <a:spcBef>
                <a:spcPts val="0"/>
              </a:spcBef>
              <a:spcAft>
                <a:spcPts val="0"/>
              </a:spcAft>
              <a:defRPr/>
            </a:pPr>
            <a:r>
              <a:rPr lang="en-US" sz="3600" dirty="0">
                <a:solidFill>
                  <a:schemeClr val="hlink"/>
                </a:solidFill>
                <a:effectLst>
                  <a:outerShdw blurRad="38100" dist="38100" dir="2700000" algn="tl">
                    <a:srgbClr val="000000">
                      <a:alpha val="43137"/>
                    </a:srgbClr>
                  </a:outerShdw>
                </a:effectLst>
                <a:latin typeface="Times New Roman" pitchFamily="18" charset="0"/>
              </a:rPr>
              <a:t>10.3.5  Advantages of Cyclic Codes</a:t>
            </a:r>
          </a:p>
        </p:txBody>
      </p:sp>
      <p:sp>
        <p:nvSpPr>
          <p:cNvPr id="101387" name="Rectangle 10">
            <a:extLst>
              <a:ext uri="{FF2B5EF4-FFF2-40B4-BE49-F238E27FC236}">
                <a16:creationId xmlns:a16="http://schemas.microsoft.com/office/drawing/2014/main" id="{97265857-B96A-0430-5ADE-87AFC2A0B93D}"/>
              </a:ext>
            </a:extLst>
          </p:cNvPr>
          <p:cNvSpPr>
            <a:spLocks noChangeArrowheads="1"/>
          </p:cNvSpPr>
          <p:nvPr/>
        </p:nvSpPr>
        <p:spPr bwMode="auto">
          <a:xfrm>
            <a:off x="381000" y="1293813"/>
            <a:ext cx="7924800" cy="30813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b="1" i="1">
                <a:latin typeface="Times New Roman" panose="02020603050405020304" pitchFamily="18" charset="0"/>
              </a:rPr>
              <a:t>We have seen that cyclic codes have a very good performance in detecting single-bit errors, double errors, an odd number of errors, and burst errors. They can easily be implemented in hardware and software. They are especially fast when implemented in hardware. This has made cyclic codes a good candidate for many networks.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Number Placeholder 1">
            <a:extLst>
              <a:ext uri="{FF2B5EF4-FFF2-40B4-BE49-F238E27FC236}">
                <a16:creationId xmlns:a16="http://schemas.microsoft.com/office/drawing/2014/main" id="{3A89DBBE-3DBC-510D-8324-6FCA461E7F6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E9E3AFAB-4898-42F9-815A-F30BB74D8C97}" type="slidenum">
              <a:rPr lang="en-US" altLang="en-US" sz="1200" b="1" smtClean="0">
                <a:latin typeface="Arial" panose="020B0604020202020204" pitchFamily="34" charset="0"/>
              </a:rPr>
              <a:pPr fontAlgn="base">
                <a:spcBef>
                  <a:spcPct val="0"/>
                </a:spcBef>
                <a:spcAft>
                  <a:spcPct val="0"/>
                </a:spcAft>
              </a:pPr>
              <a:t>47</a:t>
            </a:fld>
            <a:endParaRPr lang="en-US" altLang="en-US" sz="1200" b="1">
              <a:latin typeface="Arial" panose="020B0604020202020204" pitchFamily="34" charset="0"/>
            </a:endParaRPr>
          </a:p>
        </p:txBody>
      </p:sp>
      <p:sp>
        <p:nvSpPr>
          <p:cNvPr id="103427" name="Rectangle 2">
            <a:extLst>
              <a:ext uri="{FF2B5EF4-FFF2-40B4-BE49-F238E27FC236}">
                <a16:creationId xmlns:a16="http://schemas.microsoft.com/office/drawing/2014/main" id="{466DAC63-4767-3A50-D980-8F188B1EB9B1}"/>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03428" name="Rectangle 3">
            <a:extLst>
              <a:ext uri="{FF2B5EF4-FFF2-40B4-BE49-F238E27FC236}">
                <a16:creationId xmlns:a16="http://schemas.microsoft.com/office/drawing/2014/main" id="{AC3EACE2-00E6-F18F-0EC5-A218B117456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03429" name="Rectangle 4">
            <a:extLst>
              <a:ext uri="{FF2B5EF4-FFF2-40B4-BE49-F238E27FC236}">
                <a16:creationId xmlns:a16="http://schemas.microsoft.com/office/drawing/2014/main" id="{24217A56-6ACF-4CCF-C057-2B0FC3CC1466}"/>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03430" name="Rectangle 5">
            <a:extLst>
              <a:ext uri="{FF2B5EF4-FFF2-40B4-BE49-F238E27FC236}">
                <a16:creationId xmlns:a16="http://schemas.microsoft.com/office/drawing/2014/main" id="{BF87C180-9BAB-0B1B-4F3C-2575B58C7B3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03431" name="Rectangle 6">
            <a:extLst>
              <a:ext uri="{FF2B5EF4-FFF2-40B4-BE49-F238E27FC236}">
                <a16:creationId xmlns:a16="http://schemas.microsoft.com/office/drawing/2014/main" id="{2368F3E5-02AF-FC7C-8D5D-FCABF283A94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03432" name="Rectangle 7">
            <a:extLst>
              <a:ext uri="{FF2B5EF4-FFF2-40B4-BE49-F238E27FC236}">
                <a16:creationId xmlns:a16="http://schemas.microsoft.com/office/drawing/2014/main" id="{43386030-4EAE-3AE7-9338-0726A7E9CBB0}"/>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03433" name="Rectangle 8">
            <a:extLst>
              <a:ext uri="{FF2B5EF4-FFF2-40B4-BE49-F238E27FC236}">
                <a16:creationId xmlns:a16="http://schemas.microsoft.com/office/drawing/2014/main" id="{9D546890-693D-809D-BFBB-5925CB71F28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202" name="Text Box 9">
            <a:extLst>
              <a:ext uri="{FF2B5EF4-FFF2-40B4-BE49-F238E27FC236}">
                <a16:creationId xmlns:a16="http://schemas.microsoft.com/office/drawing/2014/main" id="{E50D7A7A-E81C-4EC3-7913-2751F20FC70D}"/>
              </a:ext>
            </a:extLst>
          </p:cNvPr>
          <p:cNvSpPr txBox="1">
            <a:spLocks noChangeArrowheads="1"/>
          </p:cNvSpPr>
          <p:nvPr/>
        </p:nvSpPr>
        <p:spPr bwMode="auto">
          <a:xfrm>
            <a:off x="1143000" y="0"/>
            <a:ext cx="5187950" cy="641350"/>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1" fontAlgn="auto" hangingPunct="1">
              <a:spcBef>
                <a:spcPts val="0"/>
              </a:spcBef>
              <a:spcAft>
                <a:spcPts val="0"/>
              </a:spcAft>
              <a:defRPr/>
            </a:pPr>
            <a:r>
              <a:rPr lang="en-US" sz="3600" dirty="0">
                <a:solidFill>
                  <a:schemeClr val="hlink"/>
                </a:solidFill>
                <a:effectLst>
                  <a:outerShdw blurRad="38100" dist="38100" dir="2700000" algn="tl">
                    <a:srgbClr val="000000">
                      <a:alpha val="43137"/>
                    </a:srgbClr>
                  </a:outerShdw>
                </a:effectLst>
                <a:latin typeface="Times New Roman" pitchFamily="18" charset="0"/>
              </a:rPr>
              <a:t>10.3.6  Other Cyclic Codes</a:t>
            </a:r>
          </a:p>
        </p:txBody>
      </p:sp>
      <p:sp>
        <p:nvSpPr>
          <p:cNvPr id="103435" name="Rectangle 10">
            <a:extLst>
              <a:ext uri="{FF2B5EF4-FFF2-40B4-BE49-F238E27FC236}">
                <a16:creationId xmlns:a16="http://schemas.microsoft.com/office/drawing/2014/main" id="{F20C9E78-E0DC-BCBD-034F-6F1B63CE58E5}"/>
              </a:ext>
            </a:extLst>
          </p:cNvPr>
          <p:cNvSpPr>
            <a:spLocks noChangeArrowheads="1"/>
          </p:cNvSpPr>
          <p:nvPr/>
        </p:nvSpPr>
        <p:spPr bwMode="auto">
          <a:xfrm>
            <a:off x="381000" y="1293813"/>
            <a:ext cx="7924800" cy="3508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b="1" i="1">
                <a:latin typeface="Times New Roman" panose="02020603050405020304" pitchFamily="18" charset="0"/>
              </a:rPr>
              <a:t>The cyclic codes we have discussed in this section are very simple. The check bits and syndromes can be calculated by simple algebra. There are, however, more powerful polynomials that are based on abstract algebra involving Galois fields. These are beyond the scope of this book. One of the most interesting of these codes is the Reed-Solomon code used today for both detection and correction.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474" name="Slide Number Placeholder 1">
            <a:extLst>
              <a:ext uri="{FF2B5EF4-FFF2-40B4-BE49-F238E27FC236}">
                <a16:creationId xmlns:a16="http://schemas.microsoft.com/office/drawing/2014/main" id="{7635058E-A954-A9FF-DAAD-17EFC7C6BDD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B260B75C-7A01-4197-BEDB-0F670DC6F3D8}" type="slidenum">
              <a:rPr lang="en-US" altLang="en-US" sz="1200" b="1" smtClean="0">
                <a:latin typeface="Arial" panose="020B0604020202020204" pitchFamily="34" charset="0"/>
              </a:rPr>
              <a:pPr fontAlgn="base">
                <a:spcBef>
                  <a:spcPct val="0"/>
                </a:spcBef>
                <a:spcAft>
                  <a:spcPct val="0"/>
                </a:spcAft>
              </a:pPr>
              <a:t>48</a:t>
            </a:fld>
            <a:endParaRPr lang="en-US" altLang="en-US" sz="1200" b="1">
              <a:latin typeface="Arial" panose="020B0604020202020204" pitchFamily="34" charset="0"/>
            </a:endParaRPr>
          </a:p>
        </p:txBody>
      </p:sp>
      <p:sp>
        <p:nvSpPr>
          <p:cNvPr id="911362" name="Rectangle 2">
            <a:extLst>
              <a:ext uri="{FF2B5EF4-FFF2-40B4-BE49-F238E27FC236}">
                <a16:creationId xmlns:a16="http://schemas.microsoft.com/office/drawing/2014/main" id="{CD6753AC-FE36-A432-78BB-A82715E1E578}"/>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eaLnBrk="1" fontAlgn="auto" hangingPunct="1">
              <a:spcBef>
                <a:spcPts val="0"/>
              </a:spcBef>
              <a:spcAft>
                <a:spcPts val="0"/>
              </a:spcAft>
              <a:defRPr/>
            </a:pPr>
            <a:endParaRPr lang="en-US" dirty="0">
              <a:effectLst>
                <a:outerShdw blurRad="38100" dist="38100" dir="2700000" algn="tl">
                  <a:srgbClr val="FFFFFF"/>
                </a:outerShdw>
              </a:effectLst>
              <a:latin typeface="Times New Roman" pitchFamily="18" charset="0"/>
            </a:endParaRPr>
          </a:p>
        </p:txBody>
      </p:sp>
      <p:sp>
        <p:nvSpPr>
          <p:cNvPr id="911363" name="Text Box 3">
            <a:extLst>
              <a:ext uri="{FF2B5EF4-FFF2-40B4-BE49-F238E27FC236}">
                <a16:creationId xmlns:a16="http://schemas.microsoft.com/office/drawing/2014/main" id="{7F82435D-E221-7297-D0D1-909B23B46C00}"/>
              </a:ext>
            </a:extLst>
          </p:cNvPr>
          <p:cNvSpPr txBox="1">
            <a:spLocks noChangeArrowheads="1"/>
          </p:cNvSpPr>
          <p:nvPr/>
        </p:nvSpPr>
        <p:spPr bwMode="auto">
          <a:xfrm>
            <a:off x="228600" y="406400"/>
            <a:ext cx="3627438" cy="1066800"/>
          </a:xfrm>
          <a:prstGeom prst="rect">
            <a:avLst/>
          </a:prstGeom>
          <a:noFill/>
          <a:ln w="9525">
            <a:noFill/>
            <a:miter lim="800000"/>
            <a:headEnd/>
            <a:tailEnd/>
          </a:ln>
          <a:effectLst/>
        </p:spPr>
        <p:txBody>
          <a:bodyPr wrap="none">
            <a:spAutoFit/>
          </a:bodyPr>
          <a:lstStyle/>
          <a:p>
            <a:pPr marL="0" lvl="2" eaLnBrk="1" fontAlgn="auto" hangingPunct="1">
              <a:spcBef>
                <a:spcPts val="0"/>
              </a:spcBef>
              <a:spcAft>
                <a:spcPts val="0"/>
              </a:spcAft>
              <a:defRPr/>
            </a:pPr>
            <a:r>
              <a:rPr lang="en-US" dirty="0">
                <a:effectLst>
                  <a:outerShdw blurRad="38100" dist="38100" dir="2700000" algn="tl">
                    <a:srgbClr val="C0C0C0"/>
                  </a:outerShdw>
                </a:effectLst>
                <a:latin typeface="Times" pitchFamily="18" charset="0"/>
              </a:rPr>
              <a:t>10-4   CHECKSUM</a:t>
            </a:r>
          </a:p>
          <a:p>
            <a:pPr marL="0" lvl="2" eaLnBrk="1" fontAlgn="auto" hangingPunct="1">
              <a:spcBef>
                <a:spcPts val="0"/>
              </a:spcBef>
              <a:spcAft>
                <a:spcPts val="0"/>
              </a:spcAft>
              <a:defRPr/>
            </a:pPr>
            <a:endParaRPr lang="en-US" dirty="0">
              <a:effectLst>
                <a:outerShdw blurRad="38100" dist="38100" dir="2700000" algn="tl">
                  <a:srgbClr val="C0C0C0"/>
                </a:outerShdw>
              </a:effectLst>
              <a:latin typeface="Times" pitchFamily="18" charset="0"/>
            </a:endParaRPr>
          </a:p>
        </p:txBody>
      </p:sp>
      <p:sp>
        <p:nvSpPr>
          <p:cNvPr id="105477" name="Text Box 4">
            <a:extLst>
              <a:ext uri="{FF2B5EF4-FFF2-40B4-BE49-F238E27FC236}">
                <a16:creationId xmlns:a16="http://schemas.microsoft.com/office/drawing/2014/main" id="{21B19182-D41C-69F7-B2E5-3EF8368D8507}"/>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endParaRPr lang="en-US" altLang="en-US" b="1">
              <a:latin typeface="Times New Roman" panose="02020603050405020304" pitchFamily="18" charset="0"/>
            </a:endParaRPr>
          </a:p>
        </p:txBody>
      </p:sp>
      <p:sp>
        <p:nvSpPr>
          <p:cNvPr id="105478" name="Rectangle 8">
            <a:extLst>
              <a:ext uri="{FF2B5EF4-FFF2-40B4-BE49-F238E27FC236}">
                <a16:creationId xmlns:a16="http://schemas.microsoft.com/office/drawing/2014/main" id="{3079FF78-3AB5-8951-83AB-220DF304CA47}"/>
              </a:ext>
            </a:extLst>
          </p:cNvPr>
          <p:cNvSpPr>
            <a:spLocks noChangeArrowheads="1"/>
          </p:cNvSpPr>
          <p:nvPr/>
        </p:nvSpPr>
        <p:spPr bwMode="auto">
          <a:xfrm>
            <a:off x="381000" y="1658938"/>
            <a:ext cx="8077200" cy="447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3200" b="1" i="1">
                <a:latin typeface="Times-Roman"/>
              </a:rPr>
              <a:t>Checksum is an error-detecting technique that can be applied to a message of any length. In the Internet, the checksum technique is mostly used at the network and transport layer rather than the data-link layer. However, to make our discussion of error detecting</a:t>
            </a:r>
          </a:p>
          <a:p>
            <a:pPr algn="just" eaLnBrk="1" hangingPunct="1"/>
            <a:r>
              <a:rPr lang="en-US" altLang="en-US" sz="3200" b="1" i="1">
                <a:latin typeface="Times-Roman"/>
              </a:rPr>
              <a:t>techniques complete, we discuss the checksum in this chapter.</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Number Placeholder 1">
            <a:extLst>
              <a:ext uri="{FF2B5EF4-FFF2-40B4-BE49-F238E27FC236}">
                <a16:creationId xmlns:a16="http://schemas.microsoft.com/office/drawing/2014/main" id="{B78623F4-1F9E-F54B-5448-2D905F5804E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972DE9FB-EB9A-49EC-B9BD-5F84FCD9F386}" type="slidenum">
              <a:rPr lang="en-US" altLang="en-US" sz="1200" b="1" smtClean="0">
                <a:latin typeface="Arial" panose="020B0604020202020204" pitchFamily="34" charset="0"/>
              </a:rPr>
              <a:pPr fontAlgn="base">
                <a:spcBef>
                  <a:spcPct val="0"/>
                </a:spcBef>
                <a:spcAft>
                  <a:spcPct val="0"/>
                </a:spcAft>
              </a:pPr>
              <a:t>49</a:t>
            </a:fld>
            <a:endParaRPr lang="en-US" altLang="en-US" sz="1200" b="1">
              <a:latin typeface="Arial" panose="020B0604020202020204" pitchFamily="34" charset="0"/>
            </a:endParaRPr>
          </a:p>
        </p:txBody>
      </p:sp>
      <p:sp>
        <p:nvSpPr>
          <p:cNvPr id="107523" name="Rectangle 14">
            <a:extLst>
              <a:ext uri="{FF2B5EF4-FFF2-40B4-BE49-F238E27FC236}">
                <a16:creationId xmlns:a16="http://schemas.microsoft.com/office/drawing/2014/main" id="{6F6D0877-5BC5-8DC1-A923-61FB03919261}"/>
              </a:ext>
            </a:extLst>
          </p:cNvPr>
          <p:cNvSpPr>
            <a:spLocks noChangeArrowheads="1"/>
          </p:cNvSpPr>
          <p:nvPr/>
        </p:nvSpPr>
        <p:spPr bwMode="auto">
          <a:xfrm>
            <a:off x="152400" y="133350"/>
            <a:ext cx="815340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2000" b="1" i="1">
                <a:solidFill>
                  <a:srgbClr val="FF0000"/>
                </a:solidFill>
                <a:latin typeface="Times-BoldItalic"/>
              </a:rPr>
              <a:t>Figure 10.15:  </a:t>
            </a:r>
            <a:r>
              <a:rPr lang="en-US" altLang="en-US" sz="2000" b="1" i="1">
                <a:latin typeface="Times-BoldItalic"/>
              </a:rPr>
              <a:t>Checksum</a:t>
            </a:r>
          </a:p>
        </p:txBody>
      </p:sp>
      <p:pic>
        <p:nvPicPr>
          <p:cNvPr id="27652" name="Picture 4">
            <a:extLst>
              <a:ext uri="{FF2B5EF4-FFF2-40B4-BE49-F238E27FC236}">
                <a16:creationId xmlns:a16="http://schemas.microsoft.com/office/drawing/2014/main" id="{8F4E4552-7463-9BEA-7359-748CB93FAB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925" y="1260475"/>
            <a:ext cx="3673475" cy="399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3" name="Picture 5">
            <a:extLst>
              <a:ext uri="{FF2B5EF4-FFF2-40B4-BE49-F238E27FC236}">
                <a16:creationId xmlns:a16="http://schemas.microsoft.com/office/drawing/2014/main" id="{0F85AD80-9C23-5E6C-FC53-444CE0934C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7125" y="1260475"/>
            <a:ext cx="3673475" cy="399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Arrow Connector 2">
            <a:extLst>
              <a:ext uri="{FF2B5EF4-FFF2-40B4-BE49-F238E27FC236}">
                <a16:creationId xmlns:a16="http://schemas.microsoft.com/office/drawing/2014/main" id="{B651B0EC-84A9-1BDB-45B2-98070A3B6AB1}"/>
              </a:ext>
            </a:extLst>
          </p:cNvPr>
          <p:cNvCxnSpPr/>
          <p:nvPr/>
        </p:nvCxnSpPr>
        <p:spPr bwMode="auto">
          <a:xfrm>
            <a:off x="3811588" y="4641850"/>
            <a:ext cx="1217612" cy="6350"/>
          </a:xfrm>
          <a:prstGeom prst="straightConnector1">
            <a:avLst/>
          </a:prstGeom>
          <a:ln w="57150">
            <a:solidFill>
              <a:srgbClr val="FF0000"/>
            </a:solidFill>
            <a:headEnd type="none" w="med" len="med"/>
            <a:tailEnd type="arrow"/>
          </a:ln>
        </p:spPr>
        <p:style>
          <a:lnRef idx="2">
            <a:schemeClr val="accent4"/>
          </a:lnRef>
          <a:fillRef idx="0">
            <a:schemeClr val="accent4"/>
          </a:fillRef>
          <a:effectRef idx="1">
            <a:schemeClr val="accent4"/>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7652"/>
                                        </p:tgtEl>
                                        <p:attrNameLst>
                                          <p:attrName>style.visibility</p:attrName>
                                        </p:attrNameLst>
                                      </p:cBhvr>
                                      <p:to>
                                        <p:strVal val="visible"/>
                                      </p:to>
                                    </p:set>
                                    <p:animEffect transition="in" filter="wipe(up)">
                                      <p:cBhvr>
                                        <p:cTn id="7" dur="500"/>
                                        <p:tgtEl>
                                          <p:spTgt spid="276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7653"/>
                                        </p:tgtEl>
                                        <p:attrNameLst>
                                          <p:attrName>style.visibility</p:attrName>
                                        </p:attrNameLst>
                                      </p:cBhvr>
                                      <p:to>
                                        <p:strVal val="visible"/>
                                      </p:to>
                                    </p:set>
                                    <p:animEffect transition="in" filter="wipe(down)">
                                      <p:cBhvr>
                                        <p:cTn id="17" dur="500"/>
                                        <p:tgtEl>
                                          <p:spTgt spid="27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20">
            <a:extLst>
              <a:ext uri="{FF2B5EF4-FFF2-40B4-BE49-F238E27FC236}">
                <a16:creationId xmlns:a16="http://schemas.microsoft.com/office/drawing/2014/main" id="{3734DABE-7708-909F-A3BA-9E1FCE42D2FD}"/>
              </a:ext>
            </a:extLst>
          </p:cNvPr>
          <p:cNvSpPr txBox="1">
            <a:spLocks noChangeArrowheads="1"/>
          </p:cNvSpPr>
          <p:nvPr/>
        </p:nvSpPr>
        <p:spPr bwMode="auto">
          <a:xfrm>
            <a:off x="76200" y="696913"/>
            <a:ext cx="8839200"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a:latin typeface="Times New Roman" panose="02020603050405020304" pitchFamily="18" charset="0"/>
                <a:cs typeface="Times New Roman" panose="02020603050405020304" pitchFamily="18" charset="0"/>
              </a:rPr>
              <a:t>Suppose the message is a list of five 4-bit numbers that we want to send to a destination. In addition to sending these numbers, we send the sum of the numbers. For example, if the set of numbers is (7, 11, 12, 0, 6), we send (7, 11, 12, 0, 6, </a:t>
            </a:r>
            <a:r>
              <a:rPr lang="en-US" altLang="en-US" sz="2800" b="1">
                <a:solidFill>
                  <a:srgbClr val="FF0000"/>
                </a:solidFill>
                <a:latin typeface="Times New Roman" panose="02020603050405020304" pitchFamily="18" charset="0"/>
                <a:cs typeface="Times New Roman" panose="02020603050405020304" pitchFamily="18" charset="0"/>
              </a:rPr>
              <a:t>36</a:t>
            </a:r>
            <a:r>
              <a:rPr lang="en-US" altLang="en-US" sz="2800">
                <a:latin typeface="Times New Roman" panose="02020603050405020304" pitchFamily="18" charset="0"/>
                <a:cs typeface="Times New Roman" panose="02020603050405020304" pitchFamily="18" charset="0"/>
              </a:rPr>
              <a:t>), where </a:t>
            </a:r>
            <a:r>
              <a:rPr lang="en-US" altLang="en-US" sz="2800" b="1">
                <a:solidFill>
                  <a:srgbClr val="FF0000"/>
                </a:solidFill>
                <a:latin typeface="Times New Roman" panose="02020603050405020304" pitchFamily="18" charset="0"/>
                <a:cs typeface="Times New Roman" panose="02020603050405020304" pitchFamily="18" charset="0"/>
              </a:rPr>
              <a:t>36</a:t>
            </a:r>
            <a:r>
              <a:rPr lang="en-US" altLang="en-US" sz="2800">
                <a:latin typeface="Times New Roman" panose="02020603050405020304" pitchFamily="18" charset="0"/>
                <a:cs typeface="Times New Roman" panose="02020603050405020304" pitchFamily="18" charset="0"/>
              </a:rPr>
              <a:t> is the sum of the original numbers. The receiver adds the five numbers and compares the result with the sum. If the two are the same, the receiver assumes no error, accepts the five numbers, and discards the sum. Otherwise, there is an error somewhere and the message not accepted.</a:t>
            </a:r>
          </a:p>
        </p:txBody>
      </p:sp>
      <p:grpSp>
        <p:nvGrpSpPr>
          <p:cNvPr id="109571" name="Group 23">
            <a:extLst>
              <a:ext uri="{FF2B5EF4-FFF2-40B4-BE49-F238E27FC236}">
                <a16:creationId xmlns:a16="http://schemas.microsoft.com/office/drawing/2014/main" id="{FE5EDFEC-2685-2D33-E04B-A2299F43C3A4}"/>
              </a:ext>
            </a:extLst>
          </p:cNvPr>
          <p:cNvGrpSpPr>
            <a:grpSpLocks/>
          </p:cNvGrpSpPr>
          <p:nvPr/>
        </p:nvGrpSpPr>
        <p:grpSpPr bwMode="auto">
          <a:xfrm>
            <a:off x="0" y="0"/>
            <a:ext cx="9144000" cy="609600"/>
            <a:chOff x="0" y="2448"/>
            <a:chExt cx="5760" cy="384"/>
          </a:xfrm>
        </p:grpSpPr>
        <p:sp>
          <p:nvSpPr>
            <p:cNvPr id="109573" name="Rectangle 22">
              <a:extLst>
                <a:ext uri="{FF2B5EF4-FFF2-40B4-BE49-F238E27FC236}">
                  <a16:creationId xmlns:a16="http://schemas.microsoft.com/office/drawing/2014/main" id="{04CC363D-2F17-94E5-8B13-850EE973D9C5}"/>
                </a:ext>
              </a:extLst>
            </p:cNvPr>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endParaRPr lang="en-US" altLang="en-US" sz="3200" b="1" i="1">
                <a:latin typeface="Baby Kruffy"/>
              </a:endParaRPr>
            </a:p>
          </p:txBody>
        </p:sp>
        <p:sp>
          <p:nvSpPr>
            <p:cNvPr id="630799" name="Text Box 15">
              <a:extLst>
                <a:ext uri="{FF2B5EF4-FFF2-40B4-BE49-F238E27FC236}">
                  <a16:creationId xmlns:a16="http://schemas.microsoft.com/office/drawing/2014/main" id="{43A68960-D83E-D439-F8FE-7556941A9E62}"/>
                </a:ext>
              </a:extLst>
            </p:cNvPr>
            <p:cNvSpPr txBox="1">
              <a:spLocks noChangeArrowheads="1"/>
            </p:cNvSpPr>
            <p:nvPr/>
          </p:nvSpPr>
          <p:spPr bwMode="auto">
            <a:xfrm>
              <a:off x="0" y="2448"/>
              <a:ext cx="2029" cy="371"/>
            </a:xfrm>
            <a:prstGeom prst="rect">
              <a:avLst/>
            </a:prstGeom>
            <a:solidFill>
              <a:srgbClr val="2CB843"/>
            </a:solidFill>
            <a:ln w="9525">
              <a:solidFill>
                <a:srgbClr val="00CC00"/>
              </a:solidFill>
              <a:miter lim="800000"/>
              <a:headEnd/>
              <a:tailEnd/>
            </a:ln>
            <a:effectLst/>
          </p:spPr>
          <p:txBody>
            <a:bodyPr wrap="none">
              <a:spAutoFit/>
            </a:bodyPr>
            <a:lstStyle/>
            <a:p>
              <a:pPr eaLnBrk="1" fontAlgn="auto" hangingPunct="1">
                <a:spcBef>
                  <a:spcPts val="0"/>
                </a:spcBef>
                <a:spcAft>
                  <a:spcPts val="0"/>
                </a:spcAft>
                <a:defRPr/>
              </a:pPr>
              <a:r>
                <a:rPr lang="en-US" dirty="0">
                  <a:solidFill>
                    <a:schemeClr val="bg1"/>
                  </a:solidFill>
                  <a:latin typeface="+mj-lt"/>
                  <a:ea typeface="Adobe Gothic Std B" pitchFamily="34" charset="-128"/>
                </a:rPr>
                <a:t>Example 10.11</a:t>
              </a:r>
            </a:p>
          </p:txBody>
        </p:sp>
      </p:grpSp>
      <p:sp>
        <p:nvSpPr>
          <p:cNvPr id="109572" name="Slide Number Placeholder 1">
            <a:extLst>
              <a:ext uri="{FF2B5EF4-FFF2-40B4-BE49-F238E27FC236}">
                <a16:creationId xmlns:a16="http://schemas.microsoft.com/office/drawing/2014/main" id="{1B742493-E29F-D86D-BFC2-3397C0491173}"/>
              </a:ext>
            </a:extLst>
          </p:cNvPr>
          <p:cNvSpPr txBox="1">
            <a:spLocks noGrp="1"/>
          </p:cNvSpPr>
          <p:nvPr/>
        </p:nvSpPr>
        <p:spPr bwMode="auto">
          <a:xfrm>
            <a:off x="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1200" b="1">
                <a:latin typeface="Arial" panose="020B0604020202020204" pitchFamily="34" charset="0"/>
              </a:rPr>
              <a:t>10.</a:t>
            </a:r>
            <a:fld id="{04170674-9F59-42C3-8DAD-79E9CA4C2DAE}" type="slidenum">
              <a:rPr lang="en-US" altLang="en-US" sz="1200" b="1">
                <a:latin typeface="Arial" panose="020B0604020202020204" pitchFamily="34" charset="0"/>
              </a:rPr>
              <a:pPr eaLnBrk="1" hangingPunct="1"/>
              <a:t>50</a:t>
            </a:fld>
            <a:endParaRPr lang="en-US" altLang="en-US" sz="1200" b="1">
              <a:latin typeface="Arial" panose="020B060402020202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ext Box 20">
            <a:extLst>
              <a:ext uri="{FF2B5EF4-FFF2-40B4-BE49-F238E27FC236}">
                <a16:creationId xmlns:a16="http://schemas.microsoft.com/office/drawing/2014/main" id="{ECA4E76D-1973-B8FE-8AA3-547120772802}"/>
              </a:ext>
            </a:extLst>
          </p:cNvPr>
          <p:cNvSpPr txBox="1">
            <a:spLocks noChangeArrowheads="1"/>
          </p:cNvSpPr>
          <p:nvPr/>
        </p:nvSpPr>
        <p:spPr bwMode="auto">
          <a:xfrm>
            <a:off x="76200" y="696913"/>
            <a:ext cx="883920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a:latin typeface="Times New Roman" panose="02020603050405020304" pitchFamily="18" charset="0"/>
                <a:cs typeface="Times New Roman" panose="02020603050405020304" pitchFamily="18" charset="0"/>
              </a:rPr>
              <a:t>In the previous example, the decimal number 36 in binary is (100100)2. To change it to a 4-bit number we add the extra leftmost bit to the right four bits as shown below.</a:t>
            </a:r>
          </a:p>
        </p:txBody>
      </p:sp>
      <p:grpSp>
        <p:nvGrpSpPr>
          <p:cNvPr id="111619" name="Group 23">
            <a:extLst>
              <a:ext uri="{FF2B5EF4-FFF2-40B4-BE49-F238E27FC236}">
                <a16:creationId xmlns:a16="http://schemas.microsoft.com/office/drawing/2014/main" id="{58F47067-EEB0-F867-B58D-A2B3D5AEEF91}"/>
              </a:ext>
            </a:extLst>
          </p:cNvPr>
          <p:cNvGrpSpPr>
            <a:grpSpLocks/>
          </p:cNvGrpSpPr>
          <p:nvPr/>
        </p:nvGrpSpPr>
        <p:grpSpPr bwMode="auto">
          <a:xfrm>
            <a:off x="0" y="0"/>
            <a:ext cx="9144000" cy="609600"/>
            <a:chOff x="0" y="2448"/>
            <a:chExt cx="5760" cy="384"/>
          </a:xfrm>
        </p:grpSpPr>
        <p:sp>
          <p:nvSpPr>
            <p:cNvPr id="111625" name="Rectangle 22">
              <a:extLst>
                <a:ext uri="{FF2B5EF4-FFF2-40B4-BE49-F238E27FC236}">
                  <a16:creationId xmlns:a16="http://schemas.microsoft.com/office/drawing/2014/main" id="{871670AD-61B7-2A7F-9993-C3773E730028}"/>
                </a:ext>
              </a:extLst>
            </p:cNvPr>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endParaRPr lang="en-US" altLang="en-US" sz="3200" b="1" i="1">
                <a:latin typeface="Baby Kruffy"/>
              </a:endParaRPr>
            </a:p>
          </p:txBody>
        </p:sp>
        <p:sp>
          <p:nvSpPr>
            <p:cNvPr id="630799" name="Text Box 15">
              <a:extLst>
                <a:ext uri="{FF2B5EF4-FFF2-40B4-BE49-F238E27FC236}">
                  <a16:creationId xmlns:a16="http://schemas.microsoft.com/office/drawing/2014/main" id="{16EC6D38-0E92-32CC-F525-7B889E810005}"/>
                </a:ext>
              </a:extLst>
            </p:cNvPr>
            <p:cNvSpPr txBox="1">
              <a:spLocks noChangeArrowheads="1"/>
            </p:cNvSpPr>
            <p:nvPr/>
          </p:nvSpPr>
          <p:spPr bwMode="auto">
            <a:xfrm>
              <a:off x="0" y="2448"/>
              <a:ext cx="2029" cy="371"/>
            </a:xfrm>
            <a:prstGeom prst="rect">
              <a:avLst/>
            </a:prstGeom>
            <a:solidFill>
              <a:srgbClr val="2CB843"/>
            </a:solidFill>
            <a:ln w="9525">
              <a:solidFill>
                <a:srgbClr val="00CC00"/>
              </a:solidFill>
              <a:miter lim="800000"/>
              <a:headEnd/>
              <a:tailEnd/>
            </a:ln>
            <a:effectLst/>
          </p:spPr>
          <p:txBody>
            <a:bodyPr wrap="none">
              <a:spAutoFit/>
            </a:bodyPr>
            <a:lstStyle/>
            <a:p>
              <a:pPr eaLnBrk="1" fontAlgn="auto" hangingPunct="1">
                <a:spcBef>
                  <a:spcPts val="0"/>
                </a:spcBef>
                <a:spcAft>
                  <a:spcPts val="0"/>
                </a:spcAft>
                <a:defRPr/>
              </a:pPr>
              <a:r>
                <a:rPr lang="en-US" dirty="0">
                  <a:solidFill>
                    <a:schemeClr val="bg1"/>
                  </a:solidFill>
                  <a:latin typeface="+mj-lt"/>
                  <a:ea typeface="Adobe Gothic Std B" pitchFamily="34" charset="-128"/>
                </a:rPr>
                <a:t>Example 10.12</a:t>
              </a:r>
            </a:p>
          </p:txBody>
        </p:sp>
      </p:grpSp>
      <p:sp>
        <p:nvSpPr>
          <p:cNvPr id="8" name="Text Box 20">
            <a:extLst>
              <a:ext uri="{FF2B5EF4-FFF2-40B4-BE49-F238E27FC236}">
                <a16:creationId xmlns:a16="http://schemas.microsoft.com/office/drawing/2014/main" id="{5422EA01-A75B-9918-DAA7-0C1FF34886C0}"/>
              </a:ext>
            </a:extLst>
          </p:cNvPr>
          <p:cNvSpPr txBox="1">
            <a:spLocks noChangeArrowheads="1"/>
          </p:cNvSpPr>
          <p:nvPr/>
        </p:nvSpPr>
        <p:spPr bwMode="auto">
          <a:xfrm>
            <a:off x="76200" y="3733800"/>
            <a:ext cx="88392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a:latin typeface="Times New Roman" panose="02020603050405020304" pitchFamily="18" charset="0"/>
                <a:cs typeface="Times New Roman" panose="02020603050405020304" pitchFamily="18" charset="0"/>
              </a:rPr>
              <a:t>Instead of sending 36 as the sum, we can send 6 as the sum (7, 11, 12, 0, 6, 6). The receiver can add the first five numbers in one’s complement arithmetic. If the result is 6, the numbers are accepted; otherwise, they are rejected.</a:t>
            </a:r>
          </a:p>
        </p:txBody>
      </p:sp>
      <p:grpSp>
        <p:nvGrpSpPr>
          <p:cNvPr id="4" name="Group 3">
            <a:extLst>
              <a:ext uri="{FF2B5EF4-FFF2-40B4-BE49-F238E27FC236}">
                <a16:creationId xmlns:a16="http://schemas.microsoft.com/office/drawing/2014/main" id="{B39F01F5-090B-4F0A-0C7E-A5E4EE08D859}"/>
              </a:ext>
            </a:extLst>
          </p:cNvPr>
          <p:cNvGrpSpPr>
            <a:grpSpLocks/>
          </p:cNvGrpSpPr>
          <p:nvPr/>
        </p:nvGrpSpPr>
        <p:grpSpPr bwMode="auto">
          <a:xfrm>
            <a:off x="1360488" y="2609850"/>
            <a:ext cx="6216650" cy="857250"/>
            <a:chOff x="1359694" y="2609850"/>
            <a:chExt cx="6217920" cy="856543"/>
          </a:xfrm>
        </p:grpSpPr>
        <p:pic>
          <p:nvPicPr>
            <p:cNvPr id="111623" name="Picture 2">
              <a:extLst>
                <a:ext uri="{FF2B5EF4-FFF2-40B4-BE49-F238E27FC236}">
                  <a16:creationId xmlns:a16="http://schemas.microsoft.com/office/drawing/2014/main" id="{98D790D8-A8F0-CF62-E459-831D2EDE37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9694" y="2609850"/>
              <a:ext cx="6171429" cy="856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624" name="Rectangle 2">
              <a:extLst>
                <a:ext uri="{FF2B5EF4-FFF2-40B4-BE49-F238E27FC236}">
                  <a16:creationId xmlns:a16="http://schemas.microsoft.com/office/drawing/2014/main" id="{870EABE3-9852-73A9-F1CC-E31F0F31F265}"/>
                </a:ext>
              </a:extLst>
            </p:cNvPr>
            <p:cNvSpPr>
              <a:spLocks noChangeArrowheads="1"/>
            </p:cNvSpPr>
            <p:nvPr/>
          </p:nvSpPr>
          <p:spPr bwMode="auto">
            <a:xfrm>
              <a:off x="1359694" y="2801057"/>
              <a:ext cx="6217920" cy="548640"/>
            </a:xfrm>
            <a:prstGeom prst="rect">
              <a:avLst/>
            </a:prstGeom>
            <a:noFill/>
            <a:ln w="571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endParaRPr lang="en-US" altLang="en-US" sz="3200" b="1" i="1">
                <a:latin typeface="Baby Kruffy"/>
              </a:endParaRPr>
            </a:p>
          </p:txBody>
        </p:sp>
      </p:grpSp>
      <p:sp>
        <p:nvSpPr>
          <p:cNvPr id="111622" name="Slide Number Placeholder 1">
            <a:extLst>
              <a:ext uri="{FF2B5EF4-FFF2-40B4-BE49-F238E27FC236}">
                <a16:creationId xmlns:a16="http://schemas.microsoft.com/office/drawing/2014/main" id="{1DA0087D-3BCB-CF8B-E0BF-65AADCE9515B}"/>
              </a:ext>
            </a:extLst>
          </p:cNvPr>
          <p:cNvSpPr txBox="1">
            <a:spLocks noGrp="1"/>
          </p:cNvSpPr>
          <p:nvPr/>
        </p:nvSpPr>
        <p:spPr bwMode="auto">
          <a:xfrm>
            <a:off x="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1200" b="1">
                <a:latin typeface="Arial" panose="020B0604020202020204" pitchFamily="34" charset="0"/>
              </a:rPr>
              <a:t>10.</a:t>
            </a:r>
            <a:fld id="{899741D2-11E8-411D-B2A4-535AC29B58FA}" type="slidenum">
              <a:rPr lang="en-US" altLang="en-US" sz="1200" b="1">
                <a:latin typeface="Arial" panose="020B0604020202020204" pitchFamily="34" charset="0"/>
              </a:rPr>
              <a:pPr eaLnBrk="1" hangingPunct="1"/>
              <a:t>51</a:t>
            </a:fld>
            <a:endParaRPr lang="en-US" altLang="en-US" sz="1200" b="1">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14">
            <a:extLst>
              <a:ext uri="{FF2B5EF4-FFF2-40B4-BE49-F238E27FC236}">
                <a16:creationId xmlns:a16="http://schemas.microsoft.com/office/drawing/2014/main" id="{A7FD477F-2DBA-C6B1-E682-F45E63A68689}"/>
              </a:ext>
            </a:extLst>
          </p:cNvPr>
          <p:cNvSpPr>
            <a:spLocks noChangeArrowheads="1"/>
          </p:cNvSpPr>
          <p:nvPr/>
        </p:nvSpPr>
        <p:spPr bwMode="auto">
          <a:xfrm>
            <a:off x="838200" y="71438"/>
            <a:ext cx="8153400" cy="457200"/>
          </a:xfrm>
          <a:prstGeom prst="rect">
            <a:avLst/>
          </a:prstGeom>
          <a:solidFill>
            <a:sysClr val="window" lastClr="FFFFFF"/>
          </a:solidFill>
          <a:ln>
            <a:noFill/>
          </a:ln>
        </p:spPr>
        <p:txBody>
          <a:bodyPr>
            <a:spAutoFit/>
          </a:bodyPr>
          <a:lstStyle/>
          <a:p>
            <a:pPr eaLnBrk="1" fontAlgn="auto" hangingPunct="1">
              <a:spcBef>
                <a:spcPts val="0"/>
              </a:spcBef>
              <a:spcAft>
                <a:spcPts val="0"/>
              </a:spcAft>
              <a:defRPr/>
            </a:pPr>
            <a:r>
              <a:rPr lang="en-US" sz="2400" kern="0" dirty="0">
                <a:solidFill>
                  <a:srgbClr val="FF0000"/>
                </a:solidFill>
                <a:latin typeface="Times-BoldItalic"/>
              </a:rPr>
              <a:t>Table 10.5</a:t>
            </a:r>
            <a:r>
              <a:rPr lang="en-US" sz="2000" kern="0" dirty="0">
                <a:solidFill>
                  <a:srgbClr val="FF0000"/>
                </a:solidFill>
                <a:latin typeface="Times-BoldItalic"/>
              </a:rPr>
              <a:t>:  </a:t>
            </a:r>
            <a:r>
              <a:rPr lang="en-US" sz="2000" kern="0" dirty="0">
                <a:solidFill>
                  <a:srgbClr val="002060"/>
                </a:solidFill>
                <a:latin typeface="Times-BoldItalic"/>
              </a:rPr>
              <a:t>Procedure to calculate the traditional checksum</a:t>
            </a:r>
          </a:p>
        </p:txBody>
      </p:sp>
      <p:grpSp>
        <p:nvGrpSpPr>
          <p:cNvPr id="28" name="Group 11">
            <a:extLst>
              <a:ext uri="{FF2B5EF4-FFF2-40B4-BE49-F238E27FC236}">
                <a16:creationId xmlns:a16="http://schemas.microsoft.com/office/drawing/2014/main" id="{95D5F44D-8109-25CA-7AF5-F1D229F52C8E}"/>
              </a:ext>
            </a:extLst>
          </p:cNvPr>
          <p:cNvGrpSpPr>
            <a:grpSpLocks/>
          </p:cNvGrpSpPr>
          <p:nvPr/>
        </p:nvGrpSpPr>
        <p:grpSpPr bwMode="auto">
          <a:xfrm>
            <a:off x="3941" y="0"/>
            <a:ext cx="685800" cy="533400"/>
            <a:chOff x="144" y="144"/>
            <a:chExt cx="432" cy="336"/>
          </a:xfrm>
          <a:solidFill>
            <a:srgbClr val="3366FF"/>
          </a:solidFill>
        </p:grpSpPr>
        <p:grpSp>
          <p:nvGrpSpPr>
            <p:cNvPr id="29" name="Group 12">
              <a:extLst>
                <a:ext uri="{FF2B5EF4-FFF2-40B4-BE49-F238E27FC236}">
                  <a16:creationId xmlns:a16="http://schemas.microsoft.com/office/drawing/2014/main" id="{2F6448EA-304F-5D31-4088-37862331EE8C}"/>
                </a:ext>
              </a:extLst>
            </p:cNvPr>
            <p:cNvGrpSpPr>
              <a:grpSpLocks/>
            </p:cNvGrpSpPr>
            <p:nvPr/>
          </p:nvGrpSpPr>
          <p:grpSpPr bwMode="auto">
            <a:xfrm>
              <a:off x="144" y="256"/>
              <a:ext cx="432" cy="112"/>
              <a:chOff x="288" y="256"/>
              <a:chExt cx="432" cy="112"/>
            </a:xfrm>
            <a:grpFill/>
          </p:grpSpPr>
          <p:sp>
            <p:nvSpPr>
              <p:cNvPr id="39" name="Rectangle 13">
                <a:extLst>
                  <a:ext uri="{FF2B5EF4-FFF2-40B4-BE49-F238E27FC236}">
                    <a16:creationId xmlns:a16="http://schemas.microsoft.com/office/drawing/2014/main" id="{54C0F515-7998-95CB-2B50-F1DA41AF5077}"/>
                  </a:ext>
                </a:extLst>
              </p:cNvPr>
              <p:cNvSpPr>
                <a:spLocks noChangeArrowheads="1"/>
              </p:cNvSpPr>
              <p:nvPr/>
            </p:nvSpPr>
            <p:spPr bwMode="auto">
              <a:xfrm>
                <a:off x="288"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sp>
            <p:nvSpPr>
              <p:cNvPr id="40" name="Rectangle 14">
                <a:extLst>
                  <a:ext uri="{FF2B5EF4-FFF2-40B4-BE49-F238E27FC236}">
                    <a16:creationId xmlns:a16="http://schemas.microsoft.com/office/drawing/2014/main" id="{31167301-8185-DAF5-DBEF-3992345781A9}"/>
                  </a:ext>
                </a:extLst>
              </p:cNvPr>
              <p:cNvSpPr>
                <a:spLocks noChangeArrowheads="1"/>
              </p:cNvSpPr>
              <p:nvPr/>
            </p:nvSpPr>
            <p:spPr bwMode="auto">
              <a:xfrm>
                <a:off x="576"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sp>
            <p:nvSpPr>
              <p:cNvPr id="41" name="Rectangle 15">
                <a:extLst>
                  <a:ext uri="{FF2B5EF4-FFF2-40B4-BE49-F238E27FC236}">
                    <a16:creationId xmlns:a16="http://schemas.microsoft.com/office/drawing/2014/main" id="{ED0A02D2-3726-EF12-FF99-17655698EDC9}"/>
                  </a:ext>
                </a:extLst>
              </p:cNvPr>
              <p:cNvSpPr>
                <a:spLocks noChangeArrowheads="1"/>
              </p:cNvSpPr>
              <p:nvPr/>
            </p:nvSpPr>
            <p:spPr bwMode="auto">
              <a:xfrm>
                <a:off x="432"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grpSp>
        <p:grpSp>
          <p:nvGrpSpPr>
            <p:cNvPr id="30" name="Group 16">
              <a:extLst>
                <a:ext uri="{FF2B5EF4-FFF2-40B4-BE49-F238E27FC236}">
                  <a16:creationId xmlns:a16="http://schemas.microsoft.com/office/drawing/2014/main" id="{150D7B55-3FEB-A4B3-B80C-749F75A88933}"/>
                </a:ext>
              </a:extLst>
            </p:cNvPr>
            <p:cNvGrpSpPr>
              <a:grpSpLocks/>
            </p:cNvGrpSpPr>
            <p:nvPr/>
          </p:nvGrpSpPr>
          <p:grpSpPr bwMode="auto">
            <a:xfrm>
              <a:off x="144" y="144"/>
              <a:ext cx="432" cy="336"/>
              <a:chOff x="144" y="144"/>
              <a:chExt cx="432" cy="336"/>
            </a:xfrm>
            <a:grpFill/>
          </p:grpSpPr>
          <p:grpSp>
            <p:nvGrpSpPr>
              <p:cNvPr id="31" name="Group 17">
                <a:extLst>
                  <a:ext uri="{FF2B5EF4-FFF2-40B4-BE49-F238E27FC236}">
                    <a16:creationId xmlns:a16="http://schemas.microsoft.com/office/drawing/2014/main" id="{4E6345C9-6F7A-96C8-E80C-5B52FBC8E506}"/>
                  </a:ext>
                </a:extLst>
              </p:cNvPr>
              <p:cNvGrpSpPr>
                <a:grpSpLocks/>
              </p:cNvGrpSpPr>
              <p:nvPr/>
            </p:nvGrpSpPr>
            <p:grpSpPr bwMode="auto">
              <a:xfrm>
                <a:off x="144" y="144"/>
                <a:ext cx="432" cy="112"/>
                <a:chOff x="288" y="256"/>
                <a:chExt cx="432" cy="112"/>
              </a:xfrm>
              <a:grpFill/>
            </p:grpSpPr>
            <p:sp>
              <p:nvSpPr>
                <p:cNvPr id="36" name="Rectangle 18">
                  <a:extLst>
                    <a:ext uri="{FF2B5EF4-FFF2-40B4-BE49-F238E27FC236}">
                      <a16:creationId xmlns:a16="http://schemas.microsoft.com/office/drawing/2014/main" id="{6E390C90-4152-1791-4EF9-C30D1035BA97}"/>
                    </a:ext>
                  </a:extLst>
                </p:cNvPr>
                <p:cNvSpPr>
                  <a:spLocks noChangeArrowheads="1"/>
                </p:cNvSpPr>
                <p:nvPr/>
              </p:nvSpPr>
              <p:spPr bwMode="auto">
                <a:xfrm>
                  <a:off x="288"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sp>
              <p:nvSpPr>
                <p:cNvPr id="37" name="Rectangle 19">
                  <a:extLst>
                    <a:ext uri="{FF2B5EF4-FFF2-40B4-BE49-F238E27FC236}">
                      <a16:creationId xmlns:a16="http://schemas.microsoft.com/office/drawing/2014/main" id="{4A761616-AF15-3449-D650-8196D403A94C}"/>
                    </a:ext>
                  </a:extLst>
                </p:cNvPr>
                <p:cNvSpPr>
                  <a:spLocks noChangeArrowheads="1"/>
                </p:cNvSpPr>
                <p:nvPr/>
              </p:nvSpPr>
              <p:spPr bwMode="auto">
                <a:xfrm>
                  <a:off x="576"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sp>
              <p:nvSpPr>
                <p:cNvPr id="38" name="Rectangle 20">
                  <a:extLst>
                    <a:ext uri="{FF2B5EF4-FFF2-40B4-BE49-F238E27FC236}">
                      <a16:creationId xmlns:a16="http://schemas.microsoft.com/office/drawing/2014/main" id="{333C651A-9263-CCBB-6C3F-61FBBCDBB801}"/>
                    </a:ext>
                  </a:extLst>
                </p:cNvPr>
                <p:cNvSpPr>
                  <a:spLocks noChangeArrowheads="1"/>
                </p:cNvSpPr>
                <p:nvPr/>
              </p:nvSpPr>
              <p:spPr bwMode="auto">
                <a:xfrm>
                  <a:off x="432"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grpSp>
          <p:grpSp>
            <p:nvGrpSpPr>
              <p:cNvPr id="32" name="Group 21">
                <a:extLst>
                  <a:ext uri="{FF2B5EF4-FFF2-40B4-BE49-F238E27FC236}">
                    <a16:creationId xmlns:a16="http://schemas.microsoft.com/office/drawing/2014/main" id="{52C6BF25-2B3F-591B-C41F-C73C35ECA1BD}"/>
                  </a:ext>
                </a:extLst>
              </p:cNvPr>
              <p:cNvGrpSpPr>
                <a:grpSpLocks/>
              </p:cNvGrpSpPr>
              <p:nvPr/>
            </p:nvGrpSpPr>
            <p:grpSpPr bwMode="auto">
              <a:xfrm>
                <a:off x="144" y="368"/>
                <a:ext cx="432" cy="112"/>
                <a:chOff x="288" y="256"/>
                <a:chExt cx="432" cy="112"/>
              </a:xfrm>
              <a:grpFill/>
            </p:grpSpPr>
            <p:sp>
              <p:nvSpPr>
                <p:cNvPr id="33" name="Rectangle 22">
                  <a:extLst>
                    <a:ext uri="{FF2B5EF4-FFF2-40B4-BE49-F238E27FC236}">
                      <a16:creationId xmlns:a16="http://schemas.microsoft.com/office/drawing/2014/main" id="{A2BE8EF7-6701-F788-3B8F-AEA4E125F77A}"/>
                    </a:ext>
                  </a:extLst>
                </p:cNvPr>
                <p:cNvSpPr>
                  <a:spLocks noChangeArrowheads="1"/>
                </p:cNvSpPr>
                <p:nvPr/>
              </p:nvSpPr>
              <p:spPr bwMode="auto">
                <a:xfrm>
                  <a:off x="288"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sp>
              <p:nvSpPr>
                <p:cNvPr id="34" name="Rectangle 23">
                  <a:extLst>
                    <a:ext uri="{FF2B5EF4-FFF2-40B4-BE49-F238E27FC236}">
                      <a16:creationId xmlns:a16="http://schemas.microsoft.com/office/drawing/2014/main" id="{CEEF4DF2-6681-D778-FD51-71AD9DCBBC24}"/>
                    </a:ext>
                  </a:extLst>
                </p:cNvPr>
                <p:cNvSpPr>
                  <a:spLocks noChangeArrowheads="1"/>
                </p:cNvSpPr>
                <p:nvPr/>
              </p:nvSpPr>
              <p:spPr bwMode="auto">
                <a:xfrm>
                  <a:off x="576"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sp>
              <p:nvSpPr>
                <p:cNvPr id="35" name="Rectangle 24">
                  <a:extLst>
                    <a:ext uri="{FF2B5EF4-FFF2-40B4-BE49-F238E27FC236}">
                      <a16:creationId xmlns:a16="http://schemas.microsoft.com/office/drawing/2014/main" id="{C42E4516-ABDF-BC8C-90FA-A550AAF9329A}"/>
                    </a:ext>
                  </a:extLst>
                </p:cNvPr>
                <p:cNvSpPr>
                  <a:spLocks noChangeArrowheads="1"/>
                </p:cNvSpPr>
                <p:nvPr/>
              </p:nvSpPr>
              <p:spPr bwMode="auto">
                <a:xfrm>
                  <a:off x="432" y="256"/>
                  <a:ext cx="144" cy="112"/>
                </a:xfrm>
                <a:prstGeom prst="rect">
                  <a:avLst/>
                </a:prstGeom>
                <a:grpFill/>
                <a:ln w="19050">
                  <a:solidFill>
                    <a:schemeClr val="tx1"/>
                  </a:solidFill>
                  <a:miter lim="800000"/>
                  <a:headEnd/>
                  <a:tailEnd/>
                </a:ln>
                <a:effectLst/>
              </p:spPr>
              <p:txBody>
                <a:bodyPr wrap="none" anchor="ctr"/>
                <a:lstStyle/>
                <a:p>
                  <a:pPr eaLnBrk="1" fontAlgn="auto" hangingPunct="1">
                    <a:spcBef>
                      <a:spcPts val="0"/>
                    </a:spcBef>
                    <a:spcAft>
                      <a:spcPts val="0"/>
                    </a:spcAft>
                    <a:defRPr/>
                  </a:pPr>
                  <a:endParaRPr lang="en-US" dirty="0">
                    <a:solidFill>
                      <a:srgbClr val="000000"/>
                    </a:solidFill>
                    <a:latin typeface="Tahoma" pitchFamily="34" charset="0"/>
                  </a:endParaRPr>
                </a:p>
              </p:txBody>
            </p:sp>
          </p:grpSp>
        </p:grpSp>
      </p:grpSp>
      <p:grpSp>
        <p:nvGrpSpPr>
          <p:cNvPr id="113668" name="Group 1">
            <a:extLst>
              <a:ext uri="{FF2B5EF4-FFF2-40B4-BE49-F238E27FC236}">
                <a16:creationId xmlns:a16="http://schemas.microsoft.com/office/drawing/2014/main" id="{0BB533BE-667A-15E7-E4D2-92C93B340751}"/>
              </a:ext>
            </a:extLst>
          </p:cNvPr>
          <p:cNvGrpSpPr>
            <a:grpSpLocks/>
          </p:cNvGrpSpPr>
          <p:nvPr/>
        </p:nvGrpSpPr>
        <p:grpSpPr bwMode="auto">
          <a:xfrm>
            <a:off x="338138" y="2133600"/>
            <a:ext cx="8431212" cy="3103563"/>
            <a:chOff x="337463" y="2133600"/>
            <a:chExt cx="8432616" cy="3103099"/>
          </a:xfrm>
        </p:grpSpPr>
        <p:pic>
          <p:nvPicPr>
            <p:cNvPr id="113670" name="Picture 2">
              <a:extLst>
                <a:ext uri="{FF2B5EF4-FFF2-40B4-BE49-F238E27FC236}">
                  <a16:creationId xmlns:a16="http://schemas.microsoft.com/office/drawing/2014/main" id="{E3D69262-4A7B-AE7A-5F48-B4897536C1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463" y="2133600"/>
              <a:ext cx="8432616" cy="3103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71" name="Rectangle 17">
              <a:extLst>
                <a:ext uri="{FF2B5EF4-FFF2-40B4-BE49-F238E27FC236}">
                  <a16:creationId xmlns:a16="http://schemas.microsoft.com/office/drawing/2014/main" id="{7113D351-D377-09B5-4A25-B9865C4A30DC}"/>
                </a:ext>
              </a:extLst>
            </p:cNvPr>
            <p:cNvSpPr>
              <a:spLocks noChangeArrowheads="1"/>
            </p:cNvSpPr>
            <p:nvPr/>
          </p:nvSpPr>
          <p:spPr bwMode="auto">
            <a:xfrm>
              <a:off x="381000" y="2133600"/>
              <a:ext cx="8138160" cy="3017520"/>
            </a:xfrm>
            <a:prstGeom prst="rect">
              <a:avLst/>
            </a:prstGeom>
            <a:noFill/>
            <a:ln w="101600" algn="ctr">
              <a:solidFill>
                <a:srgbClr val="0000CC"/>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endParaRPr lang="en-US" altLang="en-US" sz="3200" b="1" i="1">
                <a:latin typeface="Baby Kruffy"/>
              </a:endParaRPr>
            </a:p>
          </p:txBody>
        </p:sp>
      </p:grpSp>
      <p:sp>
        <p:nvSpPr>
          <p:cNvPr id="113669" name="Slide Number Placeholder 1">
            <a:extLst>
              <a:ext uri="{FF2B5EF4-FFF2-40B4-BE49-F238E27FC236}">
                <a16:creationId xmlns:a16="http://schemas.microsoft.com/office/drawing/2014/main" id="{DD777398-4756-65BA-0724-CB493CCCAC09}"/>
              </a:ext>
            </a:extLst>
          </p:cNvPr>
          <p:cNvSpPr txBox="1">
            <a:spLocks noGrp="1"/>
          </p:cNvSpPr>
          <p:nvPr/>
        </p:nvSpPr>
        <p:spPr bwMode="auto">
          <a:xfrm>
            <a:off x="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1200" b="1">
                <a:latin typeface="Arial" panose="020B0604020202020204" pitchFamily="34" charset="0"/>
              </a:rPr>
              <a:t>10.</a:t>
            </a:r>
            <a:fld id="{180F3F51-CB6F-41F2-B5A3-A555C6C71845}" type="slidenum">
              <a:rPr lang="en-US" altLang="en-US" sz="1200" b="1">
                <a:latin typeface="Arial" panose="020B0604020202020204" pitchFamily="34" charset="0"/>
              </a:rPr>
              <a:pPr eaLnBrk="1" hangingPunct="1"/>
              <a:t>52</a:t>
            </a:fld>
            <a:endParaRPr lang="en-US" altLang="en-US" sz="1200" b="1">
              <a:latin typeface="Arial" panose="020B060402020202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5714" name="Slide Number Placeholder 1">
            <a:extLst>
              <a:ext uri="{FF2B5EF4-FFF2-40B4-BE49-F238E27FC236}">
                <a16:creationId xmlns:a16="http://schemas.microsoft.com/office/drawing/2014/main" id="{1A968A0D-93AA-2C64-77CD-50D1FFF06E3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029F9520-BB6F-479A-A62E-6E64FFDE5E24}" type="slidenum">
              <a:rPr lang="en-US" altLang="en-US" sz="1200" b="1" smtClean="0">
                <a:latin typeface="Arial" panose="020B0604020202020204" pitchFamily="34" charset="0"/>
              </a:rPr>
              <a:pPr fontAlgn="base">
                <a:spcBef>
                  <a:spcPct val="0"/>
                </a:spcBef>
                <a:spcAft>
                  <a:spcPct val="0"/>
                </a:spcAft>
              </a:pPr>
              <a:t>53</a:t>
            </a:fld>
            <a:endParaRPr lang="en-US" altLang="en-US" sz="1200" b="1">
              <a:latin typeface="Arial" panose="020B0604020202020204" pitchFamily="34" charset="0"/>
            </a:endParaRPr>
          </a:p>
        </p:txBody>
      </p:sp>
      <p:sp>
        <p:nvSpPr>
          <p:cNvPr id="911362" name="Rectangle 2">
            <a:extLst>
              <a:ext uri="{FF2B5EF4-FFF2-40B4-BE49-F238E27FC236}">
                <a16:creationId xmlns:a16="http://schemas.microsoft.com/office/drawing/2014/main" id="{9AA6E7C3-76B1-1C13-75C1-087CCE5BEE5D}"/>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eaLnBrk="1" fontAlgn="auto" hangingPunct="1">
              <a:spcBef>
                <a:spcPts val="0"/>
              </a:spcBef>
              <a:spcAft>
                <a:spcPts val="0"/>
              </a:spcAft>
              <a:defRPr/>
            </a:pPr>
            <a:endParaRPr lang="en-US" dirty="0">
              <a:effectLst>
                <a:outerShdw blurRad="38100" dist="38100" dir="2700000" algn="tl">
                  <a:srgbClr val="FFFFFF"/>
                </a:outerShdw>
              </a:effectLst>
              <a:latin typeface="Times New Roman" pitchFamily="18" charset="0"/>
            </a:endParaRPr>
          </a:p>
        </p:txBody>
      </p:sp>
      <p:sp>
        <p:nvSpPr>
          <p:cNvPr id="911363" name="Text Box 3">
            <a:extLst>
              <a:ext uri="{FF2B5EF4-FFF2-40B4-BE49-F238E27FC236}">
                <a16:creationId xmlns:a16="http://schemas.microsoft.com/office/drawing/2014/main" id="{D076B255-3311-04CA-1851-A58CD5A3C583}"/>
              </a:ext>
            </a:extLst>
          </p:cNvPr>
          <p:cNvSpPr txBox="1">
            <a:spLocks noChangeArrowheads="1"/>
          </p:cNvSpPr>
          <p:nvPr/>
        </p:nvSpPr>
        <p:spPr bwMode="auto">
          <a:xfrm>
            <a:off x="228600" y="406400"/>
            <a:ext cx="7851775" cy="1066800"/>
          </a:xfrm>
          <a:prstGeom prst="rect">
            <a:avLst/>
          </a:prstGeom>
          <a:noFill/>
          <a:ln w="9525">
            <a:noFill/>
            <a:miter lim="800000"/>
            <a:headEnd/>
            <a:tailEnd/>
          </a:ln>
          <a:effectLst/>
        </p:spPr>
        <p:txBody>
          <a:bodyPr wrap="none">
            <a:spAutoFit/>
          </a:bodyPr>
          <a:lstStyle/>
          <a:p>
            <a:pPr marL="0" lvl="2" eaLnBrk="1" fontAlgn="auto" hangingPunct="1">
              <a:spcBef>
                <a:spcPts val="0"/>
              </a:spcBef>
              <a:spcAft>
                <a:spcPts val="0"/>
              </a:spcAft>
              <a:defRPr/>
            </a:pPr>
            <a:r>
              <a:rPr lang="en-US" dirty="0">
                <a:effectLst>
                  <a:outerShdw blurRad="38100" dist="38100" dir="2700000" algn="tl">
                    <a:srgbClr val="C0C0C0"/>
                  </a:outerShdw>
                </a:effectLst>
                <a:latin typeface="Times" pitchFamily="18" charset="0"/>
              </a:rPr>
              <a:t>10-5   FORWARD ERROR CORRECTION</a:t>
            </a:r>
          </a:p>
          <a:p>
            <a:pPr marL="0" lvl="2" eaLnBrk="1" fontAlgn="auto" hangingPunct="1">
              <a:spcBef>
                <a:spcPts val="0"/>
              </a:spcBef>
              <a:spcAft>
                <a:spcPts val="0"/>
              </a:spcAft>
              <a:defRPr/>
            </a:pPr>
            <a:endParaRPr lang="en-US" dirty="0">
              <a:effectLst>
                <a:outerShdw blurRad="38100" dist="38100" dir="2700000" algn="tl">
                  <a:srgbClr val="C0C0C0"/>
                </a:outerShdw>
              </a:effectLst>
              <a:latin typeface="Times" pitchFamily="18" charset="0"/>
            </a:endParaRPr>
          </a:p>
        </p:txBody>
      </p:sp>
      <p:sp>
        <p:nvSpPr>
          <p:cNvPr id="115717" name="Text Box 4">
            <a:extLst>
              <a:ext uri="{FF2B5EF4-FFF2-40B4-BE49-F238E27FC236}">
                <a16:creationId xmlns:a16="http://schemas.microsoft.com/office/drawing/2014/main" id="{3411A119-35D2-C1F5-2842-0DC31CC930CB}"/>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endParaRPr lang="en-US" altLang="en-US" b="1">
              <a:latin typeface="Times New Roman" panose="02020603050405020304" pitchFamily="18" charset="0"/>
            </a:endParaRPr>
          </a:p>
        </p:txBody>
      </p:sp>
      <p:sp>
        <p:nvSpPr>
          <p:cNvPr id="115718" name="Rectangle 8">
            <a:extLst>
              <a:ext uri="{FF2B5EF4-FFF2-40B4-BE49-F238E27FC236}">
                <a16:creationId xmlns:a16="http://schemas.microsoft.com/office/drawing/2014/main" id="{E36F8E41-44CD-14F7-30F0-5AF23FA4BD3C}"/>
              </a:ext>
            </a:extLst>
          </p:cNvPr>
          <p:cNvSpPr>
            <a:spLocks noChangeArrowheads="1"/>
          </p:cNvSpPr>
          <p:nvPr/>
        </p:nvSpPr>
        <p:spPr bwMode="auto">
          <a:xfrm>
            <a:off x="381000" y="1658938"/>
            <a:ext cx="8077200" cy="350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3200" b="1" i="1">
                <a:latin typeface="Times-Roman"/>
              </a:rPr>
              <a:t>We discussed error detection and retransmission in the previous sections. However, retransmission of corrupted and lost packets is not useful for real-time multimedia transmission. We need to correct the error or reproduce the packet immediately.</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Number Placeholder 1">
            <a:extLst>
              <a:ext uri="{FF2B5EF4-FFF2-40B4-BE49-F238E27FC236}">
                <a16:creationId xmlns:a16="http://schemas.microsoft.com/office/drawing/2014/main" id="{C34B80B4-9AA7-FE09-52DE-F258A51BCB1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668A0C45-4D70-4430-853D-13C131039365}" type="slidenum">
              <a:rPr lang="en-US" altLang="en-US" sz="1200" b="1" smtClean="0">
                <a:latin typeface="Arial" panose="020B0604020202020204" pitchFamily="34" charset="0"/>
              </a:rPr>
              <a:pPr fontAlgn="base">
                <a:spcBef>
                  <a:spcPct val="0"/>
                </a:spcBef>
                <a:spcAft>
                  <a:spcPct val="0"/>
                </a:spcAft>
              </a:pPr>
              <a:t>54</a:t>
            </a:fld>
            <a:endParaRPr lang="en-US" altLang="en-US" sz="1200" b="1">
              <a:latin typeface="Arial" panose="020B0604020202020204" pitchFamily="34" charset="0"/>
            </a:endParaRPr>
          </a:p>
        </p:txBody>
      </p:sp>
      <p:sp>
        <p:nvSpPr>
          <p:cNvPr id="117763" name="Rectangle 2">
            <a:extLst>
              <a:ext uri="{FF2B5EF4-FFF2-40B4-BE49-F238E27FC236}">
                <a16:creationId xmlns:a16="http://schemas.microsoft.com/office/drawing/2014/main" id="{3512B054-8BD3-9BBA-D5BE-4492CFD297E3}"/>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17764" name="Rectangle 3">
            <a:extLst>
              <a:ext uri="{FF2B5EF4-FFF2-40B4-BE49-F238E27FC236}">
                <a16:creationId xmlns:a16="http://schemas.microsoft.com/office/drawing/2014/main" id="{DFE70CBC-8D5A-1EAA-5C29-6033D4D75D9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17765" name="Rectangle 4">
            <a:extLst>
              <a:ext uri="{FF2B5EF4-FFF2-40B4-BE49-F238E27FC236}">
                <a16:creationId xmlns:a16="http://schemas.microsoft.com/office/drawing/2014/main" id="{F83AAAE9-A68E-D733-581E-A1BE634EABEA}"/>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17766" name="Rectangle 5">
            <a:extLst>
              <a:ext uri="{FF2B5EF4-FFF2-40B4-BE49-F238E27FC236}">
                <a16:creationId xmlns:a16="http://schemas.microsoft.com/office/drawing/2014/main" id="{A2C256CB-C568-F6C0-EA38-1C9E0921E6E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17767" name="Rectangle 6">
            <a:extLst>
              <a:ext uri="{FF2B5EF4-FFF2-40B4-BE49-F238E27FC236}">
                <a16:creationId xmlns:a16="http://schemas.microsoft.com/office/drawing/2014/main" id="{9CB6F94A-87FE-6F95-EAE5-73EC16601BC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17768" name="Rectangle 7">
            <a:extLst>
              <a:ext uri="{FF2B5EF4-FFF2-40B4-BE49-F238E27FC236}">
                <a16:creationId xmlns:a16="http://schemas.microsoft.com/office/drawing/2014/main" id="{A62B455C-6FDB-13A3-8F20-094C6A756F44}"/>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17769" name="Rectangle 8">
            <a:extLst>
              <a:ext uri="{FF2B5EF4-FFF2-40B4-BE49-F238E27FC236}">
                <a16:creationId xmlns:a16="http://schemas.microsoft.com/office/drawing/2014/main" id="{C617B22E-211B-0091-2F50-4A59CC55861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202" name="Text Box 9">
            <a:extLst>
              <a:ext uri="{FF2B5EF4-FFF2-40B4-BE49-F238E27FC236}">
                <a16:creationId xmlns:a16="http://schemas.microsoft.com/office/drawing/2014/main" id="{4735BE57-188E-1FA0-9B41-C79E79219CEF}"/>
              </a:ext>
            </a:extLst>
          </p:cNvPr>
          <p:cNvSpPr txBox="1">
            <a:spLocks noChangeArrowheads="1"/>
          </p:cNvSpPr>
          <p:nvPr/>
        </p:nvSpPr>
        <p:spPr bwMode="auto">
          <a:xfrm>
            <a:off x="1143000" y="0"/>
            <a:ext cx="6457950" cy="641350"/>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1" fontAlgn="auto" hangingPunct="1">
              <a:spcBef>
                <a:spcPts val="0"/>
              </a:spcBef>
              <a:spcAft>
                <a:spcPts val="0"/>
              </a:spcAft>
              <a:defRPr/>
            </a:pPr>
            <a:r>
              <a:rPr lang="en-US" sz="3600" dirty="0">
                <a:solidFill>
                  <a:schemeClr val="hlink"/>
                </a:solidFill>
                <a:effectLst>
                  <a:outerShdw blurRad="38100" dist="38100" dir="2700000" algn="tl">
                    <a:srgbClr val="000000">
                      <a:alpha val="43137"/>
                    </a:srgbClr>
                  </a:outerShdw>
                </a:effectLst>
                <a:latin typeface="Times New Roman" pitchFamily="18" charset="0"/>
              </a:rPr>
              <a:t>10.5.1  Using Hamming Distance</a:t>
            </a:r>
          </a:p>
        </p:txBody>
      </p:sp>
      <p:sp>
        <p:nvSpPr>
          <p:cNvPr id="117771" name="Rectangle 10">
            <a:extLst>
              <a:ext uri="{FF2B5EF4-FFF2-40B4-BE49-F238E27FC236}">
                <a16:creationId xmlns:a16="http://schemas.microsoft.com/office/drawing/2014/main" id="{C9BE7E5E-1ABB-B4C6-5E07-D9E50488C694}"/>
              </a:ext>
            </a:extLst>
          </p:cNvPr>
          <p:cNvSpPr>
            <a:spLocks noChangeArrowheads="1"/>
          </p:cNvSpPr>
          <p:nvPr/>
        </p:nvSpPr>
        <p:spPr bwMode="auto">
          <a:xfrm>
            <a:off x="381000" y="1293813"/>
            <a:ext cx="7924800" cy="39354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b="1" i="1">
                <a:latin typeface="Times New Roman" panose="02020603050405020304" pitchFamily="18" charset="0"/>
              </a:rPr>
              <a:t>We earlier discussed the Hamming distance for error detection. For error detection, we definitely need more distance. It can be shown that to detect t errors, we need to have d</a:t>
            </a:r>
            <a:r>
              <a:rPr lang="en-US" altLang="en-US" sz="2800" b="1" i="1" baseline="-25000">
                <a:latin typeface="Times New Roman" panose="02020603050405020304" pitchFamily="18" charset="0"/>
              </a:rPr>
              <a:t>min</a:t>
            </a:r>
            <a:r>
              <a:rPr lang="en-US" altLang="en-US" sz="2800" b="1" i="1">
                <a:latin typeface="Times New Roman" panose="02020603050405020304" pitchFamily="18" charset="0"/>
              </a:rPr>
              <a:t> = 2t + 1. In other words, if we want to correct 10 bits in a packet, we need to make the minimum hamming distance 21 bits, which means a lot of redundant bits need to be sent with the data. the geometrical representation of this concept.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Number Placeholder 1">
            <a:extLst>
              <a:ext uri="{FF2B5EF4-FFF2-40B4-BE49-F238E27FC236}">
                <a16:creationId xmlns:a16="http://schemas.microsoft.com/office/drawing/2014/main" id="{EEA1F191-37DB-56D0-AD9D-255B90584D4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15A2A5DC-0FA1-4807-AB1D-3B0146360D6F}" type="slidenum">
              <a:rPr lang="en-US" altLang="en-US" sz="1200" b="1" smtClean="0">
                <a:latin typeface="Arial" panose="020B0604020202020204" pitchFamily="34" charset="0"/>
              </a:rPr>
              <a:pPr fontAlgn="base">
                <a:spcBef>
                  <a:spcPct val="0"/>
                </a:spcBef>
                <a:spcAft>
                  <a:spcPct val="0"/>
                </a:spcAft>
              </a:pPr>
              <a:t>55</a:t>
            </a:fld>
            <a:endParaRPr lang="en-US" altLang="en-US" sz="1200" b="1">
              <a:latin typeface="Arial" panose="020B0604020202020204" pitchFamily="34" charset="0"/>
            </a:endParaRPr>
          </a:p>
        </p:txBody>
      </p:sp>
      <p:sp>
        <p:nvSpPr>
          <p:cNvPr id="119811" name="Rectangle 14">
            <a:extLst>
              <a:ext uri="{FF2B5EF4-FFF2-40B4-BE49-F238E27FC236}">
                <a16:creationId xmlns:a16="http://schemas.microsoft.com/office/drawing/2014/main" id="{EB07E475-95B8-1A81-19CB-F87BECB444A8}"/>
              </a:ext>
            </a:extLst>
          </p:cNvPr>
          <p:cNvSpPr>
            <a:spLocks noChangeArrowheads="1"/>
          </p:cNvSpPr>
          <p:nvPr/>
        </p:nvSpPr>
        <p:spPr bwMode="auto">
          <a:xfrm>
            <a:off x="152400" y="133350"/>
            <a:ext cx="815340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2000" b="1" i="1">
                <a:solidFill>
                  <a:srgbClr val="FF0000"/>
                </a:solidFill>
                <a:latin typeface="Times-BoldItalic"/>
              </a:rPr>
              <a:t>Figure 10.20:  </a:t>
            </a:r>
            <a:r>
              <a:rPr lang="en-US" altLang="en-US" sz="2000" b="1" i="1">
                <a:latin typeface="Times-BoldItalic"/>
              </a:rPr>
              <a:t>Hamming distance for error correction</a:t>
            </a:r>
          </a:p>
        </p:txBody>
      </p:sp>
      <p:pic>
        <p:nvPicPr>
          <p:cNvPr id="8194" name="Picture 2">
            <a:extLst>
              <a:ext uri="{FF2B5EF4-FFF2-40B4-BE49-F238E27FC236}">
                <a16:creationId xmlns:a16="http://schemas.microsoft.com/office/drawing/2014/main" id="{BB912485-9F1F-1A49-C3A2-840D279625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981200"/>
            <a:ext cx="7913688" cy="283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 calcmode="lin" valueType="num">
                                      <p:cBhvr>
                                        <p:cTn id="7" dur="1750" fill="hold"/>
                                        <p:tgtEl>
                                          <p:spTgt spid="8194"/>
                                        </p:tgtEl>
                                        <p:attrNameLst>
                                          <p:attrName>ppt_w</p:attrName>
                                        </p:attrNameLst>
                                      </p:cBhvr>
                                      <p:tavLst>
                                        <p:tav tm="0">
                                          <p:val>
                                            <p:fltVal val="0"/>
                                          </p:val>
                                        </p:tav>
                                        <p:tav tm="100000">
                                          <p:val>
                                            <p:strVal val="#ppt_w"/>
                                          </p:val>
                                        </p:tav>
                                      </p:tavLst>
                                    </p:anim>
                                    <p:anim calcmode="lin" valueType="num">
                                      <p:cBhvr>
                                        <p:cTn id="8" dur="1750" fill="hold"/>
                                        <p:tgtEl>
                                          <p:spTgt spid="8194"/>
                                        </p:tgtEl>
                                        <p:attrNameLst>
                                          <p:attrName>ppt_h</p:attrName>
                                        </p:attrNameLst>
                                      </p:cBhvr>
                                      <p:tavLst>
                                        <p:tav tm="0">
                                          <p:val>
                                            <p:fltVal val="0"/>
                                          </p:val>
                                        </p:tav>
                                        <p:tav tm="100000">
                                          <p:val>
                                            <p:strVal val="#ppt_h"/>
                                          </p:val>
                                        </p:tav>
                                      </p:tavLst>
                                    </p:anim>
                                    <p:animEffect transition="in" filter="fade">
                                      <p:cBhvr>
                                        <p:cTn id="9" dur="1750"/>
                                        <p:tgtEl>
                                          <p:spTgt spid="8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lide Number Placeholder 1">
            <a:extLst>
              <a:ext uri="{FF2B5EF4-FFF2-40B4-BE49-F238E27FC236}">
                <a16:creationId xmlns:a16="http://schemas.microsoft.com/office/drawing/2014/main" id="{08209969-A0E0-25B6-A31E-4851731B561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8BA59213-9800-41D2-8358-DF4CDE2A84FA}" type="slidenum">
              <a:rPr lang="en-US" altLang="en-US" sz="1200" b="1" smtClean="0">
                <a:latin typeface="Arial" panose="020B0604020202020204" pitchFamily="34" charset="0"/>
              </a:rPr>
              <a:pPr fontAlgn="base">
                <a:spcBef>
                  <a:spcPct val="0"/>
                </a:spcBef>
                <a:spcAft>
                  <a:spcPct val="0"/>
                </a:spcAft>
              </a:pPr>
              <a:t>56</a:t>
            </a:fld>
            <a:endParaRPr lang="en-US" altLang="en-US" sz="1200" b="1">
              <a:latin typeface="Arial" panose="020B0604020202020204" pitchFamily="34" charset="0"/>
            </a:endParaRPr>
          </a:p>
        </p:txBody>
      </p:sp>
      <p:sp>
        <p:nvSpPr>
          <p:cNvPr id="121859" name="Rectangle 2">
            <a:extLst>
              <a:ext uri="{FF2B5EF4-FFF2-40B4-BE49-F238E27FC236}">
                <a16:creationId xmlns:a16="http://schemas.microsoft.com/office/drawing/2014/main" id="{652F6FB4-268B-0409-BF9E-68DC6978296E}"/>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21860" name="Rectangle 3">
            <a:extLst>
              <a:ext uri="{FF2B5EF4-FFF2-40B4-BE49-F238E27FC236}">
                <a16:creationId xmlns:a16="http://schemas.microsoft.com/office/drawing/2014/main" id="{614C5730-2C57-C7CC-11B0-E7AD15AE1B4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21861" name="Rectangle 4">
            <a:extLst>
              <a:ext uri="{FF2B5EF4-FFF2-40B4-BE49-F238E27FC236}">
                <a16:creationId xmlns:a16="http://schemas.microsoft.com/office/drawing/2014/main" id="{06A2C1DD-DBE2-DDE5-9303-F9ABA074D81D}"/>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21862" name="Rectangle 5">
            <a:extLst>
              <a:ext uri="{FF2B5EF4-FFF2-40B4-BE49-F238E27FC236}">
                <a16:creationId xmlns:a16="http://schemas.microsoft.com/office/drawing/2014/main" id="{573CCF90-99E3-D6C9-D6EF-EFAA0CEF786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21863" name="Rectangle 6">
            <a:extLst>
              <a:ext uri="{FF2B5EF4-FFF2-40B4-BE49-F238E27FC236}">
                <a16:creationId xmlns:a16="http://schemas.microsoft.com/office/drawing/2014/main" id="{8BCFFB45-DF3B-1160-FD7F-2A88907D2A8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21864" name="Rectangle 7">
            <a:extLst>
              <a:ext uri="{FF2B5EF4-FFF2-40B4-BE49-F238E27FC236}">
                <a16:creationId xmlns:a16="http://schemas.microsoft.com/office/drawing/2014/main" id="{461AABED-0CD0-B9DF-40C4-F4A2D439C6D8}"/>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21865" name="Rectangle 8">
            <a:extLst>
              <a:ext uri="{FF2B5EF4-FFF2-40B4-BE49-F238E27FC236}">
                <a16:creationId xmlns:a16="http://schemas.microsoft.com/office/drawing/2014/main" id="{8375623D-AB1E-2E2D-1D5F-8A143824D5F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202" name="Text Box 9">
            <a:extLst>
              <a:ext uri="{FF2B5EF4-FFF2-40B4-BE49-F238E27FC236}">
                <a16:creationId xmlns:a16="http://schemas.microsoft.com/office/drawing/2014/main" id="{78A4B574-19C7-6539-0D8B-AB3E0DEF9777}"/>
              </a:ext>
            </a:extLst>
          </p:cNvPr>
          <p:cNvSpPr txBox="1">
            <a:spLocks noChangeArrowheads="1"/>
          </p:cNvSpPr>
          <p:nvPr/>
        </p:nvSpPr>
        <p:spPr bwMode="auto">
          <a:xfrm>
            <a:off x="1143000" y="0"/>
            <a:ext cx="3727450" cy="641350"/>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1" fontAlgn="auto" hangingPunct="1">
              <a:spcBef>
                <a:spcPts val="0"/>
              </a:spcBef>
              <a:spcAft>
                <a:spcPts val="0"/>
              </a:spcAft>
              <a:defRPr/>
            </a:pPr>
            <a:r>
              <a:rPr lang="en-US" sz="3600" dirty="0">
                <a:solidFill>
                  <a:schemeClr val="hlink"/>
                </a:solidFill>
                <a:effectLst>
                  <a:outerShdw blurRad="38100" dist="38100" dir="2700000" algn="tl">
                    <a:srgbClr val="000000">
                      <a:alpha val="43137"/>
                    </a:srgbClr>
                  </a:outerShdw>
                </a:effectLst>
                <a:latin typeface="Times New Roman" pitchFamily="18" charset="0"/>
              </a:rPr>
              <a:t>10.5.2  Using XOR</a:t>
            </a:r>
          </a:p>
        </p:txBody>
      </p:sp>
      <p:sp>
        <p:nvSpPr>
          <p:cNvPr id="121867" name="Rectangle 10">
            <a:extLst>
              <a:ext uri="{FF2B5EF4-FFF2-40B4-BE49-F238E27FC236}">
                <a16:creationId xmlns:a16="http://schemas.microsoft.com/office/drawing/2014/main" id="{FF251AA9-2477-8986-0152-ABB901FAF7E0}"/>
              </a:ext>
            </a:extLst>
          </p:cNvPr>
          <p:cNvSpPr>
            <a:spLocks noChangeArrowheads="1"/>
          </p:cNvSpPr>
          <p:nvPr/>
        </p:nvSpPr>
        <p:spPr bwMode="auto">
          <a:xfrm>
            <a:off x="381000" y="1293813"/>
            <a:ext cx="7924800" cy="946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b="1" i="1">
                <a:latin typeface="Times New Roman" panose="02020603050405020304" pitchFamily="18" charset="0"/>
              </a:rPr>
              <a:t>Another recommendation is to use the property of the exclusive OR operation as shown below.</a:t>
            </a:r>
          </a:p>
        </p:txBody>
      </p:sp>
      <p:pic>
        <p:nvPicPr>
          <p:cNvPr id="121868" name="Picture 2">
            <a:extLst>
              <a:ext uri="{FF2B5EF4-FFF2-40B4-BE49-F238E27FC236}">
                <a16:creationId xmlns:a16="http://schemas.microsoft.com/office/drawing/2014/main" id="{2F6CDAB5-ADD1-40A4-691A-AD764E84B0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4963" y="2828925"/>
            <a:ext cx="561975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869" name="Picture 3">
            <a:extLst>
              <a:ext uri="{FF2B5EF4-FFF2-40B4-BE49-F238E27FC236}">
                <a16:creationId xmlns:a16="http://schemas.microsoft.com/office/drawing/2014/main" id="{303DF50E-4FF1-27CA-3679-1A3A0F2E40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6863" y="4953000"/>
            <a:ext cx="569595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70" name="Rectangle 10">
            <a:extLst>
              <a:ext uri="{FF2B5EF4-FFF2-40B4-BE49-F238E27FC236}">
                <a16:creationId xmlns:a16="http://schemas.microsoft.com/office/drawing/2014/main" id="{25696C78-4867-8191-1D7D-A57F26F20D4A}"/>
              </a:ext>
            </a:extLst>
          </p:cNvPr>
          <p:cNvSpPr>
            <a:spLocks noChangeArrowheads="1"/>
          </p:cNvSpPr>
          <p:nvPr/>
        </p:nvSpPr>
        <p:spPr bwMode="auto">
          <a:xfrm>
            <a:off x="533400" y="3922713"/>
            <a:ext cx="7924800" cy="5191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b="1" i="1">
                <a:latin typeface="Times New Roman" panose="02020603050405020304" pitchFamily="18" charset="0"/>
              </a:rPr>
              <a:t>This means: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Number Placeholder 1">
            <a:extLst>
              <a:ext uri="{FF2B5EF4-FFF2-40B4-BE49-F238E27FC236}">
                <a16:creationId xmlns:a16="http://schemas.microsoft.com/office/drawing/2014/main" id="{8499B780-39FB-875F-E359-A1259205AA1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35624DF4-55A7-499D-A54E-574026FB2D71}" type="slidenum">
              <a:rPr lang="en-US" altLang="en-US" sz="1200" b="1" smtClean="0">
                <a:latin typeface="Arial" panose="020B0604020202020204" pitchFamily="34" charset="0"/>
              </a:rPr>
              <a:pPr fontAlgn="base">
                <a:spcBef>
                  <a:spcPct val="0"/>
                </a:spcBef>
                <a:spcAft>
                  <a:spcPct val="0"/>
                </a:spcAft>
              </a:pPr>
              <a:t>57</a:t>
            </a:fld>
            <a:endParaRPr lang="en-US" altLang="en-US" sz="1200" b="1">
              <a:latin typeface="Arial" panose="020B0604020202020204" pitchFamily="34" charset="0"/>
            </a:endParaRPr>
          </a:p>
        </p:txBody>
      </p:sp>
      <p:sp>
        <p:nvSpPr>
          <p:cNvPr id="123907" name="Rectangle 2">
            <a:extLst>
              <a:ext uri="{FF2B5EF4-FFF2-40B4-BE49-F238E27FC236}">
                <a16:creationId xmlns:a16="http://schemas.microsoft.com/office/drawing/2014/main" id="{B180CA76-B2B3-018F-E0C0-0314FC33826A}"/>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23908" name="Rectangle 3">
            <a:extLst>
              <a:ext uri="{FF2B5EF4-FFF2-40B4-BE49-F238E27FC236}">
                <a16:creationId xmlns:a16="http://schemas.microsoft.com/office/drawing/2014/main" id="{B1F7AA71-AA9F-6B8E-CEAD-7552A96A00E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23909" name="Rectangle 4">
            <a:extLst>
              <a:ext uri="{FF2B5EF4-FFF2-40B4-BE49-F238E27FC236}">
                <a16:creationId xmlns:a16="http://schemas.microsoft.com/office/drawing/2014/main" id="{34D4F16A-FF25-EA95-3EF7-3E7F90E11E7A}"/>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23910" name="Rectangle 5">
            <a:extLst>
              <a:ext uri="{FF2B5EF4-FFF2-40B4-BE49-F238E27FC236}">
                <a16:creationId xmlns:a16="http://schemas.microsoft.com/office/drawing/2014/main" id="{CE3C94D6-42A0-6683-4BDD-A1D465DEA11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23911" name="Rectangle 6">
            <a:extLst>
              <a:ext uri="{FF2B5EF4-FFF2-40B4-BE49-F238E27FC236}">
                <a16:creationId xmlns:a16="http://schemas.microsoft.com/office/drawing/2014/main" id="{CA736B62-C5D2-D0E6-34B9-0173FF043FC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23912" name="Rectangle 7">
            <a:extLst>
              <a:ext uri="{FF2B5EF4-FFF2-40B4-BE49-F238E27FC236}">
                <a16:creationId xmlns:a16="http://schemas.microsoft.com/office/drawing/2014/main" id="{49915F4F-4AC1-F26F-AD72-E4B0FDB99CC4}"/>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23913" name="Rectangle 8">
            <a:extLst>
              <a:ext uri="{FF2B5EF4-FFF2-40B4-BE49-F238E27FC236}">
                <a16:creationId xmlns:a16="http://schemas.microsoft.com/office/drawing/2014/main" id="{65134CC1-8A30-5267-4F99-A9626E41DA5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202" name="Text Box 9">
            <a:extLst>
              <a:ext uri="{FF2B5EF4-FFF2-40B4-BE49-F238E27FC236}">
                <a16:creationId xmlns:a16="http://schemas.microsoft.com/office/drawing/2014/main" id="{16C301FF-7D05-B0FB-ED73-5575F3409C5F}"/>
              </a:ext>
            </a:extLst>
          </p:cNvPr>
          <p:cNvSpPr txBox="1">
            <a:spLocks noChangeArrowheads="1"/>
          </p:cNvSpPr>
          <p:nvPr/>
        </p:nvSpPr>
        <p:spPr bwMode="auto">
          <a:xfrm>
            <a:off x="1143000" y="0"/>
            <a:ext cx="5276850" cy="641350"/>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1" fontAlgn="auto" hangingPunct="1">
              <a:spcBef>
                <a:spcPts val="0"/>
              </a:spcBef>
              <a:spcAft>
                <a:spcPts val="0"/>
              </a:spcAft>
              <a:defRPr/>
            </a:pPr>
            <a:r>
              <a:rPr lang="en-US" sz="3600" dirty="0">
                <a:solidFill>
                  <a:schemeClr val="hlink"/>
                </a:solidFill>
                <a:effectLst>
                  <a:outerShdw blurRad="38100" dist="38100" dir="2700000" algn="tl">
                    <a:srgbClr val="000000">
                      <a:alpha val="43137"/>
                    </a:srgbClr>
                  </a:outerShdw>
                </a:effectLst>
                <a:latin typeface="Times New Roman" pitchFamily="18" charset="0"/>
              </a:rPr>
              <a:t>10.5.3  Chunk Interleaving</a:t>
            </a:r>
          </a:p>
        </p:txBody>
      </p:sp>
      <p:sp>
        <p:nvSpPr>
          <p:cNvPr id="123915" name="Rectangle 10">
            <a:extLst>
              <a:ext uri="{FF2B5EF4-FFF2-40B4-BE49-F238E27FC236}">
                <a16:creationId xmlns:a16="http://schemas.microsoft.com/office/drawing/2014/main" id="{979CC7A3-2358-A4EB-1250-315089FCCCE7}"/>
              </a:ext>
            </a:extLst>
          </p:cNvPr>
          <p:cNvSpPr>
            <a:spLocks noChangeArrowheads="1"/>
          </p:cNvSpPr>
          <p:nvPr/>
        </p:nvSpPr>
        <p:spPr bwMode="auto">
          <a:xfrm>
            <a:off x="381000" y="1293813"/>
            <a:ext cx="7924800" cy="2654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b="1" i="1">
                <a:latin typeface="Times New Roman" panose="02020603050405020304" pitchFamily="18" charset="0"/>
              </a:rPr>
              <a:t>Another way to achieve FEC in multimedia is to allow some small chunks to be missing at the receiver. We cannot afford to let all the chunks belonging to the same packet be missing; however, we can afford to let one chunk be missing in each packet.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Slide Number Placeholder 1">
            <a:extLst>
              <a:ext uri="{FF2B5EF4-FFF2-40B4-BE49-F238E27FC236}">
                <a16:creationId xmlns:a16="http://schemas.microsoft.com/office/drawing/2014/main" id="{9AA7E4E6-7974-2180-86E1-7C3EF740661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FF5C739B-85DB-4D89-8BF4-8703299B191D}" type="slidenum">
              <a:rPr lang="en-US" altLang="en-US" sz="1200" b="1" smtClean="0">
                <a:latin typeface="Arial" panose="020B0604020202020204" pitchFamily="34" charset="0"/>
              </a:rPr>
              <a:pPr fontAlgn="base">
                <a:spcBef>
                  <a:spcPct val="0"/>
                </a:spcBef>
                <a:spcAft>
                  <a:spcPct val="0"/>
                </a:spcAft>
              </a:pPr>
              <a:t>58</a:t>
            </a:fld>
            <a:endParaRPr lang="en-US" altLang="en-US" sz="1200" b="1">
              <a:latin typeface="Arial" panose="020B0604020202020204" pitchFamily="34" charset="0"/>
            </a:endParaRPr>
          </a:p>
        </p:txBody>
      </p:sp>
      <p:sp>
        <p:nvSpPr>
          <p:cNvPr id="125955" name="Rectangle 14">
            <a:extLst>
              <a:ext uri="{FF2B5EF4-FFF2-40B4-BE49-F238E27FC236}">
                <a16:creationId xmlns:a16="http://schemas.microsoft.com/office/drawing/2014/main" id="{57A6A8B8-DCA9-B18E-4CFE-5F4924EE140A}"/>
              </a:ext>
            </a:extLst>
          </p:cNvPr>
          <p:cNvSpPr>
            <a:spLocks noChangeArrowheads="1"/>
          </p:cNvSpPr>
          <p:nvPr/>
        </p:nvSpPr>
        <p:spPr bwMode="auto">
          <a:xfrm>
            <a:off x="152400" y="133350"/>
            <a:ext cx="815340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2000" b="1" i="1">
                <a:solidFill>
                  <a:srgbClr val="FF0000"/>
                </a:solidFill>
                <a:latin typeface="Times-BoldItalic"/>
              </a:rPr>
              <a:t>Figure 10.21:  </a:t>
            </a:r>
            <a:r>
              <a:rPr lang="en-US" altLang="en-US" sz="2000" b="1" i="1">
                <a:latin typeface="Times-BoldItalic"/>
              </a:rPr>
              <a:t>Interleaving</a:t>
            </a:r>
          </a:p>
        </p:txBody>
      </p:sp>
      <p:pic>
        <p:nvPicPr>
          <p:cNvPr id="9218" name="Picture 2">
            <a:extLst>
              <a:ext uri="{FF2B5EF4-FFF2-40B4-BE49-F238E27FC236}">
                <a16:creationId xmlns:a16="http://schemas.microsoft.com/office/drawing/2014/main" id="{1E067262-1C57-CC85-362D-5BA9DDA61B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675" y="1666875"/>
            <a:ext cx="8518525" cy="381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wipe(left)">
                                      <p:cBhvr>
                                        <p:cTn id="7" dur="3500"/>
                                        <p:tgtEl>
                                          <p:spTgt spid="9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Slide Number Placeholder 1">
            <a:extLst>
              <a:ext uri="{FF2B5EF4-FFF2-40B4-BE49-F238E27FC236}">
                <a16:creationId xmlns:a16="http://schemas.microsoft.com/office/drawing/2014/main" id="{F6691199-F077-724A-DFA9-5DDB72DC22E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E7849BA6-5A7B-461A-9536-58CDB7BCAB31}" type="slidenum">
              <a:rPr lang="en-US" altLang="en-US" sz="1200" b="1" smtClean="0">
                <a:latin typeface="Arial" panose="020B0604020202020204" pitchFamily="34" charset="0"/>
              </a:rPr>
              <a:pPr fontAlgn="base">
                <a:spcBef>
                  <a:spcPct val="0"/>
                </a:spcBef>
                <a:spcAft>
                  <a:spcPct val="0"/>
                </a:spcAft>
              </a:pPr>
              <a:t>59</a:t>
            </a:fld>
            <a:endParaRPr lang="en-US" altLang="en-US" sz="1200" b="1">
              <a:latin typeface="Arial" panose="020B0604020202020204" pitchFamily="34" charset="0"/>
            </a:endParaRPr>
          </a:p>
        </p:txBody>
      </p:sp>
      <p:sp>
        <p:nvSpPr>
          <p:cNvPr id="128003" name="Rectangle 2">
            <a:extLst>
              <a:ext uri="{FF2B5EF4-FFF2-40B4-BE49-F238E27FC236}">
                <a16:creationId xmlns:a16="http://schemas.microsoft.com/office/drawing/2014/main" id="{FE424EC8-956A-744C-868C-4F75F0A5FC36}"/>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28004" name="Rectangle 3">
            <a:extLst>
              <a:ext uri="{FF2B5EF4-FFF2-40B4-BE49-F238E27FC236}">
                <a16:creationId xmlns:a16="http://schemas.microsoft.com/office/drawing/2014/main" id="{19586A50-E696-E376-B074-4876596DC1E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28005" name="Rectangle 4">
            <a:extLst>
              <a:ext uri="{FF2B5EF4-FFF2-40B4-BE49-F238E27FC236}">
                <a16:creationId xmlns:a16="http://schemas.microsoft.com/office/drawing/2014/main" id="{D67CF18E-1854-2BFE-AEBA-C69A09F54035}"/>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28006" name="Rectangle 5">
            <a:extLst>
              <a:ext uri="{FF2B5EF4-FFF2-40B4-BE49-F238E27FC236}">
                <a16:creationId xmlns:a16="http://schemas.microsoft.com/office/drawing/2014/main" id="{BA912C9A-F501-060C-79B7-E4FB4D22874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28007" name="Rectangle 6">
            <a:extLst>
              <a:ext uri="{FF2B5EF4-FFF2-40B4-BE49-F238E27FC236}">
                <a16:creationId xmlns:a16="http://schemas.microsoft.com/office/drawing/2014/main" id="{722DD834-41D7-6E7F-4278-F1C62C726D1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28008" name="Rectangle 7">
            <a:extLst>
              <a:ext uri="{FF2B5EF4-FFF2-40B4-BE49-F238E27FC236}">
                <a16:creationId xmlns:a16="http://schemas.microsoft.com/office/drawing/2014/main" id="{14211F94-A06D-27E7-8D7F-B3A437BDF124}"/>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28009" name="Rectangle 8">
            <a:extLst>
              <a:ext uri="{FF2B5EF4-FFF2-40B4-BE49-F238E27FC236}">
                <a16:creationId xmlns:a16="http://schemas.microsoft.com/office/drawing/2014/main" id="{BA1A36A7-9F20-3A37-FBA7-A6DC77C208E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202" name="Text Box 9">
            <a:extLst>
              <a:ext uri="{FF2B5EF4-FFF2-40B4-BE49-F238E27FC236}">
                <a16:creationId xmlns:a16="http://schemas.microsoft.com/office/drawing/2014/main" id="{FB7E32CA-A8FA-9DD4-CFFB-A424DF49203D}"/>
              </a:ext>
            </a:extLst>
          </p:cNvPr>
          <p:cNvSpPr txBox="1">
            <a:spLocks noChangeArrowheads="1"/>
          </p:cNvSpPr>
          <p:nvPr/>
        </p:nvSpPr>
        <p:spPr bwMode="auto">
          <a:xfrm>
            <a:off x="1143000" y="0"/>
            <a:ext cx="3663950" cy="641350"/>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1" fontAlgn="auto" hangingPunct="1">
              <a:spcBef>
                <a:spcPts val="0"/>
              </a:spcBef>
              <a:spcAft>
                <a:spcPts val="0"/>
              </a:spcAft>
              <a:defRPr/>
            </a:pPr>
            <a:r>
              <a:rPr lang="en-US" sz="3600" dirty="0">
                <a:solidFill>
                  <a:schemeClr val="hlink"/>
                </a:solidFill>
                <a:effectLst>
                  <a:outerShdw blurRad="38100" dist="38100" dir="2700000" algn="tl">
                    <a:srgbClr val="000000">
                      <a:alpha val="43137"/>
                    </a:srgbClr>
                  </a:outerShdw>
                </a:effectLst>
                <a:latin typeface="Times New Roman" pitchFamily="18" charset="0"/>
              </a:rPr>
              <a:t>10.5.4  Combining</a:t>
            </a:r>
          </a:p>
        </p:txBody>
      </p:sp>
      <p:sp>
        <p:nvSpPr>
          <p:cNvPr id="128011" name="Rectangle 10">
            <a:extLst>
              <a:ext uri="{FF2B5EF4-FFF2-40B4-BE49-F238E27FC236}">
                <a16:creationId xmlns:a16="http://schemas.microsoft.com/office/drawing/2014/main" id="{E5831920-C481-BCA3-6A6D-BFAFA41975E2}"/>
              </a:ext>
            </a:extLst>
          </p:cNvPr>
          <p:cNvSpPr>
            <a:spLocks noChangeArrowheads="1"/>
          </p:cNvSpPr>
          <p:nvPr/>
        </p:nvSpPr>
        <p:spPr bwMode="auto">
          <a:xfrm>
            <a:off x="381000" y="1293813"/>
            <a:ext cx="7924800" cy="2654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b="1" i="1">
                <a:latin typeface="Times New Roman" panose="02020603050405020304" pitchFamily="18" charset="0"/>
              </a:rPr>
              <a:t>Hamming distance and interleaving can be combined. We can first create n-bit packets that can correct t-bit errors. Then we interleave m rows and send the bits column by column. In this way, we can automatically correct burst errors up to m × t bits of errors.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Slide Number Placeholder 1">
            <a:extLst>
              <a:ext uri="{FF2B5EF4-FFF2-40B4-BE49-F238E27FC236}">
                <a16:creationId xmlns:a16="http://schemas.microsoft.com/office/drawing/2014/main" id="{9A47A2E0-E23A-99A5-7CC0-F4611434330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A4EDF795-8567-49F6-8022-4C14E33923D4}" type="slidenum">
              <a:rPr lang="en-US" altLang="en-US" sz="1200" b="1" smtClean="0">
                <a:latin typeface="Arial" panose="020B0604020202020204" pitchFamily="34" charset="0"/>
              </a:rPr>
              <a:pPr fontAlgn="base">
                <a:spcBef>
                  <a:spcPct val="0"/>
                </a:spcBef>
                <a:spcAft>
                  <a:spcPct val="0"/>
                </a:spcAft>
              </a:pPr>
              <a:t>60</a:t>
            </a:fld>
            <a:endParaRPr lang="en-US" altLang="en-US" sz="1200" b="1">
              <a:latin typeface="Arial" panose="020B0604020202020204" pitchFamily="34" charset="0"/>
            </a:endParaRPr>
          </a:p>
        </p:txBody>
      </p:sp>
      <p:sp>
        <p:nvSpPr>
          <p:cNvPr id="130051" name="Rectangle 2">
            <a:extLst>
              <a:ext uri="{FF2B5EF4-FFF2-40B4-BE49-F238E27FC236}">
                <a16:creationId xmlns:a16="http://schemas.microsoft.com/office/drawing/2014/main" id="{5B4DF1E9-5154-2B49-5EC3-2C0C869EF217}"/>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30052" name="Rectangle 3">
            <a:extLst>
              <a:ext uri="{FF2B5EF4-FFF2-40B4-BE49-F238E27FC236}">
                <a16:creationId xmlns:a16="http://schemas.microsoft.com/office/drawing/2014/main" id="{A7713B46-9CF6-2E70-1234-A1CCD2415FE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30053" name="Rectangle 4">
            <a:extLst>
              <a:ext uri="{FF2B5EF4-FFF2-40B4-BE49-F238E27FC236}">
                <a16:creationId xmlns:a16="http://schemas.microsoft.com/office/drawing/2014/main" id="{746CB0BF-227F-2DD3-2B90-99DEC5F7CBFD}"/>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30054" name="Rectangle 5">
            <a:extLst>
              <a:ext uri="{FF2B5EF4-FFF2-40B4-BE49-F238E27FC236}">
                <a16:creationId xmlns:a16="http://schemas.microsoft.com/office/drawing/2014/main" id="{D78F7E5B-ABE5-0E2A-0C5D-D16232D23EC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30055" name="Rectangle 6">
            <a:extLst>
              <a:ext uri="{FF2B5EF4-FFF2-40B4-BE49-F238E27FC236}">
                <a16:creationId xmlns:a16="http://schemas.microsoft.com/office/drawing/2014/main" id="{041E3F19-7674-21D5-9403-F40B006CECF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30056" name="Rectangle 7">
            <a:extLst>
              <a:ext uri="{FF2B5EF4-FFF2-40B4-BE49-F238E27FC236}">
                <a16:creationId xmlns:a16="http://schemas.microsoft.com/office/drawing/2014/main" id="{27A768B1-EC1D-C51A-669F-09E74BECAB59}"/>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130057" name="Rectangle 8">
            <a:extLst>
              <a:ext uri="{FF2B5EF4-FFF2-40B4-BE49-F238E27FC236}">
                <a16:creationId xmlns:a16="http://schemas.microsoft.com/office/drawing/2014/main" id="{E6BFC8FB-ADDC-005F-641A-8B9C095CC11B}"/>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eaLnBrk="1" hangingPunct="1"/>
            <a:endParaRPr kumimoji="1" lang="en-US" altLang="en-US" sz="2400">
              <a:latin typeface="Tahoma" panose="020B0604030504040204" pitchFamily="34" charset="0"/>
            </a:endParaRPr>
          </a:p>
        </p:txBody>
      </p:sp>
      <p:sp>
        <p:nvSpPr>
          <p:cNvPr id="8202" name="Text Box 9">
            <a:extLst>
              <a:ext uri="{FF2B5EF4-FFF2-40B4-BE49-F238E27FC236}">
                <a16:creationId xmlns:a16="http://schemas.microsoft.com/office/drawing/2014/main" id="{7B6B6CFA-E1E4-89AC-A852-DBD7FC585116}"/>
              </a:ext>
            </a:extLst>
          </p:cNvPr>
          <p:cNvSpPr txBox="1">
            <a:spLocks noChangeArrowheads="1"/>
          </p:cNvSpPr>
          <p:nvPr/>
        </p:nvSpPr>
        <p:spPr bwMode="auto">
          <a:xfrm>
            <a:off x="1143000" y="0"/>
            <a:ext cx="4248150" cy="641350"/>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1" fontAlgn="auto" hangingPunct="1">
              <a:spcBef>
                <a:spcPts val="0"/>
              </a:spcBef>
              <a:spcAft>
                <a:spcPts val="0"/>
              </a:spcAft>
              <a:defRPr/>
            </a:pPr>
            <a:r>
              <a:rPr lang="en-US" sz="3600" dirty="0">
                <a:solidFill>
                  <a:schemeClr val="hlink"/>
                </a:solidFill>
                <a:effectLst>
                  <a:outerShdw blurRad="38100" dist="38100" dir="2700000" algn="tl">
                    <a:srgbClr val="000000">
                      <a:alpha val="43137"/>
                    </a:srgbClr>
                  </a:outerShdw>
                </a:effectLst>
                <a:latin typeface="Times New Roman" pitchFamily="18" charset="0"/>
              </a:rPr>
              <a:t>10.5.5  Compounding</a:t>
            </a:r>
          </a:p>
        </p:txBody>
      </p:sp>
      <p:sp>
        <p:nvSpPr>
          <p:cNvPr id="130059" name="Rectangle 10">
            <a:extLst>
              <a:ext uri="{FF2B5EF4-FFF2-40B4-BE49-F238E27FC236}">
                <a16:creationId xmlns:a16="http://schemas.microsoft.com/office/drawing/2014/main" id="{F706A2BC-5708-7720-B58E-9488CBA58432}"/>
              </a:ext>
            </a:extLst>
          </p:cNvPr>
          <p:cNvSpPr>
            <a:spLocks noChangeArrowheads="1"/>
          </p:cNvSpPr>
          <p:nvPr/>
        </p:nvSpPr>
        <p:spPr bwMode="auto">
          <a:xfrm>
            <a:off x="381000" y="1293813"/>
            <a:ext cx="7924800" cy="2654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eaLnBrk="1" hangingPunct="1"/>
            <a:r>
              <a:rPr lang="en-US" altLang="en-US" sz="2800" b="1" i="1">
                <a:latin typeface="Times New Roman" panose="02020603050405020304" pitchFamily="18" charset="0"/>
              </a:rPr>
              <a:t>Still another solution is to create a duplicate of each packet with a low-resolution redundancy and combine the redundant version with the next packet. For example, we can create four low-resolution packets out of five high-resolution packets and send</a:t>
            </a:r>
          </a:p>
          <a:p>
            <a:pPr algn="just" eaLnBrk="1" hangingPunct="1"/>
            <a:r>
              <a:rPr lang="en-US" altLang="en-US" sz="2800" b="1" i="1">
                <a:latin typeface="Times New Roman" panose="02020603050405020304" pitchFamily="18" charset="0"/>
              </a:rPr>
              <a:t>them as shown in Figure 10.22.</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Number Placeholder 1">
            <a:extLst>
              <a:ext uri="{FF2B5EF4-FFF2-40B4-BE49-F238E27FC236}">
                <a16:creationId xmlns:a16="http://schemas.microsoft.com/office/drawing/2014/main" id="{BD879BD8-5FA7-F4D3-9121-377188A411A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r>
              <a:rPr lang="en-US" altLang="en-US" sz="1200" b="1">
                <a:latin typeface="Arial" panose="020B0604020202020204" pitchFamily="34" charset="0"/>
              </a:rPr>
              <a:t>10.</a:t>
            </a:r>
            <a:fld id="{96DA9FA3-25DE-4F60-9F22-A6C492F4FE0F}" type="slidenum">
              <a:rPr lang="en-US" altLang="en-US" sz="1200" b="1" smtClean="0">
                <a:latin typeface="Arial" panose="020B0604020202020204" pitchFamily="34" charset="0"/>
              </a:rPr>
              <a:pPr fontAlgn="base">
                <a:spcBef>
                  <a:spcPct val="0"/>
                </a:spcBef>
                <a:spcAft>
                  <a:spcPct val="0"/>
                </a:spcAft>
              </a:pPr>
              <a:t>61</a:t>
            </a:fld>
            <a:endParaRPr lang="en-US" altLang="en-US" sz="1200" b="1">
              <a:latin typeface="Arial" panose="020B0604020202020204" pitchFamily="34" charset="0"/>
            </a:endParaRPr>
          </a:p>
        </p:txBody>
      </p:sp>
      <p:sp>
        <p:nvSpPr>
          <p:cNvPr id="132099" name="Rectangle 14">
            <a:extLst>
              <a:ext uri="{FF2B5EF4-FFF2-40B4-BE49-F238E27FC236}">
                <a16:creationId xmlns:a16="http://schemas.microsoft.com/office/drawing/2014/main" id="{B6A15F89-50C2-AFC5-9E7A-53CF59C9E288}"/>
              </a:ext>
            </a:extLst>
          </p:cNvPr>
          <p:cNvSpPr>
            <a:spLocks noChangeArrowheads="1"/>
          </p:cNvSpPr>
          <p:nvPr/>
        </p:nvSpPr>
        <p:spPr bwMode="auto">
          <a:xfrm>
            <a:off x="152400" y="133350"/>
            <a:ext cx="815340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eaLnBrk="1" hangingPunct="1"/>
            <a:r>
              <a:rPr lang="en-US" altLang="en-US" sz="2000" b="1" i="1">
                <a:solidFill>
                  <a:srgbClr val="FF0000"/>
                </a:solidFill>
                <a:latin typeface="Times-BoldItalic"/>
              </a:rPr>
              <a:t>Figure 10.22:  </a:t>
            </a:r>
            <a:r>
              <a:rPr lang="en-US" altLang="en-US" sz="2000" b="1" i="1">
                <a:latin typeface="Times-BoldItalic"/>
              </a:rPr>
              <a:t>Compounding high-and-low resolution packets</a:t>
            </a:r>
          </a:p>
        </p:txBody>
      </p:sp>
      <p:pic>
        <p:nvPicPr>
          <p:cNvPr id="10242" name="Picture 2">
            <a:extLst>
              <a:ext uri="{FF2B5EF4-FFF2-40B4-BE49-F238E27FC236}">
                <a16:creationId xmlns:a16="http://schemas.microsoft.com/office/drawing/2014/main" id="{65F090C0-7F2A-B532-F2EB-7C0716EAC5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663" y="2559050"/>
            <a:ext cx="8110537" cy="361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3" name="Picture 3">
            <a:extLst>
              <a:ext uri="{FF2B5EF4-FFF2-40B4-BE49-F238E27FC236}">
                <a16:creationId xmlns:a16="http://schemas.microsoft.com/office/drawing/2014/main" id="{1AB205CC-ACD8-2866-CCFF-0A83FA08EA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838200"/>
            <a:ext cx="5156200"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wipe(up)">
                                      <p:cBhvr>
                                        <p:cTn id="7" dur="2000"/>
                                        <p:tgtEl>
                                          <p:spTgt spid="102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6" presetClass="entr" presetSubtype="0" fill="hold" nodeType="clickEffect">
                                  <p:stCondLst>
                                    <p:cond delay="0"/>
                                  </p:stCondLst>
                                  <p:childTnLst>
                                    <p:set>
                                      <p:cBhvr>
                                        <p:cTn id="11" dur="1" fill="hold">
                                          <p:stCondLst>
                                            <p:cond delay="0"/>
                                          </p:stCondLst>
                                        </p:cTn>
                                        <p:tgtEl>
                                          <p:spTgt spid="10243"/>
                                        </p:tgtEl>
                                        <p:attrNameLst>
                                          <p:attrName>style.visibility</p:attrName>
                                        </p:attrNameLst>
                                      </p:cBhvr>
                                      <p:to>
                                        <p:strVal val="visible"/>
                                      </p:to>
                                    </p:set>
                                    <p:animEffect transition="in" filter="wipe(down)">
                                      <p:cBhvr>
                                        <p:cTn id="12" dur="580">
                                          <p:stCondLst>
                                            <p:cond delay="0"/>
                                          </p:stCondLst>
                                        </p:cTn>
                                        <p:tgtEl>
                                          <p:spTgt spid="10243"/>
                                        </p:tgtEl>
                                      </p:cBhvr>
                                    </p:animEffect>
                                    <p:anim calcmode="lin" valueType="num">
                                      <p:cBhvr>
                                        <p:cTn id="13" dur="1822" tmFilter="0,0; 0.14,0.36; 0.43,0.73; 0.71,0.91; 1.0,1.0">
                                          <p:stCondLst>
                                            <p:cond delay="0"/>
                                          </p:stCondLst>
                                        </p:cTn>
                                        <p:tgtEl>
                                          <p:spTgt spid="10243"/>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10243"/>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10243"/>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10243"/>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10243"/>
                                        </p:tgtEl>
                                        <p:attrNameLst>
                                          <p:attrName>ppt_y</p:attrName>
                                        </p:attrNameLst>
                                      </p:cBhvr>
                                      <p:tavLst>
                                        <p:tav tm="0" fmla="#ppt_y-sin(pi*$)/81">
                                          <p:val>
                                            <p:fltVal val="0"/>
                                          </p:val>
                                        </p:tav>
                                        <p:tav tm="100000">
                                          <p:val>
                                            <p:fltVal val="1"/>
                                          </p:val>
                                        </p:tav>
                                      </p:tavLst>
                                    </p:anim>
                                    <p:animScale>
                                      <p:cBhvr>
                                        <p:cTn id="18" dur="26">
                                          <p:stCondLst>
                                            <p:cond delay="650"/>
                                          </p:stCondLst>
                                        </p:cTn>
                                        <p:tgtEl>
                                          <p:spTgt spid="10243"/>
                                        </p:tgtEl>
                                      </p:cBhvr>
                                      <p:to x="100000" y="60000"/>
                                    </p:animScale>
                                    <p:animScale>
                                      <p:cBhvr>
                                        <p:cTn id="19" dur="166" decel="50000">
                                          <p:stCondLst>
                                            <p:cond delay="676"/>
                                          </p:stCondLst>
                                        </p:cTn>
                                        <p:tgtEl>
                                          <p:spTgt spid="10243"/>
                                        </p:tgtEl>
                                      </p:cBhvr>
                                      <p:to x="100000" y="100000"/>
                                    </p:animScale>
                                    <p:animScale>
                                      <p:cBhvr>
                                        <p:cTn id="20" dur="26">
                                          <p:stCondLst>
                                            <p:cond delay="1312"/>
                                          </p:stCondLst>
                                        </p:cTn>
                                        <p:tgtEl>
                                          <p:spTgt spid="10243"/>
                                        </p:tgtEl>
                                      </p:cBhvr>
                                      <p:to x="100000" y="80000"/>
                                    </p:animScale>
                                    <p:animScale>
                                      <p:cBhvr>
                                        <p:cTn id="21" dur="166" decel="50000">
                                          <p:stCondLst>
                                            <p:cond delay="1338"/>
                                          </p:stCondLst>
                                        </p:cTn>
                                        <p:tgtEl>
                                          <p:spTgt spid="10243"/>
                                        </p:tgtEl>
                                      </p:cBhvr>
                                      <p:to x="100000" y="100000"/>
                                    </p:animScale>
                                    <p:animScale>
                                      <p:cBhvr>
                                        <p:cTn id="22" dur="26">
                                          <p:stCondLst>
                                            <p:cond delay="1642"/>
                                          </p:stCondLst>
                                        </p:cTn>
                                        <p:tgtEl>
                                          <p:spTgt spid="10243"/>
                                        </p:tgtEl>
                                      </p:cBhvr>
                                      <p:to x="100000" y="90000"/>
                                    </p:animScale>
                                    <p:animScale>
                                      <p:cBhvr>
                                        <p:cTn id="23" dur="166" decel="50000">
                                          <p:stCondLst>
                                            <p:cond delay="1668"/>
                                          </p:stCondLst>
                                        </p:cTn>
                                        <p:tgtEl>
                                          <p:spTgt spid="10243"/>
                                        </p:tgtEl>
                                      </p:cBhvr>
                                      <p:to x="100000" y="100000"/>
                                    </p:animScale>
                                    <p:animScale>
                                      <p:cBhvr>
                                        <p:cTn id="24" dur="26">
                                          <p:stCondLst>
                                            <p:cond delay="1808"/>
                                          </p:stCondLst>
                                        </p:cTn>
                                        <p:tgtEl>
                                          <p:spTgt spid="10243"/>
                                        </p:tgtEl>
                                      </p:cBhvr>
                                      <p:to x="100000" y="95000"/>
                                    </p:animScale>
                                    <p:animScale>
                                      <p:cBhvr>
                                        <p:cTn id="25" dur="166" decel="50000">
                                          <p:stCondLst>
                                            <p:cond delay="1834"/>
                                          </p:stCondLst>
                                        </p:cTn>
                                        <p:tgtEl>
                                          <p:spTgt spid="1024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Garamond-Trebuchet MS">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8523</TotalTime>
  <Words>2906</Words>
  <Application>Microsoft Office PowerPoint</Application>
  <PresentationFormat>On-screen Show (4:3)</PresentationFormat>
  <Paragraphs>277</Paragraphs>
  <Slides>61</Slides>
  <Notes>59</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61</vt:i4>
      </vt:variant>
    </vt:vector>
  </HeadingPairs>
  <TitlesOfParts>
    <vt:vector size="77" baseType="lpstr">
      <vt:lpstr>Trebuchet MS</vt:lpstr>
      <vt:lpstr>Arial</vt:lpstr>
      <vt:lpstr>Garamond</vt:lpstr>
      <vt:lpstr>Calibri</vt:lpstr>
      <vt:lpstr>Times New Roman</vt:lpstr>
      <vt:lpstr>McGrawHill-Italic</vt:lpstr>
      <vt:lpstr>Tahoma</vt:lpstr>
      <vt:lpstr>Times</vt:lpstr>
      <vt:lpstr>Wingdings</vt:lpstr>
      <vt:lpstr>Times-BoldItalic</vt:lpstr>
      <vt:lpstr>Times-Roman</vt:lpstr>
      <vt:lpstr>Baby Kruffy</vt:lpstr>
      <vt:lpstr>Adobe Gothic Std B</vt:lpstr>
      <vt:lpstr>Wingdings 3</vt:lpstr>
      <vt:lpstr>Courier New</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Hamming Code</vt:lpstr>
      <vt:lpstr>Hamming Code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Deep Joshi</cp:lastModifiedBy>
  <cp:revision>517</cp:revision>
  <dcterms:created xsi:type="dcterms:W3CDTF">2000-01-15T04:50:39Z</dcterms:created>
  <dcterms:modified xsi:type="dcterms:W3CDTF">2026-08-10T04:43:09Z</dcterms:modified>
</cp:coreProperties>
</file>