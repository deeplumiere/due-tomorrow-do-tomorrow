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84" r:id="rId2"/>
  </p:sldMasterIdLst>
  <p:notesMasterIdLst>
    <p:notesMasterId r:id="rId49"/>
  </p:notesMasterIdLst>
  <p:sldIdLst>
    <p:sldId id="256" r:id="rId3"/>
    <p:sldId id="257" r:id="rId4"/>
    <p:sldId id="259" r:id="rId5"/>
    <p:sldId id="260" r:id="rId6"/>
    <p:sldId id="261" r:id="rId7"/>
    <p:sldId id="263" r:id="rId8"/>
    <p:sldId id="262" r:id="rId9"/>
    <p:sldId id="264" r:id="rId10"/>
    <p:sldId id="265" r:id="rId11"/>
    <p:sldId id="287" r:id="rId12"/>
    <p:sldId id="288" r:id="rId13"/>
    <p:sldId id="266" r:id="rId14"/>
    <p:sldId id="268" r:id="rId15"/>
    <p:sldId id="267" r:id="rId16"/>
    <p:sldId id="270" r:id="rId17"/>
    <p:sldId id="269"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9" r:id="rId35"/>
    <p:sldId id="290" r:id="rId36"/>
    <p:sldId id="291" r:id="rId37"/>
    <p:sldId id="293" r:id="rId38"/>
    <p:sldId id="294" r:id="rId39"/>
    <p:sldId id="295" r:id="rId40"/>
    <p:sldId id="296" r:id="rId41"/>
    <p:sldId id="298" r:id="rId42"/>
    <p:sldId id="297" r:id="rId43"/>
    <p:sldId id="299" r:id="rId44"/>
    <p:sldId id="300" r:id="rId45"/>
    <p:sldId id="301" r:id="rId46"/>
    <p:sldId id="302" r:id="rId47"/>
    <p:sldId id="303" r:id="rId48"/>
  </p:sldIdLst>
  <p:sldSz cx="9144000" cy="6858000" type="screen4x3"/>
  <p:notesSz cx="6858000" cy="9144000"/>
  <p:defaultTextStyle>
    <a:defPPr>
      <a:defRPr lang="en-GB"/>
    </a:defPPr>
    <a:lvl1pPr algn="l" defTabSz="449263" rtl="0" eaLnBrk="0" fontAlgn="base" hangingPunct="0">
      <a:spcBef>
        <a:spcPct val="0"/>
      </a:spcBef>
      <a:spcAft>
        <a:spcPct val="0"/>
      </a:spcAft>
      <a:defRPr sz="3200" b="1" i="1" kern="1200">
        <a:solidFill>
          <a:schemeClr val="bg1"/>
        </a:solidFill>
        <a:latin typeface="Baby Kruffy"/>
        <a:ea typeface="+mn-ea"/>
        <a:cs typeface="WenQuanYi Micro Hei" charset="0"/>
      </a:defRPr>
    </a:lvl1pPr>
    <a:lvl2pPr marL="742950" indent="-285750" algn="l" defTabSz="449263" rtl="0" eaLnBrk="0" fontAlgn="base" hangingPunct="0">
      <a:spcBef>
        <a:spcPct val="0"/>
      </a:spcBef>
      <a:spcAft>
        <a:spcPct val="0"/>
      </a:spcAft>
      <a:defRPr sz="3200" b="1" i="1" kern="1200">
        <a:solidFill>
          <a:schemeClr val="bg1"/>
        </a:solidFill>
        <a:latin typeface="Baby Kruffy"/>
        <a:ea typeface="+mn-ea"/>
        <a:cs typeface="WenQuanYi Micro Hei" charset="0"/>
      </a:defRPr>
    </a:lvl2pPr>
    <a:lvl3pPr marL="1143000" indent="-228600" algn="l" defTabSz="449263" rtl="0" eaLnBrk="0" fontAlgn="base" hangingPunct="0">
      <a:spcBef>
        <a:spcPct val="0"/>
      </a:spcBef>
      <a:spcAft>
        <a:spcPct val="0"/>
      </a:spcAft>
      <a:defRPr sz="3200" b="1" i="1" kern="1200">
        <a:solidFill>
          <a:schemeClr val="bg1"/>
        </a:solidFill>
        <a:latin typeface="Baby Kruffy"/>
        <a:ea typeface="+mn-ea"/>
        <a:cs typeface="WenQuanYi Micro Hei" charset="0"/>
      </a:defRPr>
    </a:lvl3pPr>
    <a:lvl4pPr marL="1600200" indent="-228600" algn="l" defTabSz="449263" rtl="0" eaLnBrk="0" fontAlgn="base" hangingPunct="0">
      <a:spcBef>
        <a:spcPct val="0"/>
      </a:spcBef>
      <a:spcAft>
        <a:spcPct val="0"/>
      </a:spcAft>
      <a:defRPr sz="3200" b="1" i="1" kern="1200">
        <a:solidFill>
          <a:schemeClr val="bg1"/>
        </a:solidFill>
        <a:latin typeface="Baby Kruffy"/>
        <a:ea typeface="+mn-ea"/>
        <a:cs typeface="WenQuanYi Micro Hei" charset="0"/>
      </a:defRPr>
    </a:lvl4pPr>
    <a:lvl5pPr marL="2057400" indent="-228600" algn="l" defTabSz="449263" rtl="0" eaLnBrk="0" fontAlgn="base" hangingPunct="0">
      <a:spcBef>
        <a:spcPct val="0"/>
      </a:spcBef>
      <a:spcAft>
        <a:spcPct val="0"/>
      </a:spcAft>
      <a:defRPr sz="3200" b="1" i="1" kern="1200">
        <a:solidFill>
          <a:schemeClr val="bg1"/>
        </a:solidFill>
        <a:latin typeface="Baby Kruffy"/>
        <a:ea typeface="+mn-ea"/>
        <a:cs typeface="WenQuanYi Micro Hei" charset="0"/>
      </a:defRPr>
    </a:lvl5pPr>
    <a:lvl6pPr marL="2286000" algn="l" defTabSz="914400" rtl="0" eaLnBrk="1" latinLnBrk="0" hangingPunct="1">
      <a:defRPr sz="3200" b="1" i="1" kern="1200">
        <a:solidFill>
          <a:schemeClr val="bg1"/>
        </a:solidFill>
        <a:latin typeface="Baby Kruffy"/>
        <a:ea typeface="+mn-ea"/>
        <a:cs typeface="WenQuanYi Micro Hei" charset="0"/>
      </a:defRPr>
    </a:lvl6pPr>
    <a:lvl7pPr marL="2743200" algn="l" defTabSz="914400" rtl="0" eaLnBrk="1" latinLnBrk="0" hangingPunct="1">
      <a:defRPr sz="3200" b="1" i="1" kern="1200">
        <a:solidFill>
          <a:schemeClr val="bg1"/>
        </a:solidFill>
        <a:latin typeface="Baby Kruffy"/>
        <a:ea typeface="+mn-ea"/>
        <a:cs typeface="WenQuanYi Micro Hei" charset="0"/>
      </a:defRPr>
    </a:lvl7pPr>
    <a:lvl8pPr marL="3200400" algn="l" defTabSz="914400" rtl="0" eaLnBrk="1" latinLnBrk="0" hangingPunct="1">
      <a:defRPr sz="3200" b="1" i="1" kern="1200">
        <a:solidFill>
          <a:schemeClr val="bg1"/>
        </a:solidFill>
        <a:latin typeface="Baby Kruffy"/>
        <a:ea typeface="+mn-ea"/>
        <a:cs typeface="WenQuanYi Micro Hei" charset="0"/>
      </a:defRPr>
    </a:lvl8pPr>
    <a:lvl9pPr marL="3657600" algn="l" defTabSz="914400" rtl="0" eaLnBrk="1" latinLnBrk="0" hangingPunct="1">
      <a:defRPr sz="3200" b="1" i="1" kern="1200">
        <a:solidFill>
          <a:schemeClr val="bg1"/>
        </a:solidFill>
        <a:latin typeface="Baby Kruffy"/>
        <a:ea typeface="+mn-ea"/>
        <a:cs typeface="WenQuanYi Micro Hei"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p:cViewPr varScale="1">
        <p:scale>
          <a:sx n="76" d="100"/>
          <a:sy n="76" d="100"/>
        </p:scale>
        <p:origin x="1000" y="5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AutoShape 1">
            <a:extLst>
              <a:ext uri="{FF2B5EF4-FFF2-40B4-BE49-F238E27FC236}">
                <a16:creationId xmlns:a16="http://schemas.microsoft.com/office/drawing/2014/main" id="{41C26F20-D102-7CA5-8713-EFF1846D3A29}"/>
              </a:ext>
            </a:extLst>
          </p:cNvPr>
          <p:cNvSpPr>
            <a:spLocks noChangeArrowheads="1"/>
          </p:cNvSpPr>
          <p:nvPr/>
        </p:nvSpPr>
        <p:spPr bwMode="auto">
          <a:xfrm>
            <a:off x="0" y="0"/>
            <a:ext cx="6858000" cy="9144000"/>
          </a:xfrm>
          <a:prstGeom prst="roundRect">
            <a:avLst>
              <a:gd name="adj" fmla="val 23"/>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4339" name="Text Box 2">
            <a:extLst>
              <a:ext uri="{FF2B5EF4-FFF2-40B4-BE49-F238E27FC236}">
                <a16:creationId xmlns:a16="http://schemas.microsoft.com/office/drawing/2014/main" id="{35B6A5BA-B7AB-1DBA-7C47-9E9EADBC06BD}"/>
              </a:ext>
            </a:extLst>
          </p:cNvPr>
          <p:cNvSpPr txBox="1">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4340" name="Text Box 3">
            <a:extLst>
              <a:ext uri="{FF2B5EF4-FFF2-40B4-BE49-F238E27FC236}">
                <a16:creationId xmlns:a16="http://schemas.microsoft.com/office/drawing/2014/main" id="{B7AC9E26-E351-E4F8-3621-5F35AF59B85C}"/>
              </a:ext>
            </a:extLst>
          </p:cNvPr>
          <p:cNvSpPr txBox="1">
            <a:spLocks noChangeArrowheads="1"/>
          </p:cNvSpPr>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4341" name="Rectangle 4">
            <a:extLst>
              <a:ext uri="{FF2B5EF4-FFF2-40B4-BE49-F238E27FC236}">
                <a16:creationId xmlns:a16="http://schemas.microsoft.com/office/drawing/2014/main" id="{71B5234E-B949-6378-2412-A42B871ADEFB}"/>
              </a:ext>
            </a:extLst>
          </p:cNvPr>
          <p:cNvSpPr>
            <a:spLocks noGrp="1" noChangeArrowheads="1"/>
          </p:cNvSpPr>
          <p:nvPr>
            <p:ph type="sldImg"/>
          </p:nvPr>
        </p:nvSpPr>
        <p:spPr bwMode="auto">
          <a:xfrm>
            <a:off x="1143000" y="685800"/>
            <a:ext cx="4570413" cy="3427413"/>
          </a:xfrm>
          <a:prstGeom prst="rect">
            <a:avLst/>
          </a:prstGeom>
          <a:noFill/>
          <a:ln w="9360" cap="sq">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5">
            <a:extLst>
              <a:ext uri="{FF2B5EF4-FFF2-40B4-BE49-F238E27FC236}">
                <a16:creationId xmlns:a16="http://schemas.microsoft.com/office/drawing/2014/main" id="{B55F6B1A-B646-957D-1E0C-1042E6A8C512}"/>
              </a:ext>
            </a:extLst>
          </p:cNvPr>
          <p:cNvSpPr>
            <a:spLocks noGrp="1" noChangeArrowheads="1"/>
          </p:cNvSpPr>
          <p:nvPr>
            <p:ph type="body"/>
          </p:nvPr>
        </p:nvSpPr>
        <p:spPr bwMode="auto">
          <a:xfrm>
            <a:off x="685800" y="4343400"/>
            <a:ext cx="5484813" cy="4113213"/>
          </a:xfrm>
          <a:prstGeom prst="rect">
            <a:avLst/>
          </a:prstGeom>
          <a:noFill/>
          <a:ln>
            <a:noFill/>
          </a:ln>
          <a:effectLst/>
        </p:spPr>
        <p:txBody>
          <a:bodyPr vert="horz" wrap="square" lIns="90000" tIns="46800" rIns="90000" bIns="46800" numCol="1" anchor="t" anchorCtr="0" compatLnSpc="1">
            <a:prstTxWarp prst="textNoShape">
              <a:avLst/>
            </a:prstTxWarp>
          </a:bodyPr>
          <a:lstStyle/>
          <a:p>
            <a:pPr lvl="0"/>
            <a:endParaRPr lang="en-US" noProof="0"/>
          </a:p>
        </p:txBody>
      </p:sp>
      <p:sp>
        <p:nvSpPr>
          <p:cNvPr id="3078" name="Rectangle 6">
            <a:extLst>
              <a:ext uri="{FF2B5EF4-FFF2-40B4-BE49-F238E27FC236}">
                <a16:creationId xmlns:a16="http://schemas.microsoft.com/office/drawing/2014/main" id="{392483D4-9A94-9B78-CFF4-E48960AD6AA6}"/>
              </a:ext>
            </a:extLst>
          </p:cNvPr>
          <p:cNvSpPr>
            <a:spLocks noGrp="1" noChangeArrowheads="1"/>
          </p:cNvSpPr>
          <p:nvPr>
            <p:ph type="ftr"/>
          </p:nvPr>
        </p:nvSpPr>
        <p:spPr bwMode="auto">
          <a:xfrm>
            <a:off x="0" y="8685213"/>
            <a:ext cx="2970213" cy="455612"/>
          </a:xfrm>
          <a:prstGeom prst="rect">
            <a:avLst/>
          </a:prstGeom>
          <a:noFill/>
          <a:ln>
            <a:noFill/>
          </a:ln>
          <a:effectLst/>
        </p:spPr>
        <p:txBody>
          <a:bodyPr vert="horz" wrap="square" lIns="90000" tIns="46800" rIns="90000" bIns="46800" numCol="1" anchor="b" anchorCtr="0" compatLnSpc="1">
            <a:prstTxWarp prst="textNoShape">
              <a:avLst/>
            </a:prstTxWarp>
          </a:bodyPr>
          <a:lstStyle>
            <a:lvl1pPr eaLnBrk="1" hangingPunct="1">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DejaVu Sans" charset="0"/>
                <a:cs typeface="DejaVu Sans" charset="0"/>
              </a:defRPr>
            </a:lvl1pPr>
          </a:lstStyle>
          <a:p>
            <a:pPr>
              <a:defRPr/>
            </a:pPr>
            <a:r>
              <a:rPr lang="en-US"/>
              <a:t>8.#</a:t>
            </a:r>
          </a:p>
        </p:txBody>
      </p:sp>
      <p:sp>
        <p:nvSpPr>
          <p:cNvPr id="3079" name="Rectangle 7">
            <a:extLst>
              <a:ext uri="{FF2B5EF4-FFF2-40B4-BE49-F238E27FC236}">
                <a16:creationId xmlns:a16="http://schemas.microsoft.com/office/drawing/2014/main" id="{998DE1D9-4971-3A56-9DF4-E5EE0A192B03}"/>
              </a:ext>
            </a:extLst>
          </p:cNvPr>
          <p:cNvSpPr>
            <a:spLocks noGrp="1" noChangeArrowheads="1"/>
          </p:cNvSpPr>
          <p:nvPr>
            <p:ph type="sldNum"/>
          </p:nvPr>
        </p:nvSpPr>
        <p:spPr bwMode="auto">
          <a:xfrm>
            <a:off x="3884613" y="8685213"/>
            <a:ext cx="2970212" cy="455612"/>
          </a:xfrm>
          <a:prstGeom prst="rect">
            <a:avLst/>
          </a:prstGeom>
          <a:noFill/>
          <a:ln>
            <a:noFill/>
          </a:ln>
          <a:effectLst/>
        </p:spPr>
        <p:txBody>
          <a:bodyPr vert="horz" wrap="square" lIns="90000" tIns="46800" rIns="90000" bIns="46800" numCol="1" anchor="b" anchorCtr="0" compatLnSpc="1">
            <a:prstTxWarp prst="textNoShape">
              <a:avLst/>
            </a:prstTxWarp>
          </a:bodyPr>
          <a:lstStyle>
            <a:lvl1pPr algn="r" eaLnBrk="1" hangingPunct="1">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ea typeface="+mn-ea"/>
                <a:cs typeface="DejaVu Sans" charset="0"/>
              </a:defRPr>
            </a:lvl1pPr>
          </a:lstStyle>
          <a:p>
            <a:pPr>
              <a:defRPr/>
            </a:pPr>
            <a:fld id="{48818AB5-2518-4FD5-8CC4-B21A8EE7DB9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dt="0"/>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CFDADA6A-3942-E475-BC50-C30FC24FEFF8}"/>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16387" name="Rectangle 7">
            <a:extLst>
              <a:ext uri="{FF2B5EF4-FFF2-40B4-BE49-F238E27FC236}">
                <a16:creationId xmlns:a16="http://schemas.microsoft.com/office/drawing/2014/main" id="{11440445-B004-7961-FFC6-879ECD86976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77116279-FB55-4FB0-AA8E-47FF2FE2F42D}" type="slidenum">
              <a:rPr lang="en-US" altLang="en-US" smtClean="0">
                <a:ea typeface="WenQuanYi Micro Hei" charset="0"/>
              </a:rPr>
              <a:pPr>
                <a:spcBef>
                  <a:spcPct val="0"/>
                </a:spcBef>
                <a:buClrTx/>
                <a:buFontTx/>
                <a:buNone/>
              </a:pPr>
              <a:t>1</a:t>
            </a:fld>
            <a:endParaRPr lang="en-US" altLang="en-US">
              <a:ea typeface="WenQuanYi Micro Hei" charset="0"/>
            </a:endParaRPr>
          </a:p>
        </p:txBody>
      </p:sp>
      <p:sp>
        <p:nvSpPr>
          <p:cNvPr id="16388" name="Text Box 1">
            <a:extLst>
              <a:ext uri="{FF2B5EF4-FFF2-40B4-BE49-F238E27FC236}">
                <a16:creationId xmlns:a16="http://schemas.microsoft.com/office/drawing/2014/main" id="{A398D5F7-5265-DF2E-016A-83523F8A0870}"/>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1E8830F5-6478-4242-A3C8-6529ED8075DF}" type="slidenum">
              <a:rPr lang="en-US" altLang="en-US"/>
              <a:pPr algn="r" eaLnBrk="1" hangingPunct="1">
                <a:spcBef>
                  <a:spcPct val="0"/>
                </a:spcBef>
                <a:buClrTx/>
                <a:buFontTx/>
                <a:buNone/>
              </a:pPr>
              <a:t>1</a:t>
            </a:fld>
            <a:endParaRPr lang="en-US" altLang="en-US"/>
          </a:p>
        </p:txBody>
      </p:sp>
      <p:sp>
        <p:nvSpPr>
          <p:cNvPr id="16389" name="Rectangle 2">
            <a:extLst>
              <a:ext uri="{FF2B5EF4-FFF2-40B4-BE49-F238E27FC236}">
                <a16:creationId xmlns:a16="http://schemas.microsoft.com/office/drawing/2014/main" id="{B580AB01-5CB1-48D7-18C3-563F5A397956}"/>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90" name="Text Box 3">
            <a:extLst>
              <a:ext uri="{FF2B5EF4-FFF2-40B4-BE49-F238E27FC236}">
                <a16:creationId xmlns:a16="http://schemas.microsoft.com/office/drawing/2014/main" id="{28078540-2425-E3FA-CD36-C6A73FA44AB1}"/>
              </a:ext>
            </a:extLst>
          </p:cNvPr>
          <p:cNvSpPr txBox="1">
            <a:spLocks noChangeArrowheads="1"/>
          </p:cNvSpPr>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6">
            <a:extLst>
              <a:ext uri="{FF2B5EF4-FFF2-40B4-BE49-F238E27FC236}">
                <a16:creationId xmlns:a16="http://schemas.microsoft.com/office/drawing/2014/main" id="{207EF68E-DA4E-11C7-9598-3E65DAFEF817}"/>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18435" name="Rectangle 7">
            <a:extLst>
              <a:ext uri="{FF2B5EF4-FFF2-40B4-BE49-F238E27FC236}">
                <a16:creationId xmlns:a16="http://schemas.microsoft.com/office/drawing/2014/main" id="{77F10656-F832-416E-8A10-F5F84F2E688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776E1BC-4AE4-4348-AD88-C17D9632D4D9}" type="slidenum">
              <a:rPr lang="en-US" altLang="en-US" smtClean="0">
                <a:ea typeface="WenQuanYi Micro Hei" charset="0"/>
              </a:rPr>
              <a:pPr>
                <a:spcBef>
                  <a:spcPct val="0"/>
                </a:spcBef>
                <a:buClrTx/>
                <a:buFontTx/>
                <a:buNone/>
              </a:pPr>
              <a:t>2</a:t>
            </a:fld>
            <a:endParaRPr lang="en-US" altLang="en-US">
              <a:ea typeface="WenQuanYi Micro Hei" charset="0"/>
            </a:endParaRPr>
          </a:p>
        </p:txBody>
      </p:sp>
      <p:sp>
        <p:nvSpPr>
          <p:cNvPr id="18436" name="Text Box 1">
            <a:extLst>
              <a:ext uri="{FF2B5EF4-FFF2-40B4-BE49-F238E27FC236}">
                <a16:creationId xmlns:a16="http://schemas.microsoft.com/office/drawing/2014/main" id="{132E2260-4BA9-9F90-88CD-522CCFFA856B}"/>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18437" name="Rectangle 2">
            <a:extLst>
              <a:ext uri="{FF2B5EF4-FFF2-40B4-BE49-F238E27FC236}">
                <a16:creationId xmlns:a16="http://schemas.microsoft.com/office/drawing/2014/main" id="{2BFE7D26-013B-1B64-8229-BF1B73F64560}"/>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8" name="Text Box 3">
            <a:extLst>
              <a:ext uri="{FF2B5EF4-FFF2-40B4-BE49-F238E27FC236}">
                <a16:creationId xmlns:a16="http://schemas.microsoft.com/office/drawing/2014/main" id="{81B4D7FD-EA36-62A8-F97B-DB45FA76D689}"/>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729FBA41-EC4F-9D1A-6EEF-D5EF53009A20}"/>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20483" name="Rectangle 7">
            <a:extLst>
              <a:ext uri="{FF2B5EF4-FFF2-40B4-BE49-F238E27FC236}">
                <a16:creationId xmlns:a16="http://schemas.microsoft.com/office/drawing/2014/main" id="{B9FC0FE5-5677-75D6-621A-9FE747738BC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6D339E03-9EA0-46BA-A8CB-E3977B9CABF4}" type="slidenum">
              <a:rPr lang="en-US" altLang="en-US" smtClean="0">
                <a:ea typeface="WenQuanYi Micro Hei" charset="0"/>
              </a:rPr>
              <a:pPr>
                <a:spcBef>
                  <a:spcPct val="0"/>
                </a:spcBef>
                <a:buClrTx/>
                <a:buFontTx/>
                <a:buNone/>
              </a:pPr>
              <a:t>3</a:t>
            </a:fld>
            <a:endParaRPr lang="en-US" altLang="en-US">
              <a:ea typeface="WenQuanYi Micro Hei" charset="0"/>
            </a:endParaRPr>
          </a:p>
        </p:txBody>
      </p:sp>
      <p:sp>
        <p:nvSpPr>
          <p:cNvPr id="20484" name="Text Box 1">
            <a:extLst>
              <a:ext uri="{FF2B5EF4-FFF2-40B4-BE49-F238E27FC236}">
                <a16:creationId xmlns:a16="http://schemas.microsoft.com/office/drawing/2014/main" id="{19B9CE69-BD7B-3E74-0A2A-2831B26514F4}"/>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20485" name="Rectangle 2">
            <a:extLst>
              <a:ext uri="{FF2B5EF4-FFF2-40B4-BE49-F238E27FC236}">
                <a16:creationId xmlns:a16="http://schemas.microsoft.com/office/drawing/2014/main" id="{D16ED613-891F-2852-D01E-1C740F9D1D5D}"/>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6" name="Text Box 3">
            <a:extLst>
              <a:ext uri="{FF2B5EF4-FFF2-40B4-BE49-F238E27FC236}">
                <a16:creationId xmlns:a16="http://schemas.microsoft.com/office/drawing/2014/main" id="{D9542F21-EEDC-CB42-0A15-196320366CE4}"/>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0EE0066E-851A-B928-271F-01EE0D4591F8}"/>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22531" name="Rectangle 7">
            <a:extLst>
              <a:ext uri="{FF2B5EF4-FFF2-40B4-BE49-F238E27FC236}">
                <a16:creationId xmlns:a16="http://schemas.microsoft.com/office/drawing/2014/main" id="{EAE2C715-7190-FCF6-A866-5C0B34701FD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01C6AB74-FD41-411A-8B56-C728BD1CB3D0}" type="slidenum">
              <a:rPr lang="en-US" altLang="en-US" smtClean="0">
                <a:ea typeface="WenQuanYi Micro Hei" charset="0"/>
              </a:rPr>
              <a:pPr>
                <a:spcBef>
                  <a:spcPct val="0"/>
                </a:spcBef>
                <a:buClrTx/>
                <a:buFontTx/>
                <a:buNone/>
              </a:pPr>
              <a:t>4</a:t>
            </a:fld>
            <a:endParaRPr lang="en-US" altLang="en-US">
              <a:ea typeface="WenQuanYi Micro Hei" charset="0"/>
            </a:endParaRPr>
          </a:p>
        </p:txBody>
      </p:sp>
      <p:sp>
        <p:nvSpPr>
          <p:cNvPr id="22532" name="Text Box 1">
            <a:extLst>
              <a:ext uri="{FF2B5EF4-FFF2-40B4-BE49-F238E27FC236}">
                <a16:creationId xmlns:a16="http://schemas.microsoft.com/office/drawing/2014/main" id="{1BFE2569-F0E1-8D40-765B-3BC80F46002F}"/>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22533" name="Rectangle 2">
            <a:extLst>
              <a:ext uri="{FF2B5EF4-FFF2-40B4-BE49-F238E27FC236}">
                <a16:creationId xmlns:a16="http://schemas.microsoft.com/office/drawing/2014/main" id="{CA5DFAA0-5A11-89D2-A859-E13A4354141E}"/>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4" name="Text Box 3">
            <a:extLst>
              <a:ext uri="{FF2B5EF4-FFF2-40B4-BE49-F238E27FC236}">
                <a16:creationId xmlns:a16="http://schemas.microsoft.com/office/drawing/2014/main" id="{E58E2697-7A78-FF01-D064-63BD5E9EA559}"/>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33B42D14-216B-88DF-DE5E-AAB0F91F5269}"/>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24579" name="Rectangle 7">
            <a:extLst>
              <a:ext uri="{FF2B5EF4-FFF2-40B4-BE49-F238E27FC236}">
                <a16:creationId xmlns:a16="http://schemas.microsoft.com/office/drawing/2014/main" id="{0ACC1DDB-F495-AC00-79CD-EB05C015CAC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388DB88-C51E-49CC-9676-200B7C4EEB81}" type="slidenum">
              <a:rPr lang="en-US" altLang="en-US" smtClean="0">
                <a:ea typeface="WenQuanYi Micro Hei" charset="0"/>
              </a:rPr>
              <a:pPr>
                <a:spcBef>
                  <a:spcPct val="0"/>
                </a:spcBef>
                <a:buClrTx/>
                <a:buFontTx/>
                <a:buNone/>
              </a:pPr>
              <a:t>5</a:t>
            </a:fld>
            <a:endParaRPr lang="en-US" altLang="en-US">
              <a:ea typeface="WenQuanYi Micro Hei" charset="0"/>
            </a:endParaRPr>
          </a:p>
        </p:txBody>
      </p:sp>
      <p:sp>
        <p:nvSpPr>
          <p:cNvPr id="24580" name="Text Box 1">
            <a:extLst>
              <a:ext uri="{FF2B5EF4-FFF2-40B4-BE49-F238E27FC236}">
                <a16:creationId xmlns:a16="http://schemas.microsoft.com/office/drawing/2014/main" id="{AF77A5CC-DBD8-21B8-2A70-1B704CAAA5E3}"/>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24581" name="Rectangle 2">
            <a:extLst>
              <a:ext uri="{FF2B5EF4-FFF2-40B4-BE49-F238E27FC236}">
                <a16:creationId xmlns:a16="http://schemas.microsoft.com/office/drawing/2014/main" id="{9DADC2E2-3329-8F49-3F3C-35EC990D5E9A}"/>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2" name="Text Box 3">
            <a:extLst>
              <a:ext uri="{FF2B5EF4-FFF2-40B4-BE49-F238E27FC236}">
                <a16:creationId xmlns:a16="http://schemas.microsoft.com/office/drawing/2014/main" id="{7D39F5E4-6C59-9E2A-F494-7B001C302911}"/>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C07E615C-8894-A5A9-410D-B8A4B47C31E9}"/>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26627" name="Rectangle 7">
            <a:extLst>
              <a:ext uri="{FF2B5EF4-FFF2-40B4-BE49-F238E27FC236}">
                <a16:creationId xmlns:a16="http://schemas.microsoft.com/office/drawing/2014/main" id="{82BFB7C7-53A3-7449-3C80-92211958272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A7C486FE-AFEF-49E0-BDF5-011A26E72646}" type="slidenum">
              <a:rPr lang="en-US" altLang="en-US" smtClean="0">
                <a:ea typeface="WenQuanYi Micro Hei" charset="0"/>
              </a:rPr>
              <a:pPr>
                <a:spcBef>
                  <a:spcPct val="0"/>
                </a:spcBef>
                <a:buClrTx/>
                <a:buFontTx/>
                <a:buNone/>
              </a:pPr>
              <a:t>6</a:t>
            </a:fld>
            <a:endParaRPr lang="en-US" altLang="en-US">
              <a:ea typeface="WenQuanYi Micro Hei" charset="0"/>
            </a:endParaRPr>
          </a:p>
        </p:txBody>
      </p:sp>
      <p:sp>
        <p:nvSpPr>
          <p:cNvPr id="26628" name="Text Box 1">
            <a:extLst>
              <a:ext uri="{FF2B5EF4-FFF2-40B4-BE49-F238E27FC236}">
                <a16:creationId xmlns:a16="http://schemas.microsoft.com/office/drawing/2014/main" id="{114F6BC9-31EC-AF9C-23E5-1E13347299BE}"/>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26629" name="Rectangle 2">
            <a:extLst>
              <a:ext uri="{FF2B5EF4-FFF2-40B4-BE49-F238E27FC236}">
                <a16:creationId xmlns:a16="http://schemas.microsoft.com/office/drawing/2014/main" id="{18A73F2B-A450-CEB4-5FCC-5DA8DCE48315}"/>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30" name="Text Box 3">
            <a:extLst>
              <a:ext uri="{FF2B5EF4-FFF2-40B4-BE49-F238E27FC236}">
                <a16:creationId xmlns:a16="http://schemas.microsoft.com/office/drawing/2014/main" id="{35D89945-4B3C-395D-081C-F2A5A232033B}"/>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D6686C11-237A-F77C-94A5-127A10BAEEA5}"/>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28675" name="Rectangle 7">
            <a:extLst>
              <a:ext uri="{FF2B5EF4-FFF2-40B4-BE49-F238E27FC236}">
                <a16:creationId xmlns:a16="http://schemas.microsoft.com/office/drawing/2014/main" id="{89796B7B-202E-4F53-1935-7FA43E500B2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67F3D539-1840-4737-A652-5C7DD890E87B}" type="slidenum">
              <a:rPr lang="en-US" altLang="en-US" smtClean="0">
                <a:ea typeface="WenQuanYi Micro Hei" charset="0"/>
              </a:rPr>
              <a:pPr>
                <a:spcBef>
                  <a:spcPct val="0"/>
                </a:spcBef>
                <a:buClrTx/>
                <a:buFontTx/>
                <a:buNone/>
              </a:pPr>
              <a:t>7</a:t>
            </a:fld>
            <a:endParaRPr lang="en-US" altLang="en-US">
              <a:ea typeface="WenQuanYi Micro Hei" charset="0"/>
            </a:endParaRPr>
          </a:p>
        </p:txBody>
      </p:sp>
      <p:sp>
        <p:nvSpPr>
          <p:cNvPr id="28676" name="Text Box 1">
            <a:extLst>
              <a:ext uri="{FF2B5EF4-FFF2-40B4-BE49-F238E27FC236}">
                <a16:creationId xmlns:a16="http://schemas.microsoft.com/office/drawing/2014/main" id="{9751E49B-50DC-1517-0005-F749C0860776}"/>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28677" name="Rectangle 2">
            <a:extLst>
              <a:ext uri="{FF2B5EF4-FFF2-40B4-BE49-F238E27FC236}">
                <a16:creationId xmlns:a16="http://schemas.microsoft.com/office/drawing/2014/main" id="{74A61899-8DEE-485D-0973-0E112A61783C}"/>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8" name="Text Box 3">
            <a:extLst>
              <a:ext uri="{FF2B5EF4-FFF2-40B4-BE49-F238E27FC236}">
                <a16:creationId xmlns:a16="http://schemas.microsoft.com/office/drawing/2014/main" id="{1C324D3F-6D24-5AAC-D21E-BA6F689A70D6}"/>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2995CFB4-F9A7-3733-835B-3BB75E8A5F32}"/>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30723" name="Rectangle 7">
            <a:extLst>
              <a:ext uri="{FF2B5EF4-FFF2-40B4-BE49-F238E27FC236}">
                <a16:creationId xmlns:a16="http://schemas.microsoft.com/office/drawing/2014/main" id="{636CD565-3256-6BE2-1292-679F87DBFDE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00FD407-5046-46AF-90A0-ACCCD0DA940E}" type="slidenum">
              <a:rPr lang="en-US" altLang="en-US" smtClean="0">
                <a:ea typeface="WenQuanYi Micro Hei" charset="0"/>
              </a:rPr>
              <a:pPr>
                <a:spcBef>
                  <a:spcPct val="0"/>
                </a:spcBef>
                <a:buClrTx/>
                <a:buFontTx/>
                <a:buNone/>
              </a:pPr>
              <a:t>8</a:t>
            </a:fld>
            <a:endParaRPr lang="en-US" altLang="en-US">
              <a:ea typeface="WenQuanYi Micro Hei" charset="0"/>
            </a:endParaRPr>
          </a:p>
        </p:txBody>
      </p:sp>
      <p:sp>
        <p:nvSpPr>
          <p:cNvPr id="30724" name="Text Box 1">
            <a:extLst>
              <a:ext uri="{FF2B5EF4-FFF2-40B4-BE49-F238E27FC236}">
                <a16:creationId xmlns:a16="http://schemas.microsoft.com/office/drawing/2014/main" id="{CF0725C7-DBB4-CF1A-6FEE-3B0960F022F1}"/>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30725" name="Rectangle 2">
            <a:extLst>
              <a:ext uri="{FF2B5EF4-FFF2-40B4-BE49-F238E27FC236}">
                <a16:creationId xmlns:a16="http://schemas.microsoft.com/office/drawing/2014/main" id="{3FA8572E-0D3D-B0F2-E7DA-262A65A67AC9}"/>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6" name="Text Box 3">
            <a:extLst>
              <a:ext uri="{FF2B5EF4-FFF2-40B4-BE49-F238E27FC236}">
                <a16:creationId xmlns:a16="http://schemas.microsoft.com/office/drawing/2014/main" id="{5BA069F0-BCB0-EDEB-8734-EBCF655F35AF}"/>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F23276B8-A5FD-BC61-C67A-A0B0D45776FB}"/>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32771" name="Rectangle 7">
            <a:extLst>
              <a:ext uri="{FF2B5EF4-FFF2-40B4-BE49-F238E27FC236}">
                <a16:creationId xmlns:a16="http://schemas.microsoft.com/office/drawing/2014/main" id="{23A62585-7EE8-3ECB-1D20-82F72A976EB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48F3C8C9-38DD-41AD-A796-28A38C7643F2}" type="slidenum">
              <a:rPr lang="en-US" altLang="en-US" smtClean="0">
                <a:ea typeface="WenQuanYi Micro Hei" charset="0"/>
              </a:rPr>
              <a:pPr>
                <a:spcBef>
                  <a:spcPct val="0"/>
                </a:spcBef>
                <a:buClrTx/>
                <a:buFontTx/>
                <a:buNone/>
              </a:pPr>
              <a:t>9</a:t>
            </a:fld>
            <a:endParaRPr lang="en-US" altLang="en-US">
              <a:ea typeface="WenQuanYi Micro Hei" charset="0"/>
            </a:endParaRPr>
          </a:p>
        </p:txBody>
      </p:sp>
      <p:sp>
        <p:nvSpPr>
          <p:cNvPr id="32772" name="Text Box 1">
            <a:extLst>
              <a:ext uri="{FF2B5EF4-FFF2-40B4-BE49-F238E27FC236}">
                <a16:creationId xmlns:a16="http://schemas.microsoft.com/office/drawing/2014/main" id="{2BDA6628-49BC-79E0-4565-D2BA514258BA}"/>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32773" name="Rectangle 2">
            <a:extLst>
              <a:ext uri="{FF2B5EF4-FFF2-40B4-BE49-F238E27FC236}">
                <a16:creationId xmlns:a16="http://schemas.microsoft.com/office/drawing/2014/main" id="{5DD8791D-20C6-81DB-0A0D-421C941A71B1}"/>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4" name="Text Box 3">
            <a:extLst>
              <a:ext uri="{FF2B5EF4-FFF2-40B4-BE49-F238E27FC236}">
                <a16:creationId xmlns:a16="http://schemas.microsoft.com/office/drawing/2014/main" id="{92BA9E27-1367-3256-DC23-9D6135EE5349}"/>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061279B3-2A74-336F-1D76-4A834D1DB754}"/>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34819" name="Rectangle 7">
            <a:extLst>
              <a:ext uri="{FF2B5EF4-FFF2-40B4-BE49-F238E27FC236}">
                <a16:creationId xmlns:a16="http://schemas.microsoft.com/office/drawing/2014/main" id="{EAC0049D-B498-368F-F6AD-01B7AA18CD4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BF1B2317-D1F9-4589-BB48-56DACF7ABB41}" type="slidenum">
              <a:rPr lang="en-US" altLang="en-US" smtClean="0">
                <a:ea typeface="WenQuanYi Micro Hei" charset="0"/>
              </a:rPr>
              <a:pPr>
                <a:spcBef>
                  <a:spcPct val="0"/>
                </a:spcBef>
                <a:buClrTx/>
                <a:buFontTx/>
                <a:buNone/>
              </a:pPr>
              <a:t>10</a:t>
            </a:fld>
            <a:endParaRPr lang="en-US" altLang="en-US">
              <a:ea typeface="WenQuanYi Micro Hei" charset="0"/>
            </a:endParaRPr>
          </a:p>
        </p:txBody>
      </p:sp>
      <p:sp>
        <p:nvSpPr>
          <p:cNvPr id="34820" name="Text Box 1">
            <a:extLst>
              <a:ext uri="{FF2B5EF4-FFF2-40B4-BE49-F238E27FC236}">
                <a16:creationId xmlns:a16="http://schemas.microsoft.com/office/drawing/2014/main" id="{83820355-5AEC-D2E9-207C-51B040B860F9}"/>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34821" name="Rectangle 2">
            <a:extLst>
              <a:ext uri="{FF2B5EF4-FFF2-40B4-BE49-F238E27FC236}">
                <a16:creationId xmlns:a16="http://schemas.microsoft.com/office/drawing/2014/main" id="{5BCEE4A1-0B32-308A-1D37-E140BA109030}"/>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4822" name="Text Box 3">
            <a:extLst>
              <a:ext uri="{FF2B5EF4-FFF2-40B4-BE49-F238E27FC236}">
                <a16:creationId xmlns:a16="http://schemas.microsoft.com/office/drawing/2014/main" id="{C1A445E1-D7E9-FE44-4EE0-7C02E798FC4E}"/>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503D6EFB-9037-4AF5-88A8-067C36629AE8}"/>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36867" name="Rectangle 7">
            <a:extLst>
              <a:ext uri="{FF2B5EF4-FFF2-40B4-BE49-F238E27FC236}">
                <a16:creationId xmlns:a16="http://schemas.microsoft.com/office/drawing/2014/main" id="{0203B571-4C01-0E10-A401-EEDEEFF1D93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588C02EF-CADA-433C-B80F-A1508618D9ED}" type="slidenum">
              <a:rPr lang="en-US" altLang="en-US" smtClean="0">
                <a:ea typeface="WenQuanYi Micro Hei" charset="0"/>
              </a:rPr>
              <a:pPr>
                <a:spcBef>
                  <a:spcPct val="0"/>
                </a:spcBef>
                <a:buClrTx/>
                <a:buFontTx/>
                <a:buNone/>
              </a:pPr>
              <a:t>11</a:t>
            </a:fld>
            <a:endParaRPr lang="en-US" altLang="en-US">
              <a:ea typeface="WenQuanYi Micro Hei" charset="0"/>
            </a:endParaRPr>
          </a:p>
        </p:txBody>
      </p:sp>
      <p:sp>
        <p:nvSpPr>
          <p:cNvPr id="36868" name="Text Box 1">
            <a:extLst>
              <a:ext uri="{FF2B5EF4-FFF2-40B4-BE49-F238E27FC236}">
                <a16:creationId xmlns:a16="http://schemas.microsoft.com/office/drawing/2014/main" id="{8E0A79AF-A62B-6298-27C4-992609BAD67D}"/>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36869" name="Rectangle 2">
            <a:extLst>
              <a:ext uri="{FF2B5EF4-FFF2-40B4-BE49-F238E27FC236}">
                <a16:creationId xmlns:a16="http://schemas.microsoft.com/office/drawing/2014/main" id="{835A3A74-D4EF-AC11-3DE8-9D757925C3D1}"/>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70" name="Text Box 3">
            <a:extLst>
              <a:ext uri="{FF2B5EF4-FFF2-40B4-BE49-F238E27FC236}">
                <a16:creationId xmlns:a16="http://schemas.microsoft.com/office/drawing/2014/main" id="{94894D07-F475-C50A-EF46-1E0FDA757350}"/>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6">
            <a:extLst>
              <a:ext uri="{FF2B5EF4-FFF2-40B4-BE49-F238E27FC236}">
                <a16:creationId xmlns:a16="http://schemas.microsoft.com/office/drawing/2014/main" id="{C559005D-2944-11B2-C879-E859FBB6B93B}"/>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38915" name="Rectangle 7">
            <a:extLst>
              <a:ext uri="{FF2B5EF4-FFF2-40B4-BE49-F238E27FC236}">
                <a16:creationId xmlns:a16="http://schemas.microsoft.com/office/drawing/2014/main" id="{442368CB-914F-88EC-F1B7-C5E5286CD93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2DE60E6-A78A-42E2-8B8E-C13FC6D44573}" type="slidenum">
              <a:rPr lang="en-US" altLang="en-US" smtClean="0">
                <a:ea typeface="WenQuanYi Micro Hei" charset="0"/>
              </a:rPr>
              <a:pPr>
                <a:spcBef>
                  <a:spcPct val="0"/>
                </a:spcBef>
                <a:buClrTx/>
                <a:buFontTx/>
                <a:buNone/>
              </a:pPr>
              <a:t>12</a:t>
            </a:fld>
            <a:endParaRPr lang="en-US" altLang="en-US">
              <a:ea typeface="WenQuanYi Micro Hei" charset="0"/>
            </a:endParaRPr>
          </a:p>
        </p:txBody>
      </p:sp>
      <p:sp>
        <p:nvSpPr>
          <p:cNvPr id="38916" name="Text Box 1">
            <a:extLst>
              <a:ext uri="{FF2B5EF4-FFF2-40B4-BE49-F238E27FC236}">
                <a16:creationId xmlns:a16="http://schemas.microsoft.com/office/drawing/2014/main" id="{1B1C5AC3-F27B-27E3-D2B9-3B8EE3F09161}"/>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2327E032-81C6-43E4-B28B-A7E8A708678F}" type="slidenum">
              <a:rPr lang="en-US" altLang="en-US"/>
              <a:pPr algn="r" eaLnBrk="1" hangingPunct="1">
                <a:spcBef>
                  <a:spcPct val="0"/>
                </a:spcBef>
                <a:buClrTx/>
                <a:buFontTx/>
                <a:buNone/>
              </a:pPr>
              <a:t>12</a:t>
            </a:fld>
            <a:endParaRPr lang="en-US" altLang="en-US"/>
          </a:p>
        </p:txBody>
      </p:sp>
      <p:sp>
        <p:nvSpPr>
          <p:cNvPr id="38917" name="Rectangle 2">
            <a:extLst>
              <a:ext uri="{FF2B5EF4-FFF2-40B4-BE49-F238E27FC236}">
                <a16:creationId xmlns:a16="http://schemas.microsoft.com/office/drawing/2014/main" id="{EBFB6AA8-DE8A-D536-1E6F-057D11084ECB}"/>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8" name="Text Box 3">
            <a:extLst>
              <a:ext uri="{FF2B5EF4-FFF2-40B4-BE49-F238E27FC236}">
                <a16:creationId xmlns:a16="http://schemas.microsoft.com/office/drawing/2014/main" id="{F4611D5A-1D3B-3D4F-8D6E-529FC0FBB225}"/>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F64C9104-9CD9-FD0A-CFDF-EFF8F6FDEA44}"/>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40963" name="Rectangle 7">
            <a:extLst>
              <a:ext uri="{FF2B5EF4-FFF2-40B4-BE49-F238E27FC236}">
                <a16:creationId xmlns:a16="http://schemas.microsoft.com/office/drawing/2014/main" id="{EBECEA2A-3E85-C9E1-3E72-708ECB12E3C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7519D083-74A0-48AB-9A1E-874CBDA09209}" type="slidenum">
              <a:rPr lang="en-US" altLang="en-US" smtClean="0">
                <a:ea typeface="WenQuanYi Micro Hei" charset="0"/>
              </a:rPr>
              <a:pPr>
                <a:spcBef>
                  <a:spcPct val="0"/>
                </a:spcBef>
                <a:buClrTx/>
                <a:buFontTx/>
                <a:buNone/>
              </a:pPr>
              <a:t>13</a:t>
            </a:fld>
            <a:endParaRPr lang="en-US" altLang="en-US">
              <a:ea typeface="WenQuanYi Micro Hei" charset="0"/>
            </a:endParaRPr>
          </a:p>
        </p:txBody>
      </p:sp>
      <p:sp>
        <p:nvSpPr>
          <p:cNvPr id="40964" name="Text Box 1">
            <a:extLst>
              <a:ext uri="{FF2B5EF4-FFF2-40B4-BE49-F238E27FC236}">
                <a16:creationId xmlns:a16="http://schemas.microsoft.com/office/drawing/2014/main" id="{4C7AD3FC-8F48-3299-3CAE-786E134CCC16}"/>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40965" name="Rectangle 2">
            <a:extLst>
              <a:ext uri="{FF2B5EF4-FFF2-40B4-BE49-F238E27FC236}">
                <a16:creationId xmlns:a16="http://schemas.microsoft.com/office/drawing/2014/main" id="{C7E0C18C-2513-CFAC-1FC6-A755313E4BA2}"/>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0966" name="Text Box 3">
            <a:extLst>
              <a:ext uri="{FF2B5EF4-FFF2-40B4-BE49-F238E27FC236}">
                <a16:creationId xmlns:a16="http://schemas.microsoft.com/office/drawing/2014/main" id="{37BB2EF8-1BB7-80AA-0A16-C2827B6D569F}"/>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6">
            <a:extLst>
              <a:ext uri="{FF2B5EF4-FFF2-40B4-BE49-F238E27FC236}">
                <a16:creationId xmlns:a16="http://schemas.microsoft.com/office/drawing/2014/main" id="{2AD0709D-95B1-0B7B-FE63-FE2B8E357A75}"/>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43011" name="Rectangle 7">
            <a:extLst>
              <a:ext uri="{FF2B5EF4-FFF2-40B4-BE49-F238E27FC236}">
                <a16:creationId xmlns:a16="http://schemas.microsoft.com/office/drawing/2014/main" id="{1F9A536E-87B9-7DC0-3366-2B7320A9BDA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4E816F09-7601-4E0E-BB47-1012447D3F28}" type="slidenum">
              <a:rPr lang="en-US" altLang="en-US" smtClean="0">
                <a:ea typeface="WenQuanYi Micro Hei" charset="0"/>
              </a:rPr>
              <a:pPr>
                <a:spcBef>
                  <a:spcPct val="0"/>
                </a:spcBef>
                <a:buClrTx/>
                <a:buFontTx/>
                <a:buNone/>
              </a:pPr>
              <a:t>14</a:t>
            </a:fld>
            <a:endParaRPr lang="en-US" altLang="en-US">
              <a:ea typeface="WenQuanYi Micro Hei" charset="0"/>
            </a:endParaRPr>
          </a:p>
        </p:txBody>
      </p:sp>
      <p:sp>
        <p:nvSpPr>
          <p:cNvPr id="43012" name="Text Box 1">
            <a:extLst>
              <a:ext uri="{FF2B5EF4-FFF2-40B4-BE49-F238E27FC236}">
                <a16:creationId xmlns:a16="http://schemas.microsoft.com/office/drawing/2014/main" id="{59BFCAEB-B802-0EC0-9A0C-7BC5F5847437}"/>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E39E9654-6109-435D-AEE4-BB27FD5A177E}" type="slidenum">
              <a:rPr lang="en-US" altLang="en-US"/>
              <a:pPr algn="r" eaLnBrk="1" hangingPunct="1">
                <a:spcBef>
                  <a:spcPct val="0"/>
                </a:spcBef>
                <a:buClrTx/>
                <a:buFontTx/>
                <a:buNone/>
              </a:pPr>
              <a:t>14</a:t>
            </a:fld>
            <a:endParaRPr lang="en-US" altLang="en-US"/>
          </a:p>
        </p:txBody>
      </p:sp>
      <p:sp>
        <p:nvSpPr>
          <p:cNvPr id="43013" name="Rectangle 2">
            <a:extLst>
              <a:ext uri="{FF2B5EF4-FFF2-40B4-BE49-F238E27FC236}">
                <a16:creationId xmlns:a16="http://schemas.microsoft.com/office/drawing/2014/main" id="{A443483D-C5FB-B29C-96B6-64227761C342}"/>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4" name="Text Box 3">
            <a:extLst>
              <a:ext uri="{FF2B5EF4-FFF2-40B4-BE49-F238E27FC236}">
                <a16:creationId xmlns:a16="http://schemas.microsoft.com/office/drawing/2014/main" id="{98477707-D5F6-0F07-A06F-90E50ABA9943}"/>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D17F9964-4284-8973-B5CA-11E9AD975A11}"/>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45059" name="Rectangle 7">
            <a:extLst>
              <a:ext uri="{FF2B5EF4-FFF2-40B4-BE49-F238E27FC236}">
                <a16:creationId xmlns:a16="http://schemas.microsoft.com/office/drawing/2014/main" id="{B000B8F8-7835-0963-E39F-8F628B5C4DA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EE13383-9880-444D-84D2-ED75047E3E15}" type="slidenum">
              <a:rPr lang="en-US" altLang="en-US" smtClean="0">
                <a:ea typeface="WenQuanYi Micro Hei" charset="0"/>
              </a:rPr>
              <a:pPr>
                <a:spcBef>
                  <a:spcPct val="0"/>
                </a:spcBef>
                <a:buClrTx/>
                <a:buFontTx/>
                <a:buNone/>
              </a:pPr>
              <a:t>15</a:t>
            </a:fld>
            <a:endParaRPr lang="en-US" altLang="en-US">
              <a:ea typeface="WenQuanYi Micro Hei" charset="0"/>
            </a:endParaRPr>
          </a:p>
        </p:txBody>
      </p:sp>
      <p:sp>
        <p:nvSpPr>
          <p:cNvPr id="45060" name="Text Box 1">
            <a:extLst>
              <a:ext uri="{FF2B5EF4-FFF2-40B4-BE49-F238E27FC236}">
                <a16:creationId xmlns:a16="http://schemas.microsoft.com/office/drawing/2014/main" id="{94CED3F5-D52F-DFE4-4D65-5A29B71E2E4A}"/>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45061" name="Rectangle 2">
            <a:extLst>
              <a:ext uri="{FF2B5EF4-FFF2-40B4-BE49-F238E27FC236}">
                <a16:creationId xmlns:a16="http://schemas.microsoft.com/office/drawing/2014/main" id="{DE5FEE82-9E50-4126-A447-4A76BF68528C}"/>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62" name="Text Box 3">
            <a:extLst>
              <a:ext uri="{FF2B5EF4-FFF2-40B4-BE49-F238E27FC236}">
                <a16:creationId xmlns:a16="http://schemas.microsoft.com/office/drawing/2014/main" id="{3D98D562-48E0-7B41-6AF5-F573DB6E973D}"/>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6">
            <a:extLst>
              <a:ext uri="{FF2B5EF4-FFF2-40B4-BE49-F238E27FC236}">
                <a16:creationId xmlns:a16="http://schemas.microsoft.com/office/drawing/2014/main" id="{1B18D213-4ED5-E5FD-6C1C-40698D761E8A}"/>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47107" name="Rectangle 7">
            <a:extLst>
              <a:ext uri="{FF2B5EF4-FFF2-40B4-BE49-F238E27FC236}">
                <a16:creationId xmlns:a16="http://schemas.microsoft.com/office/drawing/2014/main" id="{FC213536-0550-C876-E430-667D4F57E17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7591CA6B-82CE-4BCB-A053-1C89EEACC581}" type="slidenum">
              <a:rPr lang="en-US" altLang="en-US" smtClean="0">
                <a:ea typeface="WenQuanYi Micro Hei" charset="0"/>
              </a:rPr>
              <a:pPr>
                <a:spcBef>
                  <a:spcPct val="0"/>
                </a:spcBef>
                <a:buClrTx/>
                <a:buFontTx/>
                <a:buNone/>
              </a:pPr>
              <a:t>16</a:t>
            </a:fld>
            <a:endParaRPr lang="en-US" altLang="en-US">
              <a:ea typeface="WenQuanYi Micro Hei" charset="0"/>
            </a:endParaRPr>
          </a:p>
        </p:txBody>
      </p:sp>
      <p:sp>
        <p:nvSpPr>
          <p:cNvPr id="47108" name="Text Box 1">
            <a:extLst>
              <a:ext uri="{FF2B5EF4-FFF2-40B4-BE49-F238E27FC236}">
                <a16:creationId xmlns:a16="http://schemas.microsoft.com/office/drawing/2014/main" id="{7C0E958A-2864-8AD1-DDED-7343BA032CF8}"/>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47109" name="Rectangle 2">
            <a:extLst>
              <a:ext uri="{FF2B5EF4-FFF2-40B4-BE49-F238E27FC236}">
                <a16:creationId xmlns:a16="http://schemas.microsoft.com/office/drawing/2014/main" id="{BCED5027-D51A-52A2-A32D-5041E1A50CFA}"/>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10" name="Text Box 3">
            <a:extLst>
              <a:ext uri="{FF2B5EF4-FFF2-40B4-BE49-F238E27FC236}">
                <a16:creationId xmlns:a16="http://schemas.microsoft.com/office/drawing/2014/main" id="{B063A10F-FD27-EAF7-54BC-36967525171F}"/>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6">
            <a:extLst>
              <a:ext uri="{FF2B5EF4-FFF2-40B4-BE49-F238E27FC236}">
                <a16:creationId xmlns:a16="http://schemas.microsoft.com/office/drawing/2014/main" id="{2C817274-DAE5-5D01-5B0A-00E694EF34AB}"/>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49155" name="Rectangle 7">
            <a:extLst>
              <a:ext uri="{FF2B5EF4-FFF2-40B4-BE49-F238E27FC236}">
                <a16:creationId xmlns:a16="http://schemas.microsoft.com/office/drawing/2014/main" id="{1A8DD9A1-E31F-CA6D-3AB2-A1395800A65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F80A0A3-6E0F-4ED4-A7EC-48D1DA5B6C21}" type="slidenum">
              <a:rPr lang="en-US" altLang="en-US" smtClean="0">
                <a:ea typeface="WenQuanYi Micro Hei" charset="0"/>
              </a:rPr>
              <a:pPr>
                <a:spcBef>
                  <a:spcPct val="0"/>
                </a:spcBef>
                <a:buClrTx/>
                <a:buFontTx/>
                <a:buNone/>
              </a:pPr>
              <a:t>17</a:t>
            </a:fld>
            <a:endParaRPr lang="en-US" altLang="en-US">
              <a:ea typeface="WenQuanYi Micro Hei" charset="0"/>
            </a:endParaRPr>
          </a:p>
        </p:txBody>
      </p:sp>
      <p:sp>
        <p:nvSpPr>
          <p:cNvPr id="49156" name="Text Box 1">
            <a:extLst>
              <a:ext uri="{FF2B5EF4-FFF2-40B4-BE49-F238E27FC236}">
                <a16:creationId xmlns:a16="http://schemas.microsoft.com/office/drawing/2014/main" id="{F80221C2-52FA-7679-7B93-1DAB16D92EE4}"/>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49157" name="Rectangle 2">
            <a:extLst>
              <a:ext uri="{FF2B5EF4-FFF2-40B4-BE49-F238E27FC236}">
                <a16:creationId xmlns:a16="http://schemas.microsoft.com/office/drawing/2014/main" id="{677DA54C-CCED-E8A5-2AA2-E1D7728FB414}"/>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8" name="Text Box 3">
            <a:extLst>
              <a:ext uri="{FF2B5EF4-FFF2-40B4-BE49-F238E27FC236}">
                <a16:creationId xmlns:a16="http://schemas.microsoft.com/office/drawing/2014/main" id="{59945F48-5D97-B783-5007-E63AC394834B}"/>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6">
            <a:extLst>
              <a:ext uri="{FF2B5EF4-FFF2-40B4-BE49-F238E27FC236}">
                <a16:creationId xmlns:a16="http://schemas.microsoft.com/office/drawing/2014/main" id="{26BAB008-0AAA-B81E-C5BE-827D456718EF}"/>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51203" name="Rectangle 7">
            <a:extLst>
              <a:ext uri="{FF2B5EF4-FFF2-40B4-BE49-F238E27FC236}">
                <a16:creationId xmlns:a16="http://schemas.microsoft.com/office/drawing/2014/main" id="{C309F857-C8F8-133B-A7D9-0D1D65EAA2D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184C511F-56DD-4650-A172-9223A086E50A}" type="slidenum">
              <a:rPr lang="en-US" altLang="en-US" smtClean="0">
                <a:ea typeface="WenQuanYi Micro Hei" charset="0"/>
              </a:rPr>
              <a:pPr>
                <a:spcBef>
                  <a:spcPct val="0"/>
                </a:spcBef>
                <a:buClrTx/>
                <a:buFontTx/>
                <a:buNone/>
              </a:pPr>
              <a:t>18</a:t>
            </a:fld>
            <a:endParaRPr lang="en-US" altLang="en-US">
              <a:ea typeface="WenQuanYi Micro Hei" charset="0"/>
            </a:endParaRPr>
          </a:p>
        </p:txBody>
      </p:sp>
      <p:sp>
        <p:nvSpPr>
          <p:cNvPr id="51204" name="Text Box 1">
            <a:extLst>
              <a:ext uri="{FF2B5EF4-FFF2-40B4-BE49-F238E27FC236}">
                <a16:creationId xmlns:a16="http://schemas.microsoft.com/office/drawing/2014/main" id="{94DDC584-674D-D97C-7FE8-5469E9537DE9}"/>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51205" name="Rectangle 2">
            <a:extLst>
              <a:ext uri="{FF2B5EF4-FFF2-40B4-BE49-F238E27FC236}">
                <a16:creationId xmlns:a16="http://schemas.microsoft.com/office/drawing/2014/main" id="{6667E810-02B1-5769-71DB-C9B196C1E9EE}"/>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06" name="Text Box 3">
            <a:extLst>
              <a:ext uri="{FF2B5EF4-FFF2-40B4-BE49-F238E27FC236}">
                <a16:creationId xmlns:a16="http://schemas.microsoft.com/office/drawing/2014/main" id="{FD9A792E-245D-A13C-D251-49711689E244}"/>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BDADE572-9253-65F8-30CF-77793B567227}"/>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53251" name="Rectangle 7">
            <a:extLst>
              <a:ext uri="{FF2B5EF4-FFF2-40B4-BE49-F238E27FC236}">
                <a16:creationId xmlns:a16="http://schemas.microsoft.com/office/drawing/2014/main" id="{F3783D61-9AB9-6046-E7A9-C36DA403AB0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72E7C03F-0225-4102-A390-45A8938A193E}" type="slidenum">
              <a:rPr lang="en-US" altLang="en-US" smtClean="0">
                <a:ea typeface="WenQuanYi Micro Hei" charset="0"/>
              </a:rPr>
              <a:pPr>
                <a:spcBef>
                  <a:spcPct val="0"/>
                </a:spcBef>
                <a:buClrTx/>
                <a:buFontTx/>
                <a:buNone/>
              </a:pPr>
              <a:t>19</a:t>
            </a:fld>
            <a:endParaRPr lang="en-US" altLang="en-US">
              <a:ea typeface="WenQuanYi Micro Hei" charset="0"/>
            </a:endParaRPr>
          </a:p>
        </p:txBody>
      </p:sp>
      <p:sp>
        <p:nvSpPr>
          <p:cNvPr id="53252" name="Text Box 1">
            <a:extLst>
              <a:ext uri="{FF2B5EF4-FFF2-40B4-BE49-F238E27FC236}">
                <a16:creationId xmlns:a16="http://schemas.microsoft.com/office/drawing/2014/main" id="{21D027BB-E97A-4519-BE1C-513B04149BC0}"/>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53253" name="Rectangle 2">
            <a:extLst>
              <a:ext uri="{FF2B5EF4-FFF2-40B4-BE49-F238E27FC236}">
                <a16:creationId xmlns:a16="http://schemas.microsoft.com/office/drawing/2014/main" id="{5D37B32B-5E8A-CEDF-A9DD-D41F040E3189}"/>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4" name="Text Box 3">
            <a:extLst>
              <a:ext uri="{FF2B5EF4-FFF2-40B4-BE49-F238E27FC236}">
                <a16:creationId xmlns:a16="http://schemas.microsoft.com/office/drawing/2014/main" id="{2AC66602-9D7D-7A93-CFB6-8DDF7FC2F6AB}"/>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6">
            <a:extLst>
              <a:ext uri="{FF2B5EF4-FFF2-40B4-BE49-F238E27FC236}">
                <a16:creationId xmlns:a16="http://schemas.microsoft.com/office/drawing/2014/main" id="{EF2E7D05-3CB0-F3A7-FDA4-4A5D377300B7}"/>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55299" name="Rectangle 7">
            <a:extLst>
              <a:ext uri="{FF2B5EF4-FFF2-40B4-BE49-F238E27FC236}">
                <a16:creationId xmlns:a16="http://schemas.microsoft.com/office/drawing/2014/main" id="{CA0C7068-71E8-7DFC-633D-BBA0473674F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A6FDE7D-6FCC-424E-A89A-91CEE89C85CF}" type="slidenum">
              <a:rPr lang="en-US" altLang="en-US" smtClean="0">
                <a:ea typeface="WenQuanYi Micro Hei" charset="0"/>
              </a:rPr>
              <a:pPr>
                <a:spcBef>
                  <a:spcPct val="0"/>
                </a:spcBef>
                <a:buClrTx/>
                <a:buFontTx/>
                <a:buNone/>
              </a:pPr>
              <a:t>20</a:t>
            </a:fld>
            <a:endParaRPr lang="en-US" altLang="en-US">
              <a:ea typeface="WenQuanYi Micro Hei" charset="0"/>
            </a:endParaRPr>
          </a:p>
        </p:txBody>
      </p:sp>
      <p:sp>
        <p:nvSpPr>
          <p:cNvPr id="55300" name="Text Box 1">
            <a:extLst>
              <a:ext uri="{FF2B5EF4-FFF2-40B4-BE49-F238E27FC236}">
                <a16:creationId xmlns:a16="http://schemas.microsoft.com/office/drawing/2014/main" id="{AB28E5A0-E4B6-69F6-2B34-047DE7A87882}"/>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55301" name="Rectangle 2">
            <a:extLst>
              <a:ext uri="{FF2B5EF4-FFF2-40B4-BE49-F238E27FC236}">
                <a16:creationId xmlns:a16="http://schemas.microsoft.com/office/drawing/2014/main" id="{F807EFD4-8C83-7763-C72D-7FC5D2CFAC67}"/>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302" name="Text Box 3">
            <a:extLst>
              <a:ext uri="{FF2B5EF4-FFF2-40B4-BE49-F238E27FC236}">
                <a16:creationId xmlns:a16="http://schemas.microsoft.com/office/drawing/2014/main" id="{27CFB2FD-184E-5BE3-510E-80D89BF678BD}"/>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6">
            <a:extLst>
              <a:ext uri="{FF2B5EF4-FFF2-40B4-BE49-F238E27FC236}">
                <a16:creationId xmlns:a16="http://schemas.microsoft.com/office/drawing/2014/main" id="{79D1BFA8-E146-A9BB-E03B-BF8399292751}"/>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57347" name="Rectangle 7">
            <a:extLst>
              <a:ext uri="{FF2B5EF4-FFF2-40B4-BE49-F238E27FC236}">
                <a16:creationId xmlns:a16="http://schemas.microsoft.com/office/drawing/2014/main" id="{7568B746-BBD5-7FC9-04EF-EA36BC283F3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654DE5C3-24A9-4E08-B125-AF2ECF90EE7A}" type="slidenum">
              <a:rPr lang="en-US" altLang="en-US" smtClean="0">
                <a:ea typeface="WenQuanYi Micro Hei" charset="0"/>
              </a:rPr>
              <a:pPr>
                <a:spcBef>
                  <a:spcPct val="0"/>
                </a:spcBef>
                <a:buClrTx/>
                <a:buFontTx/>
                <a:buNone/>
              </a:pPr>
              <a:t>21</a:t>
            </a:fld>
            <a:endParaRPr lang="en-US" altLang="en-US">
              <a:ea typeface="WenQuanYi Micro Hei" charset="0"/>
            </a:endParaRPr>
          </a:p>
        </p:txBody>
      </p:sp>
      <p:sp>
        <p:nvSpPr>
          <p:cNvPr id="57348" name="Text Box 1">
            <a:extLst>
              <a:ext uri="{FF2B5EF4-FFF2-40B4-BE49-F238E27FC236}">
                <a16:creationId xmlns:a16="http://schemas.microsoft.com/office/drawing/2014/main" id="{67053F7D-D753-E1E2-D223-24C597E739DB}"/>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57349" name="Rectangle 2">
            <a:extLst>
              <a:ext uri="{FF2B5EF4-FFF2-40B4-BE49-F238E27FC236}">
                <a16:creationId xmlns:a16="http://schemas.microsoft.com/office/drawing/2014/main" id="{8BD80165-013C-4806-1FD5-06D403834562}"/>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50" name="Text Box 3">
            <a:extLst>
              <a:ext uri="{FF2B5EF4-FFF2-40B4-BE49-F238E27FC236}">
                <a16:creationId xmlns:a16="http://schemas.microsoft.com/office/drawing/2014/main" id="{893E9DF3-A4F1-FEE4-B498-D34D6FCE2AF5}"/>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6">
            <a:extLst>
              <a:ext uri="{FF2B5EF4-FFF2-40B4-BE49-F238E27FC236}">
                <a16:creationId xmlns:a16="http://schemas.microsoft.com/office/drawing/2014/main" id="{FF996BF1-9440-3882-F71B-B0D2D4C0FFDE}"/>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59395" name="Rectangle 7">
            <a:extLst>
              <a:ext uri="{FF2B5EF4-FFF2-40B4-BE49-F238E27FC236}">
                <a16:creationId xmlns:a16="http://schemas.microsoft.com/office/drawing/2014/main" id="{8A269297-7735-9317-6FE4-DBF5D07E355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E8289009-2A74-4136-9B06-31F412DA4551}" type="slidenum">
              <a:rPr lang="en-US" altLang="en-US" smtClean="0">
                <a:ea typeface="WenQuanYi Micro Hei" charset="0"/>
              </a:rPr>
              <a:pPr>
                <a:spcBef>
                  <a:spcPct val="0"/>
                </a:spcBef>
                <a:buClrTx/>
                <a:buFontTx/>
                <a:buNone/>
              </a:pPr>
              <a:t>22</a:t>
            </a:fld>
            <a:endParaRPr lang="en-US" altLang="en-US">
              <a:ea typeface="WenQuanYi Micro Hei" charset="0"/>
            </a:endParaRPr>
          </a:p>
        </p:txBody>
      </p:sp>
      <p:sp>
        <p:nvSpPr>
          <p:cNvPr id="59396" name="Text Box 1">
            <a:extLst>
              <a:ext uri="{FF2B5EF4-FFF2-40B4-BE49-F238E27FC236}">
                <a16:creationId xmlns:a16="http://schemas.microsoft.com/office/drawing/2014/main" id="{FB8F98C7-05DF-D452-1683-682C4EE53933}"/>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59397" name="Rectangle 2">
            <a:extLst>
              <a:ext uri="{FF2B5EF4-FFF2-40B4-BE49-F238E27FC236}">
                <a16:creationId xmlns:a16="http://schemas.microsoft.com/office/drawing/2014/main" id="{F946D769-5138-E401-CD42-73F1B9B01CD2}"/>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8" name="Text Box 3">
            <a:extLst>
              <a:ext uri="{FF2B5EF4-FFF2-40B4-BE49-F238E27FC236}">
                <a16:creationId xmlns:a16="http://schemas.microsoft.com/office/drawing/2014/main" id="{DE067EBE-3112-D480-4AF3-4D0068CE0B8E}"/>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6">
            <a:extLst>
              <a:ext uri="{FF2B5EF4-FFF2-40B4-BE49-F238E27FC236}">
                <a16:creationId xmlns:a16="http://schemas.microsoft.com/office/drawing/2014/main" id="{5BBB3A3C-50F6-75C8-FA5D-1C11B15706CF}"/>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61443" name="Rectangle 7">
            <a:extLst>
              <a:ext uri="{FF2B5EF4-FFF2-40B4-BE49-F238E27FC236}">
                <a16:creationId xmlns:a16="http://schemas.microsoft.com/office/drawing/2014/main" id="{6B57DB53-2BF7-DB23-8938-168A2699C89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97C45CB1-5C11-49CD-80A2-3FF7E1648321}" type="slidenum">
              <a:rPr lang="en-US" altLang="en-US" smtClean="0">
                <a:ea typeface="WenQuanYi Micro Hei" charset="0"/>
              </a:rPr>
              <a:pPr>
                <a:spcBef>
                  <a:spcPct val="0"/>
                </a:spcBef>
                <a:buClrTx/>
                <a:buFontTx/>
                <a:buNone/>
              </a:pPr>
              <a:t>23</a:t>
            </a:fld>
            <a:endParaRPr lang="en-US" altLang="en-US">
              <a:ea typeface="WenQuanYi Micro Hei" charset="0"/>
            </a:endParaRPr>
          </a:p>
        </p:txBody>
      </p:sp>
      <p:sp>
        <p:nvSpPr>
          <p:cNvPr id="61444" name="Text Box 1">
            <a:extLst>
              <a:ext uri="{FF2B5EF4-FFF2-40B4-BE49-F238E27FC236}">
                <a16:creationId xmlns:a16="http://schemas.microsoft.com/office/drawing/2014/main" id="{83B49D7C-3D8C-5487-021A-A0073B8D177F}"/>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61445" name="Rectangle 2">
            <a:extLst>
              <a:ext uri="{FF2B5EF4-FFF2-40B4-BE49-F238E27FC236}">
                <a16:creationId xmlns:a16="http://schemas.microsoft.com/office/drawing/2014/main" id="{EA51654D-0F31-C8DE-3766-E5D7AEF6BAA2}"/>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6" name="Text Box 3">
            <a:extLst>
              <a:ext uri="{FF2B5EF4-FFF2-40B4-BE49-F238E27FC236}">
                <a16:creationId xmlns:a16="http://schemas.microsoft.com/office/drawing/2014/main" id="{F81CF25D-729A-C795-D233-6EB46D45B2B3}"/>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6">
            <a:extLst>
              <a:ext uri="{FF2B5EF4-FFF2-40B4-BE49-F238E27FC236}">
                <a16:creationId xmlns:a16="http://schemas.microsoft.com/office/drawing/2014/main" id="{8CE2219D-53C9-A437-BF38-070D4EE27F4A}"/>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63491" name="Rectangle 7">
            <a:extLst>
              <a:ext uri="{FF2B5EF4-FFF2-40B4-BE49-F238E27FC236}">
                <a16:creationId xmlns:a16="http://schemas.microsoft.com/office/drawing/2014/main" id="{2A94B863-D93F-7F8F-2E90-2A2719F7543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04FE816-0970-42E1-A8AF-380CC727CC84}" type="slidenum">
              <a:rPr lang="en-US" altLang="en-US" smtClean="0">
                <a:ea typeface="WenQuanYi Micro Hei" charset="0"/>
              </a:rPr>
              <a:pPr>
                <a:spcBef>
                  <a:spcPct val="0"/>
                </a:spcBef>
                <a:buClrTx/>
                <a:buFontTx/>
                <a:buNone/>
              </a:pPr>
              <a:t>24</a:t>
            </a:fld>
            <a:endParaRPr lang="en-US" altLang="en-US">
              <a:ea typeface="WenQuanYi Micro Hei" charset="0"/>
            </a:endParaRPr>
          </a:p>
        </p:txBody>
      </p:sp>
      <p:sp>
        <p:nvSpPr>
          <p:cNvPr id="63492" name="Text Box 1">
            <a:extLst>
              <a:ext uri="{FF2B5EF4-FFF2-40B4-BE49-F238E27FC236}">
                <a16:creationId xmlns:a16="http://schemas.microsoft.com/office/drawing/2014/main" id="{10838095-A388-2956-DE77-34B5DA46D597}"/>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63493" name="Rectangle 2">
            <a:extLst>
              <a:ext uri="{FF2B5EF4-FFF2-40B4-BE49-F238E27FC236}">
                <a16:creationId xmlns:a16="http://schemas.microsoft.com/office/drawing/2014/main" id="{E89F78E6-753C-CA18-6C45-CE5C073D6451}"/>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4" name="Text Box 3">
            <a:extLst>
              <a:ext uri="{FF2B5EF4-FFF2-40B4-BE49-F238E27FC236}">
                <a16:creationId xmlns:a16="http://schemas.microsoft.com/office/drawing/2014/main" id="{DC574000-BE9F-FEFA-8F7B-33E03D169684}"/>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6">
            <a:extLst>
              <a:ext uri="{FF2B5EF4-FFF2-40B4-BE49-F238E27FC236}">
                <a16:creationId xmlns:a16="http://schemas.microsoft.com/office/drawing/2014/main" id="{53A573F1-2E53-B5C1-51F2-9C46608DDC96}"/>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65539" name="Rectangle 7">
            <a:extLst>
              <a:ext uri="{FF2B5EF4-FFF2-40B4-BE49-F238E27FC236}">
                <a16:creationId xmlns:a16="http://schemas.microsoft.com/office/drawing/2014/main" id="{2052011A-AC0F-144D-FF89-39DD857F06F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65ABD25C-FFD3-425D-8220-F867021CBEFA}" type="slidenum">
              <a:rPr lang="en-US" altLang="en-US" smtClean="0">
                <a:ea typeface="WenQuanYi Micro Hei" charset="0"/>
              </a:rPr>
              <a:pPr>
                <a:spcBef>
                  <a:spcPct val="0"/>
                </a:spcBef>
                <a:buClrTx/>
                <a:buFontTx/>
                <a:buNone/>
              </a:pPr>
              <a:t>25</a:t>
            </a:fld>
            <a:endParaRPr lang="en-US" altLang="en-US">
              <a:ea typeface="WenQuanYi Micro Hei" charset="0"/>
            </a:endParaRPr>
          </a:p>
        </p:txBody>
      </p:sp>
      <p:sp>
        <p:nvSpPr>
          <p:cNvPr id="65540" name="Text Box 1">
            <a:extLst>
              <a:ext uri="{FF2B5EF4-FFF2-40B4-BE49-F238E27FC236}">
                <a16:creationId xmlns:a16="http://schemas.microsoft.com/office/drawing/2014/main" id="{01B06B09-1E26-F29C-DB0B-88389F309F61}"/>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65541" name="Rectangle 2">
            <a:extLst>
              <a:ext uri="{FF2B5EF4-FFF2-40B4-BE49-F238E27FC236}">
                <a16:creationId xmlns:a16="http://schemas.microsoft.com/office/drawing/2014/main" id="{4E2AC9F6-D8E8-1E15-A000-E21B4B64FD03}"/>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42" name="Text Box 3">
            <a:extLst>
              <a:ext uri="{FF2B5EF4-FFF2-40B4-BE49-F238E27FC236}">
                <a16:creationId xmlns:a16="http://schemas.microsoft.com/office/drawing/2014/main" id="{8925CBB3-8944-7130-0345-7294B7D96A41}"/>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6">
            <a:extLst>
              <a:ext uri="{FF2B5EF4-FFF2-40B4-BE49-F238E27FC236}">
                <a16:creationId xmlns:a16="http://schemas.microsoft.com/office/drawing/2014/main" id="{E6D3A2F3-A063-F561-5EAA-02F1A9CBAC0D}"/>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67587" name="Rectangle 7">
            <a:extLst>
              <a:ext uri="{FF2B5EF4-FFF2-40B4-BE49-F238E27FC236}">
                <a16:creationId xmlns:a16="http://schemas.microsoft.com/office/drawing/2014/main" id="{5165BB1D-4EB9-9C68-53C8-ADF93E438764}"/>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5C4DE78-E35E-4EE9-8E43-40B46E4519BC}" type="slidenum">
              <a:rPr lang="en-US" altLang="en-US" smtClean="0">
                <a:ea typeface="WenQuanYi Micro Hei" charset="0"/>
              </a:rPr>
              <a:pPr>
                <a:spcBef>
                  <a:spcPct val="0"/>
                </a:spcBef>
                <a:buClrTx/>
                <a:buFontTx/>
                <a:buNone/>
              </a:pPr>
              <a:t>26</a:t>
            </a:fld>
            <a:endParaRPr lang="en-US" altLang="en-US">
              <a:ea typeface="WenQuanYi Micro Hei" charset="0"/>
            </a:endParaRPr>
          </a:p>
        </p:txBody>
      </p:sp>
      <p:sp>
        <p:nvSpPr>
          <p:cNvPr id="67588" name="Text Box 1">
            <a:extLst>
              <a:ext uri="{FF2B5EF4-FFF2-40B4-BE49-F238E27FC236}">
                <a16:creationId xmlns:a16="http://schemas.microsoft.com/office/drawing/2014/main" id="{4320947C-351D-D332-4A65-CC41D093F440}"/>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67589" name="Rectangle 2">
            <a:extLst>
              <a:ext uri="{FF2B5EF4-FFF2-40B4-BE49-F238E27FC236}">
                <a16:creationId xmlns:a16="http://schemas.microsoft.com/office/drawing/2014/main" id="{974624DA-E0B1-7604-AEC4-7FE35D82FE17}"/>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90" name="Text Box 3">
            <a:extLst>
              <a:ext uri="{FF2B5EF4-FFF2-40B4-BE49-F238E27FC236}">
                <a16:creationId xmlns:a16="http://schemas.microsoft.com/office/drawing/2014/main" id="{1C889C2C-DD7F-C6C4-CA0C-F9A0A2B4C081}"/>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6">
            <a:extLst>
              <a:ext uri="{FF2B5EF4-FFF2-40B4-BE49-F238E27FC236}">
                <a16:creationId xmlns:a16="http://schemas.microsoft.com/office/drawing/2014/main" id="{947E5B1C-97CD-17F4-9499-7A147C5B770F}"/>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69635" name="Rectangle 7">
            <a:extLst>
              <a:ext uri="{FF2B5EF4-FFF2-40B4-BE49-F238E27FC236}">
                <a16:creationId xmlns:a16="http://schemas.microsoft.com/office/drawing/2014/main" id="{CBE9B8EB-2F33-4D35-A1C4-3FBAB0E1469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5AF1A05-CA34-4E8C-9F61-3055A3750A2D}" type="slidenum">
              <a:rPr lang="en-US" altLang="en-US" smtClean="0">
                <a:ea typeface="WenQuanYi Micro Hei" charset="0"/>
              </a:rPr>
              <a:pPr>
                <a:spcBef>
                  <a:spcPct val="0"/>
                </a:spcBef>
                <a:buClrTx/>
                <a:buFontTx/>
                <a:buNone/>
              </a:pPr>
              <a:t>27</a:t>
            </a:fld>
            <a:endParaRPr lang="en-US" altLang="en-US">
              <a:ea typeface="WenQuanYi Micro Hei" charset="0"/>
            </a:endParaRPr>
          </a:p>
        </p:txBody>
      </p:sp>
      <p:sp>
        <p:nvSpPr>
          <p:cNvPr id="69636" name="Text Box 1">
            <a:extLst>
              <a:ext uri="{FF2B5EF4-FFF2-40B4-BE49-F238E27FC236}">
                <a16:creationId xmlns:a16="http://schemas.microsoft.com/office/drawing/2014/main" id="{C5A7681D-F663-1352-4068-4ADB1A34A891}"/>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69637" name="Rectangle 2">
            <a:extLst>
              <a:ext uri="{FF2B5EF4-FFF2-40B4-BE49-F238E27FC236}">
                <a16:creationId xmlns:a16="http://schemas.microsoft.com/office/drawing/2014/main" id="{F17CDD63-2DE6-DBEC-B3C9-3739FAAB335A}"/>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8" name="Text Box 3">
            <a:extLst>
              <a:ext uri="{FF2B5EF4-FFF2-40B4-BE49-F238E27FC236}">
                <a16:creationId xmlns:a16="http://schemas.microsoft.com/office/drawing/2014/main" id="{2FB54808-D1B8-133F-FC02-B41FA8E117A3}"/>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6">
            <a:extLst>
              <a:ext uri="{FF2B5EF4-FFF2-40B4-BE49-F238E27FC236}">
                <a16:creationId xmlns:a16="http://schemas.microsoft.com/office/drawing/2014/main" id="{4BEF6F4B-C95B-FEE8-85F2-58E496481550}"/>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71683" name="Rectangle 7">
            <a:extLst>
              <a:ext uri="{FF2B5EF4-FFF2-40B4-BE49-F238E27FC236}">
                <a16:creationId xmlns:a16="http://schemas.microsoft.com/office/drawing/2014/main" id="{E41CE1E9-9C24-323E-C7B5-840A1E322D8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D3E1E2A3-A90F-4727-9667-522C433D06F4}" type="slidenum">
              <a:rPr lang="en-US" altLang="en-US" smtClean="0">
                <a:ea typeface="WenQuanYi Micro Hei" charset="0"/>
              </a:rPr>
              <a:pPr>
                <a:spcBef>
                  <a:spcPct val="0"/>
                </a:spcBef>
                <a:buClrTx/>
                <a:buFontTx/>
                <a:buNone/>
              </a:pPr>
              <a:t>28</a:t>
            </a:fld>
            <a:endParaRPr lang="en-US" altLang="en-US">
              <a:ea typeface="WenQuanYi Micro Hei" charset="0"/>
            </a:endParaRPr>
          </a:p>
        </p:txBody>
      </p:sp>
      <p:sp>
        <p:nvSpPr>
          <p:cNvPr id="71684" name="Text Box 1">
            <a:extLst>
              <a:ext uri="{FF2B5EF4-FFF2-40B4-BE49-F238E27FC236}">
                <a16:creationId xmlns:a16="http://schemas.microsoft.com/office/drawing/2014/main" id="{336519EE-62C0-DDA8-EDBB-967EE1691CF9}"/>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71685" name="Rectangle 2">
            <a:extLst>
              <a:ext uri="{FF2B5EF4-FFF2-40B4-BE49-F238E27FC236}">
                <a16:creationId xmlns:a16="http://schemas.microsoft.com/office/drawing/2014/main" id="{72E01D27-80BF-4586-1B60-4695D812CE80}"/>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6" name="Text Box 3">
            <a:extLst>
              <a:ext uri="{FF2B5EF4-FFF2-40B4-BE49-F238E27FC236}">
                <a16:creationId xmlns:a16="http://schemas.microsoft.com/office/drawing/2014/main" id="{C761DA2D-9BC4-8F50-7F18-042A2C2BFE14}"/>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6">
            <a:extLst>
              <a:ext uri="{FF2B5EF4-FFF2-40B4-BE49-F238E27FC236}">
                <a16:creationId xmlns:a16="http://schemas.microsoft.com/office/drawing/2014/main" id="{EDA58D10-ACF4-8AB1-BC22-81A291CCB8D7}"/>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73731" name="Rectangle 7">
            <a:extLst>
              <a:ext uri="{FF2B5EF4-FFF2-40B4-BE49-F238E27FC236}">
                <a16:creationId xmlns:a16="http://schemas.microsoft.com/office/drawing/2014/main" id="{5508710D-2B22-573E-7792-7D0A4048D2E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F46AF87-67EB-4FB9-9C2E-AEE37C55517C}" type="slidenum">
              <a:rPr lang="en-US" altLang="en-US" smtClean="0">
                <a:ea typeface="WenQuanYi Micro Hei" charset="0"/>
              </a:rPr>
              <a:pPr>
                <a:spcBef>
                  <a:spcPct val="0"/>
                </a:spcBef>
                <a:buClrTx/>
                <a:buFontTx/>
                <a:buNone/>
              </a:pPr>
              <a:t>29</a:t>
            </a:fld>
            <a:endParaRPr lang="en-US" altLang="en-US">
              <a:ea typeface="WenQuanYi Micro Hei" charset="0"/>
            </a:endParaRPr>
          </a:p>
        </p:txBody>
      </p:sp>
      <p:sp>
        <p:nvSpPr>
          <p:cNvPr id="73732" name="Text Box 1">
            <a:extLst>
              <a:ext uri="{FF2B5EF4-FFF2-40B4-BE49-F238E27FC236}">
                <a16:creationId xmlns:a16="http://schemas.microsoft.com/office/drawing/2014/main" id="{D53C29EF-2FD0-CB84-5363-E168C4B942A5}"/>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73733" name="Rectangle 2">
            <a:extLst>
              <a:ext uri="{FF2B5EF4-FFF2-40B4-BE49-F238E27FC236}">
                <a16:creationId xmlns:a16="http://schemas.microsoft.com/office/drawing/2014/main" id="{3DF72C02-75A9-4296-AD39-1C789C6FADFC}"/>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4" name="Text Box 3">
            <a:extLst>
              <a:ext uri="{FF2B5EF4-FFF2-40B4-BE49-F238E27FC236}">
                <a16:creationId xmlns:a16="http://schemas.microsoft.com/office/drawing/2014/main" id="{414CEE32-6F55-634D-A4E2-144469DDFAE7}"/>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6">
            <a:extLst>
              <a:ext uri="{FF2B5EF4-FFF2-40B4-BE49-F238E27FC236}">
                <a16:creationId xmlns:a16="http://schemas.microsoft.com/office/drawing/2014/main" id="{79E641FD-2C12-2CBE-1DD2-3802301C581E}"/>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75779" name="Rectangle 7">
            <a:extLst>
              <a:ext uri="{FF2B5EF4-FFF2-40B4-BE49-F238E27FC236}">
                <a16:creationId xmlns:a16="http://schemas.microsoft.com/office/drawing/2014/main" id="{B3CAACB2-7D32-BF49-EACE-D2CBF8DF591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E24C2E43-3B95-40A2-8AF1-689706CFA011}" type="slidenum">
              <a:rPr lang="en-US" altLang="en-US" smtClean="0">
                <a:ea typeface="WenQuanYi Micro Hei" charset="0"/>
              </a:rPr>
              <a:pPr>
                <a:spcBef>
                  <a:spcPct val="0"/>
                </a:spcBef>
                <a:buClrTx/>
                <a:buFontTx/>
                <a:buNone/>
              </a:pPr>
              <a:t>30</a:t>
            </a:fld>
            <a:endParaRPr lang="en-US" altLang="en-US">
              <a:ea typeface="WenQuanYi Micro Hei" charset="0"/>
            </a:endParaRPr>
          </a:p>
        </p:txBody>
      </p:sp>
      <p:sp>
        <p:nvSpPr>
          <p:cNvPr id="75780" name="Text Box 1">
            <a:extLst>
              <a:ext uri="{FF2B5EF4-FFF2-40B4-BE49-F238E27FC236}">
                <a16:creationId xmlns:a16="http://schemas.microsoft.com/office/drawing/2014/main" id="{A1573F2D-BCAB-52A7-792A-C50B6685C310}"/>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75781" name="Rectangle 2">
            <a:extLst>
              <a:ext uri="{FF2B5EF4-FFF2-40B4-BE49-F238E27FC236}">
                <a16:creationId xmlns:a16="http://schemas.microsoft.com/office/drawing/2014/main" id="{D1102874-BFB8-A764-ED52-4D741CB51235}"/>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5782" name="Text Box 3">
            <a:extLst>
              <a:ext uri="{FF2B5EF4-FFF2-40B4-BE49-F238E27FC236}">
                <a16:creationId xmlns:a16="http://schemas.microsoft.com/office/drawing/2014/main" id="{C630FCBE-2578-2ED8-E0D7-08665BF52635}"/>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6">
            <a:extLst>
              <a:ext uri="{FF2B5EF4-FFF2-40B4-BE49-F238E27FC236}">
                <a16:creationId xmlns:a16="http://schemas.microsoft.com/office/drawing/2014/main" id="{3C698137-525F-765A-3175-2F69122F5103}"/>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77827" name="Rectangle 7">
            <a:extLst>
              <a:ext uri="{FF2B5EF4-FFF2-40B4-BE49-F238E27FC236}">
                <a16:creationId xmlns:a16="http://schemas.microsoft.com/office/drawing/2014/main" id="{280B8EEE-0BBB-ADF4-735E-59684F2088E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B91F9F18-396C-4B7F-BA92-B8DF63836870}" type="slidenum">
              <a:rPr lang="en-US" altLang="en-US" smtClean="0">
                <a:ea typeface="WenQuanYi Micro Hei" charset="0"/>
              </a:rPr>
              <a:pPr>
                <a:spcBef>
                  <a:spcPct val="0"/>
                </a:spcBef>
                <a:buClrTx/>
                <a:buFontTx/>
                <a:buNone/>
              </a:pPr>
              <a:t>31</a:t>
            </a:fld>
            <a:endParaRPr lang="en-US" altLang="en-US">
              <a:ea typeface="WenQuanYi Micro Hei" charset="0"/>
            </a:endParaRPr>
          </a:p>
        </p:txBody>
      </p:sp>
      <p:sp>
        <p:nvSpPr>
          <p:cNvPr id="77828" name="Text Box 1">
            <a:extLst>
              <a:ext uri="{FF2B5EF4-FFF2-40B4-BE49-F238E27FC236}">
                <a16:creationId xmlns:a16="http://schemas.microsoft.com/office/drawing/2014/main" id="{E4AFD309-ECE7-2401-CDFB-0838BAEA43CD}"/>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77829" name="Rectangle 2">
            <a:extLst>
              <a:ext uri="{FF2B5EF4-FFF2-40B4-BE49-F238E27FC236}">
                <a16:creationId xmlns:a16="http://schemas.microsoft.com/office/drawing/2014/main" id="{2648940D-61E1-0BA4-AF29-2F33931E24CD}"/>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30" name="Text Box 3">
            <a:extLst>
              <a:ext uri="{FF2B5EF4-FFF2-40B4-BE49-F238E27FC236}">
                <a16:creationId xmlns:a16="http://schemas.microsoft.com/office/drawing/2014/main" id="{5625A3BD-93CC-67E4-722C-D9A956149DCF}"/>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6">
            <a:extLst>
              <a:ext uri="{FF2B5EF4-FFF2-40B4-BE49-F238E27FC236}">
                <a16:creationId xmlns:a16="http://schemas.microsoft.com/office/drawing/2014/main" id="{A39614F8-6A23-EEBC-F8C7-417630A046D3}"/>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79875" name="Rectangle 7">
            <a:extLst>
              <a:ext uri="{FF2B5EF4-FFF2-40B4-BE49-F238E27FC236}">
                <a16:creationId xmlns:a16="http://schemas.microsoft.com/office/drawing/2014/main" id="{43BA57C8-C46B-EA97-83BB-DFE062249DA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4D5EC98-55E4-4B8E-8305-2E4578824C9F}" type="slidenum">
              <a:rPr lang="en-US" altLang="en-US" smtClean="0">
                <a:ea typeface="WenQuanYi Micro Hei" charset="0"/>
              </a:rPr>
              <a:pPr>
                <a:spcBef>
                  <a:spcPct val="0"/>
                </a:spcBef>
                <a:buClrTx/>
                <a:buFontTx/>
                <a:buNone/>
              </a:pPr>
              <a:t>32</a:t>
            </a:fld>
            <a:endParaRPr lang="en-US" altLang="en-US">
              <a:ea typeface="WenQuanYi Micro Hei" charset="0"/>
            </a:endParaRPr>
          </a:p>
        </p:txBody>
      </p:sp>
      <p:sp>
        <p:nvSpPr>
          <p:cNvPr id="79876" name="Text Box 1">
            <a:extLst>
              <a:ext uri="{FF2B5EF4-FFF2-40B4-BE49-F238E27FC236}">
                <a16:creationId xmlns:a16="http://schemas.microsoft.com/office/drawing/2014/main" id="{E1F90133-126D-A09B-8045-096CF685242F}"/>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79877" name="Rectangle 2">
            <a:extLst>
              <a:ext uri="{FF2B5EF4-FFF2-40B4-BE49-F238E27FC236}">
                <a16:creationId xmlns:a16="http://schemas.microsoft.com/office/drawing/2014/main" id="{79754654-0B9E-78EE-5644-92A7916CBAA8}"/>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8" name="Text Box 3">
            <a:extLst>
              <a:ext uri="{FF2B5EF4-FFF2-40B4-BE49-F238E27FC236}">
                <a16:creationId xmlns:a16="http://schemas.microsoft.com/office/drawing/2014/main" id="{B3F76A8C-F42F-E3A2-0CFD-ECEF98F05FCF}"/>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6">
            <a:extLst>
              <a:ext uri="{FF2B5EF4-FFF2-40B4-BE49-F238E27FC236}">
                <a16:creationId xmlns:a16="http://schemas.microsoft.com/office/drawing/2014/main" id="{731632A7-C990-C8C1-7472-CD87BAC80016}"/>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81923" name="Rectangle 7">
            <a:extLst>
              <a:ext uri="{FF2B5EF4-FFF2-40B4-BE49-F238E27FC236}">
                <a16:creationId xmlns:a16="http://schemas.microsoft.com/office/drawing/2014/main" id="{B178AEB4-A67B-AB6E-8770-838D0674718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EF73A7F-AD89-4B27-BA28-096B43745357}" type="slidenum">
              <a:rPr lang="en-US" altLang="en-US" smtClean="0">
                <a:ea typeface="WenQuanYi Micro Hei" charset="0"/>
              </a:rPr>
              <a:pPr>
                <a:spcBef>
                  <a:spcPct val="0"/>
                </a:spcBef>
                <a:buClrTx/>
                <a:buFontTx/>
                <a:buNone/>
              </a:pPr>
              <a:t>33</a:t>
            </a:fld>
            <a:endParaRPr lang="en-US" altLang="en-US">
              <a:ea typeface="WenQuanYi Micro Hei" charset="0"/>
            </a:endParaRPr>
          </a:p>
        </p:txBody>
      </p:sp>
      <p:sp>
        <p:nvSpPr>
          <p:cNvPr id="81924" name="Text Box 1">
            <a:extLst>
              <a:ext uri="{FF2B5EF4-FFF2-40B4-BE49-F238E27FC236}">
                <a16:creationId xmlns:a16="http://schemas.microsoft.com/office/drawing/2014/main" id="{72F6F408-700D-BD7C-D4D3-88B9C30DC8BD}"/>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81925" name="Rectangle 2">
            <a:extLst>
              <a:ext uri="{FF2B5EF4-FFF2-40B4-BE49-F238E27FC236}">
                <a16:creationId xmlns:a16="http://schemas.microsoft.com/office/drawing/2014/main" id="{FC46B020-0750-AA31-0CB4-9191DFB4A595}"/>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26" name="Text Box 3">
            <a:extLst>
              <a:ext uri="{FF2B5EF4-FFF2-40B4-BE49-F238E27FC236}">
                <a16:creationId xmlns:a16="http://schemas.microsoft.com/office/drawing/2014/main" id="{392FBD88-51F8-CB35-3504-0F4CD5757419}"/>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6">
            <a:extLst>
              <a:ext uri="{FF2B5EF4-FFF2-40B4-BE49-F238E27FC236}">
                <a16:creationId xmlns:a16="http://schemas.microsoft.com/office/drawing/2014/main" id="{F9E0C3DC-EC33-C369-8A98-29AE62CAF23F}"/>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83971" name="Rectangle 7">
            <a:extLst>
              <a:ext uri="{FF2B5EF4-FFF2-40B4-BE49-F238E27FC236}">
                <a16:creationId xmlns:a16="http://schemas.microsoft.com/office/drawing/2014/main" id="{E1942BA9-98B0-F51A-7A4D-233C0EE2436E}"/>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84E9D5D4-FE2B-4A17-9B18-9AFE08799CB5}" type="slidenum">
              <a:rPr lang="en-US" altLang="en-US" smtClean="0">
                <a:ea typeface="WenQuanYi Micro Hei" charset="0"/>
              </a:rPr>
              <a:pPr>
                <a:spcBef>
                  <a:spcPct val="0"/>
                </a:spcBef>
                <a:buClrTx/>
                <a:buFontTx/>
                <a:buNone/>
              </a:pPr>
              <a:t>34</a:t>
            </a:fld>
            <a:endParaRPr lang="en-US" altLang="en-US">
              <a:ea typeface="WenQuanYi Micro Hei" charset="0"/>
            </a:endParaRPr>
          </a:p>
        </p:txBody>
      </p:sp>
      <p:sp>
        <p:nvSpPr>
          <p:cNvPr id="83972" name="Text Box 1">
            <a:extLst>
              <a:ext uri="{FF2B5EF4-FFF2-40B4-BE49-F238E27FC236}">
                <a16:creationId xmlns:a16="http://schemas.microsoft.com/office/drawing/2014/main" id="{219CF84D-E443-C77F-4CFA-B8AF2AD4558C}"/>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83973" name="Rectangle 2">
            <a:extLst>
              <a:ext uri="{FF2B5EF4-FFF2-40B4-BE49-F238E27FC236}">
                <a16:creationId xmlns:a16="http://schemas.microsoft.com/office/drawing/2014/main" id="{965ED2E6-7917-C727-7F75-1EA1397A6E47}"/>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3974" name="Text Box 3">
            <a:extLst>
              <a:ext uri="{FF2B5EF4-FFF2-40B4-BE49-F238E27FC236}">
                <a16:creationId xmlns:a16="http://schemas.microsoft.com/office/drawing/2014/main" id="{EF9185ED-4A11-068B-09C4-9F3FA8DD77B6}"/>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6">
            <a:extLst>
              <a:ext uri="{FF2B5EF4-FFF2-40B4-BE49-F238E27FC236}">
                <a16:creationId xmlns:a16="http://schemas.microsoft.com/office/drawing/2014/main" id="{8BA9E29B-782F-FA22-5C08-E73E3E636F12}"/>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86019" name="Rectangle 7">
            <a:extLst>
              <a:ext uri="{FF2B5EF4-FFF2-40B4-BE49-F238E27FC236}">
                <a16:creationId xmlns:a16="http://schemas.microsoft.com/office/drawing/2014/main" id="{9F9C3F29-1F37-8ACB-7B4A-96A9B8CC942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C19935A-5699-464A-869C-CFA3F5A70E01}" type="slidenum">
              <a:rPr lang="en-US" altLang="en-US" smtClean="0">
                <a:ea typeface="WenQuanYi Micro Hei" charset="0"/>
              </a:rPr>
              <a:pPr>
                <a:spcBef>
                  <a:spcPct val="0"/>
                </a:spcBef>
                <a:buClrTx/>
                <a:buFontTx/>
                <a:buNone/>
              </a:pPr>
              <a:t>35</a:t>
            </a:fld>
            <a:endParaRPr lang="en-US" altLang="en-US">
              <a:ea typeface="WenQuanYi Micro Hei" charset="0"/>
            </a:endParaRPr>
          </a:p>
        </p:txBody>
      </p:sp>
      <p:sp>
        <p:nvSpPr>
          <p:cNvPr id="86020" name="Text Box 1">
            <a:extLst>
              <a:ext uri="{FF2B5EF4-FFF2-40B4-BE49-F238E27FC236}">
                <a16:creationId xmlns:a16="http://schemas.microsoft.com/office/drawing/2014/main" id="{E3C678D4-F04F-C657-EE0D-693D4FF61778}"/>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86021" name="Rectangle 2">
            <a:extLst>
              <a:ext uri="{FF2B5EF4-FFF2-40B4-BE49-F238E27FC236}">
                <a16:creationId xmlns:a16="http://schemas.microsoft.com/office/drawing/2014/main" id="{69CD48D8-7C23-1F0F-9697-A69E977D8B90}"/>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22" name="Text Box 3">
            <a:extLst>
              <a:ext uri="{FF2B5EF4-FFF2-40B4-BE49-F238E27FC236}">
                <a16:creationId xmlns:a16="http://schemas.microsoft.com/office/drawing/2014/main" id="{F0E612BD-88C2-B11C-3CEB-4988098DB485}"/>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6">
            <a:extLst>
              <a:ext uri="{FF2B5EF4-FFF2-40B4-BE49-F238E27FC236}">
                <a16:creationId xmlns:a16="http://schemas.microsoft.com/office/drawing/2014/main" id="{0A88BF1B-3A31-2C4B-0D0F-91839E76FADB}"/>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88067" name="Rectangle 7">
            <a:extLst>
              <a:ext uri="{FF2B5EF4-FFF2-40B4-BE49-F238E27FC236}">
                <a16:creationId xmlns:a16="http://schemas.microsoft.com/office/drawing/2014/main" id="{1DCD7A88-8025-840C-DED9-2903EB100F8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2689B716-AE58-4E27-9FD2-BF1B4E1AB050}" type="slidenum">
              <a:rPr lang="en-US" altLang="en-US" smtClean="0">
                <a:ea typeface="WenQuanYi Micro Hei" charset="0"/>
              </a:rPr>
              <a:pPr>
                <a:spcBef>
                  <a:spcPct val="0"/>
                </a:spcBef>
                <a:buClrTx/>
                <a:buFontTx/>
                <a:buNone/>
              </a:pPr>
              <a:t>36</a:t>
            </a:fld>
            <a:endParaRPr lang="en-US" altLang="en-US">
              <a:ea typeface="WenQuanYi Micro Hei" charset="0"/>
            </a:endParaRPr>
          </a:p>
        </p:txBody>
      </p:sp>
      <p:sp>
        <p:nvSpPr>
          <p:cNvPr id="88068" name="Text Box 1">
            <a:extLst>
              <a:ext uri="{FF2B5EF4-FFF2-40B4-BE49-F238E27FC236}">
                <a16:creationId xmlns:a16="http://schemas.microsoft.com/office/drawing/2014/main" id="{84821CF2-6363-314E-2361-25410E2745AF}"/>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6681F4D5-32B3-42D3-ADB9-9764B9496BEE}" type="slidenum">
              <a:rPr lang="en-US" altLang="en-US"/>
              <a:pPr algn="r" eaLnBrk="1" hangingPunct="1">
                <a:spcBef>
                  <a:spcPct val="0"/>
                </a:spcBef>
                <a:buClrTx/>
                <a:buFontTx/>
                <a:buNone/>
              </a:pPr>
              <a:t>36</a:t>
            </a:fld>
            <a:endParaRPr lang="en-US" altLang="en-US"/>
          </a:p>
        </p:txBody>
      </p:sp>
      <p:sp>
        <p:nvSpPr>
          <p:cNvPr id="88069" name="Rectangle 2">
            <a:extLst>
              <a:ext uri="{FF2B5EF4-FFF2-40B4-BE49-F238E27FC236}">
                <a16:creationId xmlns:a16="http://schemas.microsoft.com/office/drawing/2014/main" id="{7539CAAE-69F0-EBB9-5C07-CEC6198AFC5A}"/>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70" name="Text Box 3">
            <a:extLst>
              <a:ext uri="{FF2B5EF4-FFF2-40B4-BE49-F238E27FC236}">
                <a16:creationId xmlns:a16="http://schemas.microsoft.com/office/drawing/2014/main" id="{39B5A16A-C529-42AE-2FC8-1219277E1BA1}"/>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6">
            <a:extLst>
              <a:ext uri="{FF2B5EF4-FFF2-40B4-BE49-F238E27FC236}">
                <a16:creationId xmlns:a16="http://schemas.microsoft.com/office/drawing/2014/main" id="{7F304AB6-3E9B-3E49-8F33-2ED5FDA94FFF}"/>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90115" name="Rectangle 7">
            <a:extLst>
              <a:ext uri="{FF2B5EF4-FFF2-40B4-BE49-F238E27FC236}">
                <a16:creationId xmlns:a16="http://schemas.microsoft.com/office/drawing/2014/main" id="{05BBCBC3-6F0B-4879-4889-DE88757B90D1}"/>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B9F2F5FC-2125-439C-9852-55B20142B6C3}" type="slidenum">
              <a:rPr lang="en-US" altLang="en-US" smtClean="0">
                <a:ea typeface="WenQuanYi Micro Hei" charset="0"/>
              </a:rPr>
              <a:pPr>
                <a:spcBef>
                  <a:spcPct val="0"/>
                </a:spcBef>
                <a:buClrTx/>
                <a:buFontTx/>
                <a:buNone/>
              </a:pPr>
              <a:t>37</a:t>
            </a:fld>
            <a:endParaRPr lang="en-US" altLang="en-US">
              <a:ea typeface="WenQuanYi Micro Hei" charset="0"/>
            </a:endParaRPr>
          </a:p>
        </p:txBody>
      </p:sp>
      <p:sp>
        <p:nvSpPr>
          <p:cNvPr id="90116" name="Text Box 1">
            <a:extLst>
              <a:ext uri="{FF2B5EF4-FFF2-40B4-BE49-F238E27FC236}">
                <a16:creationId xmlns:a16="http://schemas.microsoft.com/office/drawing/2014/main" id="{08212C45-DFF7-C63A-699E-D78EC7957CAB}"/>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90117" name="Rectangle 2">
            <a:extLst>
              <a:ext uri="{FF2B5EF4-FFF2-40B4-BE49-F238E27FC236}">
                <a16:creationId xmlns:a16="http://schemas.microsoft.com/office/drawing/2014/main" id="{1A106F9E-1ECE-77D0-C53D-AA114C794AB6}"/>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8" name="Text Box 3">
            <a:extLst>
              <a:ext uri="{FF2B5EF4-FFF2-40B4-BE49-F238E27FC236}">
                <a16:creationId xmlns:a16="http://schemas.microsoft.com/office/drawing/2014/main" id="{8871F48D-FFAF-6789-4703-CB6BC1165387}"/>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7787CABD-A73D-C352-CE94-88674088D7DB}"/>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92163" name="Rectangle 7">
            <a:extLst>
              <a:ext uri="{FF2B5EF4-FFF2-40B4-BE49-F238E27FC236}">
                <a16:creationId xmlns:a16="http://schemas.microsoft.com/office/drawing/2014/main" id="{CFC583EE-1AF4-5307-4E35-DAC852FA2DC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A6E6D18E-5781-402F-B84F-A2E21ABBDAFC}" type="slidenum">
              <a:rPr lang="en-US" altLang="en-US" smtClean="0">
                <a:ea typeface="WenQuanYi Micro Hei" charset="0"/>
              </a:rPr>
              <a:pPr>
                <a:spcBef>
                  <a:spcPct val="0"/>
                </a:spcBef>
                <a:buClrTx/>
                <a:buFontTx/>
                <a:buNone/>
              </a:pPr>
              <a:t>38</a:t>
            </a:fld>
            <a:endParaRPr lang="en-US" altLang="en-US">
              <a:ea typeface="WenQuanYi Micro Hei" charset="0"/>
            </a:endParaRPr>
          </a:p>
        </p:txBody>
      </p:sp>
      <p:sp>
        <p:nvSpPr>
          <p:cNvPr id="92164" name="Text Box 1">
            <a:extLst>
              <a:ext uri="{FF2B5EF4-FFF2-40B4-BE49-F238E27FC236}">
                <a16:creationId xmlns:a16="http://schemas.microsoft.com/office/drawing/2014/main" id="{91FB27CA-61A0-39DA-55E8-DFB574C82EC5}"/>
              </a:ext>
            </a:extLst>
          </p:cNvPr>
          <p:cNvSpPr txBox="1">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4AB67A08-3D1D-4A0A-8FFC-6DADFE003081}" type="slidenum">
              <a:rPr lang="en-US" altLang="en-US"/>
              <a:pPr algn="r" eaLnBrk="1" hangingPunct="1">
                <a:spcBef>
                  <a:spcPct val="0"/>
                </a:spcBef>
                <a:buClrTx/>
                <a:buFontTx/>
                <a:buNone/>
              </a:pPr>
              <a:t>38</a:t>
            </a:fld>
            <a:endParaRPr lang="en-US" altLang="en-US"/>
          </a:p>
        </p:txBody>
      </p:sp>
      <p:sp>
        <p:nvSpPr>
          <p:cNvPr id="92165" name="Rectangle 2">
            <a:extLst>
              <a:ext uri="{FF2B5EF4-FFF2-40B4-BE49-F238E27FC236}">
                <a16:creationId xmlns:a16="http://schemas.microsoft.com/office/drawing/2014/main" id="{BEA8D006-7D83-7367-D6FF-E979DB7F9089}"/>
              </a:ext>
            </a:extLst>
          </p:cNvPr>
          <p:cNvSpPr>
            <a:spLocks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6" name="Text Box 3">
            <a:extLst>
              <a:ext uri="{FF2B5EF4-FFF2-40B4-BE49-F238E27FC236}">
                <a16:creationId xmlns:a16="http://schemas.microsoft.com/office/drawing/2014/main" id="{6B48747D-61EC-6406-7F19-E4103143848C}"/>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6">
            <a:extLst>
              <a:ext uri="{FF2B5EF4-FFF2-40B4-BE49-F238E27FC236}">
                <a16:creationId xmlns:a16="http://schemas.microsoft.com/office/drawing/2014/main" id="{6EC84B7C-ABDD-ED53-4054-2AEA9599FE1C}"/>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94211" name="Rectangle 7">
            <a:extLst>
              <a:ext uri="{FF2B5EF4-FFF2-40B4-BE49-F238E27FC236}">
                <a16:creationId xmlns:a16="http://schemas.microsoft.com/office/drawing/2014/main" id="{5E75438F-20C3-A857-7EBB-3AF78EDEBFA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BD111DB7-DA56-4AFA-B4B3-90FCF3DFB965}" type="slidenum">
              <a:rPr lang="en-US" altLang="en-US" smtClean="0">
                <a:ea typeface="WenQuanYi Micro Hei" charset="0"/>
              </a:rPr>
              <a:pPr>
                <a:spcBef>
                  <a:spcPct val="0"/>
                </a:spcBef>
                <a:buClrTx/>
                <a:buFontTx/>
                <a:buNone/>
              </a:pPr>
              <a:t>39</a:t>
            </a:fld>
            <a:endParaRPr lang="en-US" altLang="en-US">
              <a:ea typeface="WenQuanYi Micro Hei" charset="0"/>
            </a:endParaRPr>
          </a:p>
        </p:txBody>
      </p:sp>
      <p:sp>
        <p:nvSpPr>
          <p:cNvPr id="94212" name="Text Box 1">
            <a:extLst>
              <a:ext uri="{FF2B5EF4-FFF2-40B4-BE49-F238E27FC236}">
                <a16:creationId xmlns:a16="http://schemas.microsoft.com/office/drawing/2014/main" id="{92ECAAE9-835F-7E33-E002-5690D5C22C37}"/>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94213" name="Rectangle 2">
            <a:extLst>
              <a:ext uri="{FF2B5EF4-FFF2-40B4-BE49-F238E27FC236}">
                <a16:creationId xmlns:a16="http://schemas.microsoft.com/office/drawing/2014/main" id="{EF2ED13B-6292-F561-A04C-E75D3A658082}"/>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4" name="Text Box 3">
            <a:extLst>
              <a:ext uri="{FF2B5EF4-FFF2-40B4-BE49-F238E27FC236}">
                <a16:creationId xmlns:a16="http://schemas.microsoft.com/office/drawing/2014/main" id="{BCD9B343-A5DF-9302-C6AE-341C717DE38D}"/>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6">
            <a:extLst>
              <a:ext uri="{FF2B5EF4-FFF2-40B4-BE49-F238E27FC236}">
                <a16:creationId xmlns:a16="http://schemas.microsoft.com/office/drawing/2014/main" id="{3DB62141-8B92-D603-9796-8E18359ED90F}"/>
              </a:ext>
            </a:extLst>
          </p:cNvPr>
          <p:cNvSpPr>
            <a:spLocks noGrp="1" noChangeArrowheads="1"/>
          </p:cNvSpPr>
          <p:nvPr>
            <p:ph type="ft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r>
              <a:rPr lang="en-US" altLang="en-US"/>
              <a:t>8.#</a:t>
            </a:r>
          </a:p>
        </p:txBody>
      </p:sp>
      <p:sp>
        <p:nvSpPr>
          <p:cNvPr id="97283" name="Rectangle 7">
            <a:extLst>
              <a:ext uri="{FF2B5EF4-FFF2-40B4-BE49-F238E27FC236}">
                <a16:creationId xmlns:a16="http://schemas.microsoft.com/office/drawing/2014/main" id="{1BE2104C-4CAF-9753-D0F7-874614F7831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spcBef>
                <a:spcPct val="0"/>
              </a:spcBef>
              <a:buClrTx/>
              <a:buFontTx/>
              <a:buNone/>
            </a:pPr>
            <a:fld id="{F9E9D40E-9761-4CD5-A371-AD179C465A13}" type="slidenum">
              <a:rPr lang="en-US" altLang="en-US" smtClean="0">
                <a:ea typeface="WenQuanYi Micro Hei" charset="0"/>
              </a:rPr>
              <a:pPr>
                <a:spcBef>
                  <a:spcPct val="0"/>
                </a:spcBef>
                <a:buClrTx/>
                <a:buFontTx/>
                <a:buNone/>
              </a:pPr>
              <a:t>41</a:t>
            </a:fld>
            <a:endParaRPr lang="en-US" altLang="en-US">
              <a:ea typeface="WenQuanYi Micro Hei" charset="0"/>
            </a:endParaRPr>
          </a:p>
        </p:txBody>
      </p:sp>
      <p:sp>
        <p:nvSpPr>
          <p:cNvPr id="97284" name="Text Box 1">
            <a:extLst>
              <a:ext uri="{FF2B5EF4-FFF2-40B4-BE49-F238E27FC236}">
                <a16:creationId xmlns:a16="http://schemas.microsoft.com/office/drawing/2014/main" id="{1DCEB51E-EB3C-D683-5FE6-AD656524A38C}"/>
              </a:ext>
            </a:extLst>
          </p:cNvPr>
          <p:cNvSpPr txBox="1">
            <a:spLocks noChangeArrowheads="1"/>
          </p:cNvSpPr>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eaLnBrk="1" hangingPunct="1">
              <a:spcBef>
                <a:spcPct val="0"/>
              </a:spcBef>
              <a:buClrTx/>
              <a:buFontTx/>
              <a:buNone/>
            </a:pPr>
            <a:r>
              <a:rPr lang="en-US" altLang="en-US"/>
              <a:t>8.#</a:t>
            </a:r>
          </a:p>
        </p:txBody>
      </p:sp>
      <p:sp>
        <p:nvSpPr>
          <p:cNvPr id="97285" name="Rectangle 2">
            <a:extLst>
              <a:ext uri="{FF2B5EF4-FFF2-40B4-BE49-F238E27FC236}">
                <a16:creationId xmlns:a16="http://schemas.microsoft.com/office/drawing/2014/main" id="{CD6659CF-EBBD-6144-D051-1F98096FBAB4}"/>
              </a:ext>
            </a:extLst>
          </p:cNvPr>
          <p:cNvSpPr>
            <a:spLocks noGrp="1" noRot="1" noChangeAspect="1" noChangeArrowheads="1" noTextEdit="1"/>
          </p:cNvSpPr>
          <p:nvPr>
            <p:ph type="sldImg"/>
          </p:nvPr>
        </p:nvSpPr>
        <p:spPr>
          <a:xfrm>
            <a:off x="1143000" y="685800"/>
            <a:ext cx="4572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7286" name="Text Box 3">
            <a:extLst>
              <a:ext uri="{FF2B5EF4-FFF2-40B4-BE49-F238E27FC236}">
                <a16:creationId xmlns:a16="http://schemas.microsoft.com/office/drawing/2014/main" id="{1FA69FBB-99FD-18FF-126D-D5566517E430}"/>
              </a:ext>
            </a:extLst>
          </p:cNvPr>
          <p:cNvSpPr txBox="1">
            <a:spLocks noChangeArrowheads="1"/>
          </p:cNvSpPr>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15">
            <a:extLst>
              <a:ext uri="{FF2B5EF4-FFF2-40B4-BE49-F238E27FC236}">
                <a16:creationId xmlns:a16="http://schemas.microsoft.com/office/drawing/2014/main" id="{D3AF4676-4363-6361-4F3F-3FB054E4B7CD}"/>
              </a:ext>
            </a:extLst>
          </p:cNvPr>
          <p:cNvSpPr>
            <a:spLocks noGrp="1" noChangeArrowheads="1"/>
          </p:cNvSpPr>
          <p:nvPr>
            <p:ph type="sldNum" idx="10"/>
          </p:nvPr>
        </p:nvSpPr>
        <p:spPr>
          <a:ln/>
        </p:spPr>
        <p:txBody>
          <a:bodyPr/>
          <a:lstStyle>
            <a:lvl1pPr>
              <a:defRPr/>
            </a:lvl1pPr>
          </a:lstStyle>
          <a:p>
            <a:pPr>
              <a:defRPr/>
            </a:pPr>
            <a:fld id="{E0C83FD3-DC85-4620-859B-CDA7E768F152}" type="slidenum">
              <a:rPr lang="en-US" altLang="en-US"/>
              <a:pPr>
                <a:defRPr/>
              </a:pPr>
              <a:t>‹#›</a:t>
            </a:fld>
            <a:endParaRPr lang="en-US" altLang="en-US"/>
          </a:p>
        </p:txBody>
      </p:sp>
    </p:spTree>
    <p:extLst>
      <p:ext uri="{BB962C8B-B14F-4D97-AF65-F5344CB8AC3E}">
        <p14:creationId xmlns:p14="http://schemas.microsoft.com/office/powerpoint/2010/main" val="3111350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5">
            <a:extLst>
              <a:ext uri="{FF2B5EF4-FFF2-40B4-BE49-F238E27FC236}">
                <a16:creationId xmlns:a16="http://schemas.microsoft.com/office/drawing/2014/main" id="{842ACFC4-E62D-D9D1-A667-BF953C8AF44B}"/>
              </a:ext>
            </a:extLst>
          </p:cNvPr>
          <p:cNvSpPr>
            <a:spLocks noGrp="1" noChangeArrowheads="1"/>
          </p:cNvSpPr>
          <p:nvPr>
            <p:ph type="sldNum" idx="10"/>
          </p:nvPr>
        </p:nvSpPr>
        <p:spPr>
          <a:ln/>
        </p:spPr>
        <p:txBody>
          <a:bodyPr/>
          <a:lstStyle>
            <a:lvl1pPr>
              <a:defRPr/>
            </a:lvl1pPr>
          </a:lstStyle>
          <a:p>
            <a:pPr>
              <a:defRPr/>
            </a:pPr>
            <a:fld id="{DE46F9A8-31D7-4DDD-9F44-4C50B9E223DF}" type="slidenum">
              <a:rPr lang="en-US" altLang="en-US"/>
              <a:pPr>
                <a:defRPr/>
              </a:pPr>
              <a:t>‹#›</a:t>
            </a:fld>
            <a:endParaRPr lang="en-US" altLang="en-US"/>
          </a:p>
        </p:txBody>
      </p:sp>
    </p:spTree>
    <p:extLst>
      <p:ext uri="{BB962C8B-B14F-4D97-AF65-F5344CB8AC3E}">
        <p14:creationId xmlns:p14="http://schemas.microsoft.com/office/powerpoint/2010/main" val="2337358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15">
            <a:extLst>
              <a:ext uri="{FF2B5EF4-FFF2-40B4-BE49-F238E27FC236}">
                <a16:creationId xmlns:a16="http://schemas.microsoft.com/office/drawing/2014/main" id="{FC48F4D2-CEDA-7CC9-8EBA-ED77D451D888}"/>
              </a:ext>
            </a:extLst>
          </p:cNvPr>
          <p:cNvSpPr>
            <a:spLocks noGrp="1" noChangeArrowheads="1"/>
          </p:cNvSpPr>
          <p:nvPr>
            <p:ph type="sldNum" idx="10"/>
          </p:nvPr>
        </p:nvSpPr>
        <p:spPr>
          <a:ln/>
        </p:spPr>
        <p:txBody>
          <a:bodyPr/>
          <a:lstStyle>
            <a:lvl1pPr>
              <a:defRPr/>
            </a:lvl1pPr>
          </a:lstStyle>
          <a:p>
            <a:pPr>
              <a:defRPr/>
            </a:pPr>
            <a:fld id="{A27B3FCC-0CA2-46E8-9426-F5C0666A32A2}" type="slidenum">
              <a:rPr lang="en-US" altLang="en-US"/>
              <a:pPr>
                <a:defRPr/>
              </a:pPr>
              <a:t>‹#›</a:t>
            </a:fld>
            <a:endParaRPr lang="en-US" altLang="en-US"/>
          </a:p>
        </p:txBody>
      </p:sp>
    </p:spTree>
    <p:extLst>
      <p:ext uri="{BB962C8B-B14F-4D97-AF65-F5344CB8AC3E}">
        <p14:creationId xmlns:p14="http://schemas.microsoft.com/office/powerpoint/2010/main" val="1199093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5">
            <a:extLst>
              <a:ext uri="{FF2B5EF4-FFF2-40B4-BE49-F238E27FC236}">
                <a16:creationId xmlns:a16="http://schemas.microsoft.com/office/drawing/2014/main" id="{CC56E8DF-48C7-CBEB-4EEC-2E808462A767}"/>
              </a:ext>
            </a:extLst>
          </p:cNvPr>
          <p:cNvSpPr>
            <a:spLocks noGrp="1" noChangeArrowheads="1"/>
          </p:cNvSpPr>
          <p:nvPr>
            <p:ph type="sldNum" idx="10"/>
          </p:nvPr>
        </p:nvSpPr>
        <p:spPr>
          <a:ln/>
        </p:spPr>
        <p:txBody>
          <a:bodyPr/>
          <a:lstStyle>
            <a:lvl1pPr>
              <a:defRPr/>
            </a:lvl1pPr>
          </a:lstStyle>
          <a:p>
            <a:pPr>
              <a:defRPr/>
            </a:pPr>
            <a:fld id="{5F361E5D-3C2C-4E36-BB3C-755460146464}" type="slidenum">
              <a:rPr lang="en-US" altLang="en-US"/>
              <a:pPr>
                <a:defRPr/>
              </a:pPr>
              <a:t>‹#›</a:t>
            </a:fld>
            <a:endParaRPr lang="en-US" altLang="en-US"/>
          </a:p>
        </p:txBody>
      </p:sp>
    </p:spTree>
    <p:extLst>
      <p:ext uri="{BB962C8B-B14F-4D97-AF65-F5344CB8AC3E}">
        <p14:creationId xmlns:p14="http://schemas.microsoft.com/office/powerpoint/2010/main" val="3385278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5">
            <a:extLst>
              <a:ext uri="{FF2B5EF4-FFF2-40B4-BE49-F238E27FC236}">
                <a16:creationId xmlns:a16="http://schemas.microsoft.com/office/drawing/2014/main" id="{8F49528B-FD8D-7389-1777-9B167D0C58D6}"/>
              </a:ext>
            </a:extLst>
          </p:cNvPr>
          <p:cNvSpPr>
            <a:spLocks noGrp="1" noChangeArrowheads="1"/>
          </p:cNvSpPr>
          <p:nvPr>
            <p:ph type="sldNum" idx="10"/>
          </p:nvPr>
        </p:nvSpPr>
        <p:spPr>
          <a:ln/>
        </p:spPr>
        <p:txBody>
          <a:bodyPr/>
          <a:lstStyle>
            <a:lvl1pPr>
              <a:defRPr/>
            </a:lvl1pPr>
          </a:lstStyle>
          <a:p>
            <a:pPr>
              <a:defRPr/>
            </a:pPr>
            <a:fld id="{F1ECE5F1-5165-4117-B6C9-55463B5DD785}" type="slidenum">
              <a:rPr lang="en-US" altLang="en-US"/>
              <a:pPr>
                <a:defRPr/>
              </a:pPr>
              <a:t>‹#›</a:t>
            </a:fld>
            <a:endParaRPr lang="en-US" altLang="en-US"/>
          </a:p>
        </p:txBody>
      </p:sp>
    </p:spTree>
    <p:extLst>
      <p:ext uri="{BB962C8B-B14F-4D97-AF65-F5344CB8AC3E}">
        <p14:creationId xmlns:p14="http://schemas.microsoft.com/office/powerpoint/2010/main" val="2520789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Rectangle 15">
            <a:extLst>
              <a:ext uri="{FF2B5EF4-FFF2-40B4-BE49-F238E27FC236}">
                <a16:creationId xmlns:a16="http://schemas.microsoft.com/office/drawing/2014/main" id="{783D9C84-7BFE-9761-C0C1-00189E4F93D1}"/>
              </a:ext>
            </a:extLst>
          </p:cNvPr>
          <p:cNvSpPr>
            <a:spLocks noGrp="1" noChangeArrowheads="1"/>
          </p:cNvSpPr>
          <p:nvPr>
            <p:ph type="sldNum" idx="10"/>
          </p:nvPr>
        </p:nvSpPr>
        <p:spPr>
          <a:ln/>
        </p:spPr>
        <p:txBody>
          <a:bodyPr/>
          <a:lstStyle>
            <a:lvl1pPr>
              <a:defRPr/>
            </a:lvl1pPr>
          </a:lstStyle>
          <a:p>
            <a:pPr>
              <a:defRPr/>
            </a:pPr>
            <a:fld id="{639CA52C-DC46-49BC-95AD-414A115A507B}" type="slidenum">
              <a:rPr lang="en-US" altLang="en-US"/>
              <a:pPr>
                <a:defRPr/>
              </a:pPr>
              <a:t>‹#›</a:t>
            </a:fld>
            <a:endParaRPr lang="en-US" altLang="en-US"/>
          </a:p>
        </p:txBody>
      </p:sp>
    </p:spTree>
    <p:extLst>
      <p:ext uri="{BB962C8B-B14F-4D97-AF65-F5344CB8AC3E}">
        <p14:creationId xmlns:p14="http://schemas.microsoft.com/office/powerpoint/2010/main" val="2320523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F7F240ED-C588-BDE8-5183-EC78F9F3DBF0}"/>
              </a:ext>
            </a:extLst>
          </p:cNvPr>
          <p:cNvSpPr>
            <a:spLocks noGrp="1" noChangeArrowheads="1"/>
          </p:cNvSpPr>
          <p:nvPr>
            <p:ph type="sldNum" idx="10"/>
          </p:nvPr>
        </p:nvSpPr>
        <p:spPr>
          <a:ln/>
        </p:spPr>
        <p:txBody>
          <a:bodyPr/>
          <a:lstStyle>
            <a:lvl1pPr>
              <a:defRPr/>
            </a:lvl1pPr>
          </a:lstStyle>
          <a:p>
            <a:pPr>
              <a:defRPr/>
            </a:pPr>
            <a:fld id="{132F7A96-22EE-4BD0-8715-58A8C859B87C}" type="slidenum">
              <a:rPr lang="en-US" altLang="en-US"/>
              <a:pPr>
                <a:defRPr/>
              </a:pPr>
              <a:t>‹#›</a:t>
            </a:fld>
            <a:endParaRPr lang="en-US" altLang="en-US"/>
          </a:p>
        </p:txBody>
      </p:sp>
    </p:spTree>
    <p:extLst>
      <p:ext uri="{BB962C8B-B14F-4D97-AF65-F5344CB8AC3E}">
        <p14:creationId xmlns:p14="http://schemas.microsoft.com/office/powerpoint/2010/main" val="2170101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5">
            <a:extLst>
              <a:ext uri="{FF2B5EF4-FFF2-40B4-BE49-F238E27FC236}">
                <a16:creationId xmlns:a16="http://schemas.microsoft.com/office/drawing/2014/main" id="{981C2716-F07F-F503-CA13-94774CE88F8B}"/>
              </a:ext>
            </a:extLst>
          </p:cNvPr>
          <p:cNvSpPr>
            <a:spLocks noGrp="1" noChangeArrowheads="1"/>
          </p:cNvSpPr>
          <p:nvPr>
            <p:ph type="sldNum" idx="10"/>
          </p:nvPr>
        </p:nvSpPr>
        <p:spPr>
          <a:ln/>
        </p:spPr>
        <p:txBody>
          <a:bodyPr/>
          <a:lstStyle>
            <a:lvl1pPr>
              <a:defRPr/>
            </a:lvl1pPr>
          </a:lstStyle>
          <a:p>
            <a:pPr>
              <a:defRPr/>
            </a:pPr>
            <a:fld id="{FAF677C1-9D71-4478-84FD-01CF0C97A72D}" type="slidenum">
              <a:rPr lang="en-US" altLang="en-US"/>
              <a:pPr>
                <a:defRPr/>
              </a:pPr>
              <a:t>‹#›</a:t>
            </a:fld>
            <a:endParaRPr lang="en-US" altLang="en-US"/>
          </a:p>
        </p:txBody>
      </p:sp>
    </p:spTree>
    <p:extLst>
      <p:ext uri="{BB962C8B-B14F-4D97-AF65-F5344CB8AC3E}">
        <p14:creationId xmlns:p14="http://schemas.microsoft.com/office/powerpoint/2010/main" val="3100240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15">
            <a:extLst>
              <a:ext uri="{FF2B5EF4-FFF2-40B4-BE49-F238E27FC236}">
                <a16:creationId xmlns:a16="http://schemas.microsoft.com/office/drawing/2014/main" id="{5C3F0DF9-5FF3-7F81-93A5-DAE6CC748CEF}"/>
              </a:ext>
            </a:extLst>
          </p:cNvPr>
          <p:cNvSpPr>
            <a:spLocks noGrp="1" noChangeArrowheads="1"/>
          </p:cNvSpPr>
          <p:nvPr>
            <p:ph type="sldNum" idx="10"/>
          </p:nvPr>
        </p:nvSpPr>
        <p:spPr>
          <a:ln/>
        </p:spPr>
        <p:txBody>
          <a:bodyPr/>
          <a:lstStyle>
            <a:lvl1pPr>
              <a:defRPr/>
            </a:lvl1pPr>
          </a:lstStyle>
          <a:p>
            <a:pPr>
              <a:defRPr/>
            </a:pPr>
            <a:fld id="{F89D5CD1-D19F-4505-A16D-2ED5A64ECCAD}" type="slidenum">
              <a:rPr lang="en-US" altLang="en-US"/>
              <a:pPr>
                <a:defRPr/>
              </a:pPr>
              <a:t>‹#›</a:t>
            </a:fld>
            <a:endParaRPr lang="en-US" altLang="en-US"/>
          </a:p>
        </p:txBody>
      </p:sp>
    </p:spTree>
    <p:extLst>
      <p:ext uri="{BB962C8B-B14F-4D97-AF65-F5344CB8AC3E}">
        <p14:creationId xmlns:p14="http://schemas.microsoft.com/office/powerpoint/2010/main" val="244105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5">
            <a:extLst>
              <a:ext uri="{FF2B5EF4-FFF2-40B4-BE49-F238E27FC236}">
                <a16:creationId xmlns:a16="http://schemas.microsoft.com/office/drawing/2014/main" id="{6B6B42EC-231C-D355-9B99-E16D38F0D715}"/>
              </a:ext>
            </a:extLst>
          </p:cNvPr>
          <p:cNvSpPr>
            <a:spLocks noGrp="1" noChangeArrowheads="1"/>
          </p:cNvSpPr>
          <p:nvPr>
            <p:ph type="sldNum" idx="10"/>
          </p:nvPr>
        </p:nvSpPr>
        <p:spPr>
          <a:ln/>
        </p:spPr>
        <p:txBody>
          <a:bodyPr/>
          <a:lstStyle>
            <a:lvl1pPr>
              <a:defRPr/>
            </a:lvl1pPr>
          </a:lstStyle>
          <a:p>
            <a:pPr>
              <a:defRPr/>
            </a:pPr>
            <a:fld id="{3EF24905-CC16-426D-9404-3FECE8F2D10C}" type="slidenum">
              <a:rPr lang="en-US" altLang="en-US"/>
              <a:pPr>
                <a:defRPr/>
              </a:pPr>
              <a:t>‹#›</a:t>
            </a:fld>
            <a:endParaRPr lang="en-US" altLang="en-US"/>
          </a:p>
        </p:txBody>
      </p:sp>
    </p:spTree>
    <p:extLst>
      <p:ext uri="{BB962C8B-B14F-4D97-AF65-F5344CB8AC3E}">
        <p14:creationId xmlns:p14="http://schemas.microsoft.com/office/powerpoint/2010/main" val="4103537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5">
            <a:extLst>
              <a:ext uri="{FF2B5EF4-FFF2-40B4-BE49-F238E27FC236}">
                <a16:creationId xmlns:a16="http://schemas.microsoft.com/office/drawing/2014/main" id="{3E5EDEEC-326A-2D4D-D4E4-A82505F7BF4D}"/>
              </a:ext>
            </a:extLst>
          </p:cNvPr>
          <p:cNvSpPr>
            <a:spLocks noGrp="1" noChangeArrowheads="1"/>
          </p:cNvSpPr>
          <p:nvPr>
            <p:ph type="sldNum" idx="10"/>
          </p:nvPr>
        </p:nvSpPr>
        <p:spPr>
          <a:ln/>
        </p:spPr>
        <p:txBody>
          <a:bodyPr/>
          <a:lstStyle>
            <a:lvl1pPr>
              <a:defRPr/>
            </a:lvl1pPr>
          </a:lstStyle>
          <a:p>
            <a:pPr>
              <a:defRPr/>
            </a:pPr>
            <a:fld id="{2C244072-941F-447F-AF7E-50AFA0461EE1}" type="slidenum">
              <a:rPr lang="en-US" altLang="en-US"/>
              <a:pPr>
                <a:defRPr/>
              </a:pPr>
              <a:t>‹#›</a:t>
            </a:fld>
            <a:endParaRPr lang="en-US" altLang="en-US"/>
          </a:p>
        </p:txBody>
      </p:sp>
    </p:spTree>
    <p:extLst>
      <p:ext uri="{BB962C8B-B14F-4D97-AF65-F5344CB8AC3E}">
        <p14:creationId xmlns:p14="http://schemas.microsoft.com/office/powerpoint/2010/main" val="8642021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B7A621D-4830-5B1E-AF18-A354E814BCB0}"/>
              </a:ext>
            </a:extLst>
          </p:cNvPr>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415928F6-746B-E610-0BF2-04370BEDD60D}"/>
              </a:ext>
            </a:extLst>
          </p:cNvPr>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31430D86-E758-77BE-091C-9217DBD1537A}"/>
              </a:ext>
            </a:extLst>
          </p:cNvPr>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822960" y="758952"/>
            <a:ext cx="75438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a:extLst>
              <a:ext uri="{FF2B5EF4-FFF2-40B4-BE49-F238E27FC236}">
                <a16:creationId xmlns:a16="http://schemas.microsoft.com/office/drawing/2014/main" id="{3CF88265-86CB-4D9A-D75E-2B777462F4C6}"/>
              </a:ext>
            </a:extLst>
          </p:cNvPr>
          <p:cNvSpPr>
            <a:spLocks noGrp="1"/>
          </p:cNvSpPr>
          <p:nvPr>
            <p:ph type="dt" sz="half" idx="10"/>
          </p:nvPr>
        </p:nvSpPr>
        <p:spPr/>
        <p:txBody>
          <a:bodyPr/>
          <a:lstStyle>
            <a:lvl1pPr>
              <a:defRPr/>
            </a:lvl1pPr>
          </a:lstStyle>
          <a:p>
            <a:pPr>
              <a:defRPr/>
            </a:pPr>
            <a:fld id="{F50411E8-C07C-4240-BA46-450F1434A1BB}" type="datetimeFigureOut">
              <a:rPr lang="en-US"/>
              <a:pPr>
                <a:defRPr/>
              </a:pPr>
              <a:t>8/10/2026</a:t>
            </a:fld>
            <a:endParaRPr lang="en-US"/>
          </a:p>
        </p:txBody>
      </p:sp>
      <p:sp>
        <p:nvSpPr>
          <p:cNvPr id="8" name="Footer Placeholder 4">
            <a:extLst>
              <a:ext uri="{FF2B5EF4-FFF2-40B4-BE49-F238E27FC236}">
                <a16:creationId xmlns:a16="http://schemas.microsoft.com/office/drawing/2014/main" id="{390AD9A1-72B0-88C6-24CA-4B5520EFB8F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2439D29-4FEF-BE53-32D2-41001D7744BF}"/>
              </a:ext>
            </a:extLst>
          </p:cNvPr>
          <p:cNvSpPr>
            <a:spLocks noGrp="1"/>
          </p:cNvSpPr>
          <p:nvPr>
            <p:ph type="sldNum" sz="quarter" idx="12"/>
          </p:nvPr>
        </p:nvSpPr>
        <p:spPr/>
        <p:txBody>
          <a:bodyPr/>
          <a:lstStyle>
            <a:lvl1pPr>
              <a:defRPr/>
            </a:lvl1pPr>
          </a:lstStyle>
          <a:p>
            <a:pPr>
              <a:defRPr/>
            </a:pPr>
            <a:r>
              <a:rPr lang="en-US" altLang="en-US"/>
              <a:t>8.</a:t>
            </a:r>
            <a:fld id="{59FCF30B-78B4-4D00-B9EF-6732FC1FFA91}" type="slidenum">
              <a:rPr lang="en-US" altLang="en-US"/>
              <a:pPr>
                <a:defRPr/>
              </a:pPr>
              <a:t>‹#›</a:t>
            </a:fld>
            <a:endParaRPr lang="en-US" altLang="en-US"/>
          </a:p>
        </p:txBody>
      </p:sp>
    </p:spTree>
    <p:extLst>
      <p:ext uri="{BB962C8B-B14F-4D97-AF65-F5344CB8AC3E}">
        <p14:creationId xmlns:p14="http://schemas.microsoft.com/office/powerpoint/2010/main" val="3090031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26403A0-F4BB-69E5-B3F4-77790950AD55}"/>
              </a:ext>
            </a:extLst>
          </p:cNvPr>
          <p:cNvSpPr>
            <a:spLocks noGrp="1"/>
          </p:cNvSpPr>
          <p:nvPr>
            <p:ph type="dt" sz="half" idx="10"/>
          </p:nvPr>
        </p:nvSpPr>
        <p:spPr/>
        <p:txBody>
          <a:bodyPr/>
          <a:lstStyle>
            <a:lvl1pPr>
              <a:defRPr/>
            </a:lvl1pPr>
          </a:lstStyle>
          <a:p>
            <a:pPr>
              <a:defRPr/>
            </a:pPr>
            <a:fld id="{C9A49DE7-E30B-4B68-8A4B-2124A882CBE5}" type="datetimeFigureOut">
              <a:rPr lang="en-US"/>
              <a:pPr>
                <a:defRPr/>
              </a:pPr>
              <a:t>8/10/2026</a:t>
            </a:fld>
            <a:endParaRPr lang="en-US"/>
          </a:p>
        </p:txBody>
      </p:sp>
      <p:sp>
        <p:nvSpPr>
          <p:cNvPr id="5" name="Footer Placeholder 4">
            <a:extLst>
              <a:ext uri="{FF2B5EF4-FFF2-40B4-BE49-F238E27FC236}">
                <a16:creationId xmlns:a16="http://schemas.microsoft.com/office/drawing/2014/main" id="{EBC414F5-B850-AFCC-0B68-7103D182CAC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CCFE28F-84C1-4690-9AAF-A36EB6246D01}"/>
              </a:ext>
            </a:extLst>
          </p:cNvPr>
          <p:cNvSpPr>
            <a:spLocks noGrp="1"/>
          </p:cNvSpPr>
          <p:nvPr>
            <p:ph type="sldNum" sz="quarter" idx="12"/>
          </p:nvPr>
        </p:nvSpPr>
        <p:spPr/>
        <p:txBody>
          <a:bodyPr/>
          <a:lstStyle>
            <a:lvl1pPr>
              <a:defRPr/>
            </a:lvl1pPr>
          </a:lstStyle>
          <a:p>
            <a:pPr>
              <a:defRPr/>
            </a:pPr>
            <a:r>
              <a:rPr lang="en-US" altLang="en-US"/>
              <a:t>8.</a:t>
            </a:r>
            <a:fld id="{C4EC5633-8676-4E30-8B53-828AA0642BAB}" type="slidenum">
              <a:rPr lang="en-US" altLang="en-US"/>
              <a:pPr>
                <a:defRPr/>
              </a:pPr>
              <a:t>‹#›</a:t>
            </a:fld>
            <a:endParaRPr lang="en-US" altLang="en-US"/>
          </a:p>
        </p:txBody>
      </p:sp>
    </p:spTree>
    <p:extLst>
      <p:ext uri="{BB962C8B-B14F-4D97-AF65-F5344CB8AC3E}">
        <p14:creationId xmlns:p14="http://schemas.microsoft.com/office/powerpoint/2010/main" val="28404449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577C2-9AC8-9600-6537-ABF738D0003B}"/>
              </a:ext>
            </a:extLst>
          </p:cNvPr>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FCF524B8-D3E5-77BE-5E4C-5F2D0803831F}"/>
              </a:ext>
            </a:extLst>
          </p:cNvPr>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a:extLst>
              <a:ext uri="{FF2B5EF4-FFF2-40B4-BE49-F238E27FC236}">
                <a16:creationId xmlns:a16="http://schemas.microsoft.com/office/drawing/2014/main" id="{8B94D900-C90B-D0FC-7543-DBF1760757EB}"/>
              </a:ext>
            </a:extLst>
          </p:cNvPr>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id="{F033F87F-8131-62BA-CF4B-5FD6D8955F75}"/>
              </a:ext>
            </a:extLst>
          </p:cNvPr>
          <p:cNvSpPr>
            <a:spLocks noGrp="1"/>
          </p:cNvSpPr>
          <p:nvPr>
            <p:ph type="dt" sz="half" idx="10"/>
          </p:nvPr>
        </p:nvSpPr>
        <p:spPr/>
        <p:txBody>
          <a:bodyPr/>
          <a:lstStyle>
            <a:lvl1pPr>
              <a:defRPr/>
            </a:lvl1pPr>
          </a:lstStyle>
          <a:p>
            <a:pPr>
              <a:defRPr/>
            </a:pPr>
            <a:fld id="{331319C8-A4BB-4230-B72F-E157FAFDE22B}" type="datetimeFigureOut">
              <a:rPr lang="en-US"/>
              <a:pPr>
                <a:defRPr/>
              </a:pPr>
              <a:t>8/10/2026</a:t>
            </a:fld>
            <a:endParaRPr lang="en-US"/>
          </a:p>
        </p:txBody>
      </p:sp>
      <p:sp>
        <p:nvSpPr>
          <p:cNvPr id="8" name="Footer Placeholder 4">
            <a:extLst>
              <a:ext uri="{FF2B5EF4-FFF2-40B4-BE49-F238E27FC236}">
                <a16:creationId xmlns:a16="http://schemas.microsoft.com/office/drawing/2014/main" id="{FA6CF049-D911-39FB-25DF-6C6D08A755C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A16F18E-75A6-7E29-0646-02E0E8CDC09D}"/>
              </a:ext>
            </a:extLst>
          </p:cNvPr>
          <p:cNvSpPr>
            <a:spLocks noGrp="1"/>
          </p:cNvSpPr>
          <p:nvPr>
            <p:ph type="sldNum" sz="quarter" idx="12"/>
          </p:nvPr>
        </p:nvSpPr>
        <p:spPr/>
        <p:txBody>
          <a:bodyPr/>
          <a:lstStyle>
            <a:lvl1pPr>
              <a:defRPr/>
            </a:lvl1pPr>
          </a:lstStyle>
          <a:p>
            <a:pPr>
              <a:defRPr/>
            </a:pPr>
            <a:r>
              <a:rPr lang="en-US" altLang="en-US"/>
              <a:t>8.</a:t>
            </a:r>
            <a:fld id="{FDE0B948-15A9-4094-A075-597668CE9E73}" type="slidenum">
              <a:rPr lang="en-US" altLang="en-US"/>
              <a:pPr>
                <a:defRPr/>
              </a:pPr>
              <a:t>‹#›</a:t>
            </a:fld>
            <a:endParaRPr lang="en-US" altLang="en-US"/>
          </a:p>
        </p:txBody>
      </p:sp>
    </p:spTree>
    <p:extLst>
      <p:ext uri="{BB962C8B-B14F-4D97-AF65-F5344CB8AC3E}">
        <p14:creationId xmlns:p14="http://schemas.microsoft.com/office/powerpoint/2010/main" val="526000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4">
            <a:extLst>
              <a:ext uri="{FF2B5EF4-FFF2-40B4-BE49-F238E27FC236}">
                <a16:creationId xmlns:a16="http://schemas.microsoft.com/office/drawing/2014/main" id="{AA3487E8-6806-AEC4-87E3-C204FC9B92D1}"/>
              </a:ext>
            </a:extLst>
          </p:cNvPr>
          <p:cNvSpPr>
            <a:spLocks noGrp="1"/>
          </p:cNvSpPr>
          <p:nvPr>
            <p:ph type="dt" sz="half" idx="10"/>
          </p:nvPr>
        </p:nvSpPr>
        <p:spPr/>
        <p:txBody>
          <a:bodyPr/>
          <a:lstStyle>
            <a:lvl1pPr>
              <a:defRPr/>
            </a:lvl1pPr>
          </a:lstStyle>
          <a:p>
            <a:pPr>
              <a:defRPr/>
            </a:pPr>
            <a:fld id="{28D96CDB-252D-4EF5-9608-2D89050E7359}" type="datetimeFigureOut">
              <a:rPr lang="en-US"/>
              <a:pPr>
                <a:defRPr/>
              </a:pPr>
              <a:t>8/10/2026</a:t>
            </a:fld>
            <a:endParaRPr lang="en-US"/>
          </a:p>
        </p:txBody>
      </p:sp>
      <p:sp>
        <p:nvSpPr>
          <p:cNvPr id="5" name="Footer Placeholder 5">
            <a:extLst>
              <a:ext uri="{FF2B5EF4-FFF2-40B4-BE49-F238E27FC236}">
                <a16:creationId xmlns:a16="http://schemas.microsoft.com/office/drawing/2014/main" id="{3D38E248-1A40-7F4B-632B-724FBA4A649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6">
            <a:extLst>
              <a:ext uri="{FF2B5EF4-FFF2-40B4-BE49-F238E27FC236}">
                <a16:creationId xmlns:a16="http://schemas.microsoft.com/office/drawing/2014/main" id="{031F3DFF-EF0B-49CD-715C-AA5BE2448D75}"/>
              </a:ext>
            </a:extLst>
          </p:cNvPr>
          <p:cNvSpPr>
            <a:spLocks noGrp="1"/>
          </p:cNvSpPr>
          <p:nvPr>
            <p:ph type="sldNum" sz="quarter" idx="12"/>
          </p:nvPr>
        </p:nvSpPr>
        <p:spPr/>
        <p:txBody>
          <a:bodyPr/>
          <a:lstStyle>
            <a:lvl1pPr>
              <a:defRPr/>
            </a:lvl1pPr>
          </a:lstStyle>
          <a:p>
            <a:pPr>
              <a:defRPr/>
            </a:pPr>
            <a:r>
              <a:rPr lang="en-US" altLang="en-US"/>
              <a:t>8.</a:t>
            </a:r>
            <a:fld id="{D8EE95FB-9C16-452E-9C52-8EEE15598F76}" type="slidenum">
              <a:rPr lang="en-US" altLang="en-US"/>
              <a:pPr>
                <a:defRPr/>
              </a:pPr>
              <a:t>‹#›</a:t>
            </a:fld>
            <a:endParaRPr lang="en-US" altLang="en-US"/>
          </a:p>
        </p:txBody>
      </p:sp>
    </p:spTree>
    <p:extLst>
      <p:ext uri="{BB962C8B-B14F-4D97-AF65-F5344CB8AC3E}">
        <p14:creationId xmlns:p14="http://schemas.microsoft.com/office/powerpoint/2010/main" val="2920077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6">
            <a:extLst>
              <a:ext uri="{FF2B5EF4-FFF2-40B4-BE49-F238E27FC236}">
                <a16:creationId xmlns:a16="http://schemas.microsoft.com/office/drawing/2014/main" id="{80D0D401-510E-B4CC-EC23-3C3EF563BB31}"/>
              </a:ext>
            </a:extLst>
          </p:cNvPr>
          <p:cNvSpPr>
            <a:spLocks noGrp="1"/>
          </p:cNvSpPr>
          <p:nvPr>
            <p:ph type="dt" sz="half" idx="10"/>
          </p:nvPr>
        </p:nvSpPr>
        <p:spPr/>
        <p:txBody>
          <a:bodyPr/>
          <a:lstStyle>
            <a:lvl1pPr>
              <a:defRPr/>
            </a:lvl1pPr>
          </a:lstStyle>
          <a:p>
            <a:pPr>
              <a:defRPr/>
            </a:pPr>
            <a:fld id="{478228E5-41B0-46A6-8E28-CBA4C3AD4C26}" type="datetimeFigureOut">
              <a:rPr lang="en-US"/>
              <a:pPr>
                <a:defRPr/>
              </a:pPr>
              <a:t>8/10/2026</a:t>
            </a:fld>
            <a:endParaRPr lang="en-US"/>
          </a:p>
        </p:txBody>
      </p:sp>
      <p:sp>
        <p:nvSpPr>
          <p:cNvPr id="7" name="Footer Placeholder 7">
            <a:extLst>
              <a:ext uri="{FF2B5EF4-FFF2-40B4-BE49-F238E27FC236}">
                <a16:creationId xmlns:a16="http://schemas.microsoft.com/office/drawing/2014/main" id="{B6D2DE02-13A5-7FF2-3A7B-835375C600F7}"/>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8">
            <a:extLst>
              <a:ext uri="{FF2B5EF4-FFF2-40B4-BE49-F238E27FC236}">
                <a16:creationId xmlns:a16="http://schemas.microsoft.com/office/drawing/2014/main" id="{35E72A38-6583-2554-D04A-3588B124BDF5}"/>
              </a:ext>
            </a:extLst>
          </p:cNvPr>
          <p:cNvSpPr>
            <a:spLocks noGrp="1"/>
          </p:cNvSpPr>
          <p:nvPr>
            <p:ph type="sldNum" sz="quarter" idx="12"/>
          </p:nvPr>
        </p:nvSpPr>
        <p:spPr/>
        <p:txBody>
          <a:bodyPr/>
          <a:lstStyle>
            <a:lvl1pPr>
              <a:defRPr/>
            </a:lvl1pPr>
          </a:lstStyle>
          <a:p>
            <a:pPr>
              <a:defRPr/>
            </a:pPr>
            <a:r>
              <a:rPr lang="en-US" altLang="en-US"/>
              <a:t>8.</a:t>
            </a:r>
            <a:fld id="{D720AB33-F312-4AE5-931C-CC8E12F740AB}" type="slidenum">
              <a:rPr lang="en-US" altLang="en-US"/>
              <a:pPr>
                <a:defRPr/>
              </a:pPr>
              <a:t>‹#›</a:t>
            </a:fld>
            <a:endParaRPr lang="en-US" altLang="en-US"/>
          </a:p>
        </p:txBody>
      </p:sp>
    </p:spTree>
    <p:extLst>
      <p:ext uri="{BB962C8B-B14F-4D97-AF65-F5344CB8AC3E}">
        <p14:creationId xmlns:p14="http://schemas.microsoft.com/office/powerpoint/2010/main" val="37754678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A303968-E4E6-C4D8-B970-052A3A660C8A}"/>
              </a:ext>
            </a:extLst>
          </p:cNvPr>
          <p:cNvSpPr>
            <a:spLocks noGrp="1"/>
          </p:cNvSpPr>
          <p:nvPr>
            <p:ph type="dt" sz="half" idx="10"/>
          </p:nvPr>
        </p:nvSpPr>
        <p:spPr/>
        <p:txBody>
          <a:bodyPr/>
          <a:lstStyle>
            <a:lvl1pPr>
              <a:defRPr/>
            </a:lvl1pPr>
          </a:lstStyle>
          <a:p>
            <a:pPr>
              <a:defRPr/>
            </a:pPr>
            <a:fld id="{216A4774-959C-4A4A-A7C0-539ABB872986}" type="datetimeFigureOut">
              <a:rPr lang="en-US"/>
              <a:pPr>
                <a:defRPr/>
              </a:pPr>
              <a:t>8/10/2026</a:t>
            </a:fld>
            <a:endParaRPr lang="en-US"/>
          </a:p>
        </p:txBody>
      </p:sp>
      <p:sp>
        <p:nvSpPr>
          <p:cNvPr id="4" name="Footer Placeholder 3">
            <a:extLst>
              <a:ext uri="{FF2B5EF4-FFF2-40B4-BE49-F238E27FC236}">
                <a16:creationId xmlns:a16="http://schemas.microsoft.com/office/drawing/2014/main" id="{38EFC854-F0C7-1C91-FD92-916CD556C03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946D2968-0E6F-097E-A1EE-E799558BE05B}"/>
              </a:ext>
            </a:extLst>
          </p:cNvPr>
          <p:cNvSpPr>
            <a:spLocks noGrp="1"/>
          </p:cNvSpPr>
          <p:nvPr>
            <p:ph type="sldNum" sz="quarter" idx="12"/>
          </p:nvPr>
        </p:nvSpPr>
        <p:spPr/>
        <p:txBody>
          <a:bodyPr/>
          <a:lstStyle>
            <a:lvl1pPr>
              <a:defRPr/>
            </a:lvl1pPr>
          </a:lstStyle>
          <a:p>
            <a:pPr>
              <a:defRPr/>
            </a:pPr>
            <a:r>
              <a:rPr lang="en-US" altLang="en-US"/>
              <a:t>8.</a:t>
            </a:r>
            <a:fld id="{4AB45AB1-3CC3-48CA-9A56-8B75D23443FC}" type="slidenum">
              <a:rPr lang="en-US" altLang="en-US"/>
              <a:pPr>
                <a:defRPr/>
              </a:pPr>
              <a:t>‹#›</a:t>
            </a:fld>
            <a:endParaRPr lang="en-US" altLang="en-US"/>
          </a:p>
        </p:txBody>
      </p:sp>
    </p:spTree>
    <p:extLst>
      <p:ext uri="{BB962C8B-B14F-4D97-AF65-F5344CB8AC3E}">
        <p14:creationId xmlns:p14="http://schemas.microsoft.com/office/powerpoint/2010/main" val="39410091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B7305C-D1EA-69E3-14D8-24400B90BDDF}"/>
              </a:ext>
            </a:extLst>
          </p:cNvPr>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a:extLst>
              <a:ext uri="{FF2B5EF4-FFF2-40B4-BE49-F238E27FC236}">
                <a16:creationId xmlns:a16="http://schemas.microsoft.com/office/drawing/2014/main" id="{35D90E39-45A4-FB1B-0AA7-8EB6B6670BD0}"/>
              </a:ext>
            </a:extLst>
          </p:cNvPr>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a:extLst>
              <a:ext uri="{FF2B5EF4-FFF2-40B4-BE49-F238E27FC236}">
                <a16:creationId xmlns:a16="http://schemas.microsoft.com/office/drawing/2014/main" id="{E7659755-F5D7-DBB8-108A-B38516CD6605}"/>
              </a:ext>
            </a:extLst>
          </p:cNvPr>
          <p:cNvSpPr>
            <a:spLocks noGrp="1"/>
          </p:cNvSpPr>
          <p:nvPr>
            <p:ph type="dt" sz="half" idx="10"/>
          </p:nvPr>
        </p:nvSpPr>
        <p:spPr/>
        <p:txBody>
          <a:bodyPr/>
          <a:lstStyle>
            <a:lvl1pPr>
              <a:defRPr/>
            </a:lvl1pPr>
          </a:lstStyle>
          <a:p>
            <a:pPr>
              <a:defRPr/>
            </a:pPr>
            <a:fld id="{047646E9-8EC9-4F25-AF18-F2877BFFE6AA}" type="datetimeFigureOut">
              <a:rPr lang="en-US"/>
              <a:pPr>
                <a:defRPr/>
              </a:pPr>
              <a:t>8/10/2026</a:t>
            </a:fld>
            <a:endParaRPr lang="en-US"/>
          </a:p>
        </p:txBody>
      </p:sp>
      <p:sp>
        <p:nvSpPr>
          <p:cNvPr id="5" name="Footer Placeholder 7">
            <a:extLst>
              <a:ext uri="{FF2B5EF4-FFF2-40B4-BE49-F238E27FC236}">
                <a16:creationId xmlns:a16="http://schemas.microsoft.com/office/drawing/2014/main" id="{7DF0271C-E515-BA45-43AA-0F9C505EE439}"/>
              </a:ext>
            </a:extLst>
          </p:cNvPr>
          <p:cNvSpPr>
            <a:spLocks noGrp="1"/>
          </p:cNvSpPr>
          <p:nvPr>
            <p:ph type="ftr" sz="quarter" idx="11"/>
          </p:nvPr>
        </p:nvSpPr>
        <p:spPr/>
        <p:txBody>
          <a:bodyPr/>
          <a:lstStyle>
            <a:lvl1pPr>
              <a:defRPr>
                <a:solidFill>
                  <a:srgbClr val="FFFFFF"/>
                </a:solidFill>
              </a:defRPr>
            </a:lvl1pPr>
          </a:lstStyle>
          <a:p>
            <a:pPr>
              <a:defRPr/>
            </a:pPr>
            <a:endParaRPr lang="en-US"/>
          </a:p>
        </p:txBody>
      </p:sp>
      <p:sp>
        <p:nvSpPr>
          <p:cNvPr id="6" name="Slide Number Placeholder 8">
            <a:extLst>
              <a:ext uri="{FF2B5EF4-FFF2-40B4-BE49-F238E27FC236}">
                <a16:creationId xmlns:a16="http://schemas.microsoft.com/office/drawing/2014/main" id="{219F99B7-245A-E752-5C9B-174C14B7E54D}"/>
              </a:ext>
            </a:extLst>
          </p:cNvPr>
          <p:cNvSpPr>
            <a:spLocks noGrp="1"/>
          </p:cNvSpPr>
          <p:nvPr>
            <p:ph type="sldNum" sz="quarter" idx="12"/>
          </p:nvPr>
        </p:nvSpPr>
        <p:spPr/>
        <p:txBody>
          <a:bodyPr/>
          <a:lstStyle>
            <a:lvl1pPr>
              <a:defRPr/>
            </a:lvl1pPr>
          </a:lstStyle>
          <a:p>
            <a:pPr>
              <a:defRPr/>
            </a:pPr>
            <a:r>
              <a:rPr lang="en-US" altLang="en-US"/>
              <a:t>8.</a:t>
            </a:r>
            <a:fld id="{DACBAC4E-F44A-4A8D-BCD3-FDA324CF7309}" type="slidenum">
              <a:rPr lang="en-US" altLang="en-US"/>
              <a:pPr>
                <a:defRPr/>
              </a:pPr>
              <a:t>‹#›</a:t>
            </a:fld>
            <a:endParaRPr lang="en-US" altLang="en-US"/>
          </a:p>
        </p:txBody>
      </p:sp>
    </p:spTree>
    <p:extLst>
      <p:ext uri="{BB962C8B-B14F-4D97-AF65-F5344CB8AC3E}">
        <p14:creationId xmlns:p14="http://schemas.microsoft.com/office/powerpoint/2010/main" val="40254653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6477760-FF34-3306-2B2F-70496AE7FD34}"/>
              </a:ext>
            </a:extLst>
          </p:cNvPr>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D1938865-1103-34A8-D49D-DF5DDFCA536C}"/>
              </a:ext>
            </a:extLst>
          </p:cNvPr>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a:extLst>
              <a:ext uri="{FF2B5EF4-FFF2-40B4-BE49-F238E27FC236}">
                <a16:creationId xmlns:a16="http://schemas.microsoft.com/office/drawing/2014/main" id="{6D41B858-1E21-CFB5-D2F1-D5D4BB1AA266}"/>
              </a:ext>
            </a:extLst>
          </p:cNvPr>
          <p:cNvSpPr>
            <a:spLocks noGrp="1"/>
          </p:cNvSpPr>
          <p:nvPr>
            <p:ph type="dt" sz="half" idx="10"/>
          </p:nvPr>
        </p:nvSpPr>
        <p:spPr>
          <a:xfrm>
            <a:off x="349250" y="6459538"/>
            <a:ext cx="1963738" cy="365125"/>
          </a:xfrm>
        </p:spPr>
        <p:txBody>
          <a:bodyPr/>
          <a:lstStyle>
            <a:lvl1pPr algn="l">
              <a:defRPr/>
            </a:lvl1pPr>
          </a:lstStyle>
          <a:p>
            <a:pPr>
              <a:defRPr/>
            </a:pPr>
            <a:fld id="{5D8F0B89-CC3D-4F8E-A4DA-74B8531B1398}" type="datetimeFigureOut">
              <a:rPr lang="en-US"/>
              <a:pPr>
                <a:defRPr/>
              </a:pPr>
              <a:t>8/10/2026</a:t>
            </a:fld>
            <a:endParaRPr lang="en-US" dirty="0"/>
          </a:p>
        </p:txBody>
      </p:sp>
      <p:sp>
        <p:nvSpPr>
          <p:cNvPr id="8" name="Footer Placeholder 5">
            <a:extLst>
              <a:ext uri="{FF2B5EF4-FFF2-40B4-BE49-F238E27FC236}">
                <a16:creationId xmlns:a16="http://schemas.microsoft.com/office/drawing/2014/main" id="{8C77B143-B33B-A689-9778-48EC43D380FA}"/>
              </a:ext>
            </a:extLst>
          </p:cNvPr>
          <p:cNvSpPr>
            <a:spLocks noGrp="1"/>
          </p:cNvSpPr>
          <p:nvPr>
            <p:ph type="ftr" sz="quarter" idx="11"/>
          </p:nvPr>
        </p:nvSpPr>
        <p:spPr>
          <a:xfrm>
            <a:off x="3600450" y="6459538"/>
            <a:ext cx="3486150" cy="365125"/>
          </a:xfrm>
        </p:spPr>
        <p:txBody>
          <a:bodyPr/>
          <a:lstStyle>
            <a:lvl1pPr algn="l">
              <a:defRPr>
                <a:solidFill>
                  <a:schemeClr val="tx2"/>
                </a:solidFill>
              </a:defRPr>
            </a:lvl1pPr>
          </a:lstStyle>
          <a:p>
            <a:pPr>
              <a:defRPr/>
            </a:pPr>
            <a:endParaRPr lang="en-US"/>
          </a:p>
        </p:txBody>
      </p:sp>
      <p:sp>
        <p:nvSpPr>
          <p:cNvPr id="9" name="Slide Number Placeholder 6">
            <a:extLst>
              <a:ext uri="{FF2B5EF4-FFF2-40B4-BE49-F238E27FC236}">
                <a16:creationId xmlns:a16="http://schemas.microsoft.com/office/drawing/2014/main" id="{7EAE6CCE-E1B4-3018-B858-BC390B7FA329}"/>
              </a:ext>
            </a:extLst>
          </p:cNvPr>
          <p:cNvSpPr>
            <a:spLocks noGrp="1"/>
          </p:cNvSpPr>
          <p:nvPr>
            <p:ph type="sldNum" sz="quarter" idx="12"/>
          </p:nvPr>
        </p:nvSpPr>
        <p:spPr/>
        <p:txBody>
          <a:bodyPr/>
          <a:lstStyle>
            <a:lvl1pPr>
              <a:defRPr>
                <a:solidFill>
                  <a:schemeClr val="tx2"/>
                </a:solidFill>
              </a:defRPr>
            </a:lvl1pPr>
          </a:lstStyle>
          <a:p>
            <a:pPr>
              <a:defRPr/>
            </a:pPr>
            <a:r>
              <a:rPr lang="en-US" altLang="en-US"/>
              <a:t>8.</a:t>
            </a:r>
            <a:fld id="{76CBE9F8-0C4C-42DC-9844-B7F0F9E7966C}" type="slidenum">
              <a:rPr lang="en-US" altLang="en-US" smtClean="0"/>
              <a:pPr>
                <a:defRPr/>
              </a:pPr>
              <a:t>‹#›</a:t>
            </a:fld>
            <a:endParaRPr lang="en-US" altLang="en-US"/>
          </a:p>
        </p:txBody>
      </p:sp>
    </p:spTree>
    <p:extLst>
      <p:ext uri="{BB962C8B-B14F-4D97-AF65-F5344CB8AC3E}">
        <p14:creationId xmlns:p14="http://schemas.microsoft.com/office/powerpoint/2010/main" val="21634319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88C445-DA78-8F58-3BE9-C4DE48902A82}"/>
              </a:ext>
            </a:extLst>
          </p:cNvPr>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3A034215-E963-F9E3-3EA6-2F7E4A389D35}"/>
              </a:ext>
            </a:extLst>
          </p:cNvPr>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a:extLst>
              <a:ext uri="{FF2B5EF4-FFF2-40B4-BE49-F238E27FC236}">
                <a16:creationId xmlns:a16="http://schemas.microsoft.com/office/drawing/2014/main" id="{A44DB072-D5E6-B11F-0D06-D377894B1138}"/>
              </a:ext>
            </a:extLst>
          </p:cNvPr>
          <p:cNvSpPr>
            <a:spLocks noGrp="1"/>
          </p:cNvSpPr>
          <p:nvPr>
            <p:ph type="dt" sz="half" idx="10"/>
          </p:nvPr>
        </p:nvSpPr>
        <p:spPr/>
        <p:txBody>
          <a:bodyPr/>
          <a:lstStyle>
            <a:lvl1pPr>
              <a:defRPr/>
            </a:lvl1pPr>
          </a:lstStyle>
          <a:p>
            <a:pPr>
              <a:defRPr/>
            </a:pPr>
            <a:fld id="{C7C99282-74D8-4932-878C-42CCDFD73FF4}" type="datetimeFigureOut">
              <a:rPr lang="en-US"/>
              <a:pPr>
                <a:defRPr/>
              </a:pPr>
              <a:t>8/10/2026</a:t>
            </a:fld>
            <a:endParaRPr lang="en-US"/>
          </a:p>
        </p:txBody>
      </p:sp>
      <p:sp>
        <p:nvSpPr>
          <p:cNvPr id="8" name="Footer Placeholder 5">
            <a:extLst>
              <a:ext uri="{FF2B5EF4-FFF2-40B4-BE49-F238E27FC236}">
                <a16:creationId xmlns:a16="http://schemas.microsoft.com/office/drawing/2014/main" id="{DCAB2E06-A0F6-EB62-FFAD-AED7AB68363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F00AB104-631B-F66F-6C17-7E080494B0E3}"/>
              </a:ext>
            </a:extLst>
          </p:cNvPr>
          <p:cNvSpPr>
            <a:spLocks noGrp="1"/>
          </p:cNvSpPr>
          <p:nvPr>
            <p:ph type="sldNum" sz="quarter" idx="12"/>
          </p:nvPr>
        </p:nvSpPr>
        <p:spPr/>
        <p:txBody>
          <a:bodyPr/>
          <a:lstStyle>
            <a:lvl1pPr>
              <a:defRPr/>
            </a:lvl1pPr>
          </a:lstStyle>
          <a:p>
            <a:pPr>
              <a:defRPr/>
            </a:pPr>
            <a:r>
              <a:rPr lang="en-US" altLang="en-US"/>
              <a:t>8.</a:t>
            </a:r>
            <a:fld id="{2F1BB3C7-E210-4680-BB07-B665DDD65F24}" type="slidenum">
              <a:rPr lang="en-US" altLang="en-US"/>
              <a:pPr>
                <a:defRPr/>
              </a:pPr>
              <a:t>‹#›</a:t>
            </a:fld>
            <a:endParaRPr lang="en-US" altLang="en-US"/>
          </a:p>
        </p:txBody>
      </p:sp>
    </p:spTree>
    <p:extLst>
      <p:ext uri="{BB962C8B-B14F-4D97-AF65-F5344CB8AC3E}">
        <p14:creationId xmlns:p14="http://schemas.microsoft.com/office/powerpoint/2010/main" val="22350862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2DA985D-C9E8-74EF-0292-7AD70AEBA590}"/>
              </a:ext>
            </a:extLst>
          </p:cNvPr>
          <p:cNvSpPr>
            <a:spLocks noGrp="1"/>
          </p:cNvSpPr>
          <p:nvPr>
            <p:ph type="dt" sz="half" idx="10"/>
          </p:nvPr>
        </p:nvSpPr>
        <p:spPr/>
        <p:txBody>
          <a:bodyPr/>
          <a:lstStyle>
            <a:lvl1pPr>
              <a:defRPr/>
            </a:lvl1pPr>
          </a:lstStyle>
          <a:p>
            <a:pPr>
              <a:defRPr/>
            </a:pPr>
            <a:fld id="{E44B909D-A36E-412D-BC25-7663343C23D3}" type="datetimeFigureOut">
              <a:rPr lang="en-US"/>
              <a:pPr>
                <a:defRPr/>
              </a:pPr>
              <a:t>8/10/2026</a:t>
            </a:fld>
            <a:endParaRPr lang="en-US"/>
          </a:p>
        </p:txBody>
      </p:sp>
      <p:sp>
        <p:nvSpPr>
          <p:cNvPr id="5" name="Footer Placeholder 4">
            <a:extLst>
              <a:ext uri="{FF2B5EF4-FFF2-40B4-BE49-F238E27FC236}">
                <a16:creationId xmlns:a16="http://schemas.microsoft.com/office/drawing/2014/main" id="{4F842172-525B-8A6E-52ED-D22322779BA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21652F1-9C44-5AED-7FE7-323E1D3374C2}"/>
              </a:ext>
            </a:extLst>
          </p:cNvPr>
          <p:cNvSpPr>
            <a:spLocks noGrp="1"/>
          </p:cNvSpPr>
          <p:nvPr>
            <p:ph type="sldNum" sz="quarter" idx="12"/>
          </p:nvPr>
        </p:nvSpPr>
        <p:spPr/>
        <p:txBody>
          <a:bodyPr/>
          <a:lstStyle>
            <a:lvl1pPr>
              <a:defRPr/>
            </a:lvl1pPr>
          </a:lstStyle>
          <a:p>
            <a:pPr>
              <a:defRPr/>
            </a:pPr>
            <a:r>
              <a:rPr lang="en-US" altLang="en-US"/>
              <a:t>8.</a:t>
            </a:r>
            <a:fld id="{BE8FC1F2-9DDB-472B-BD54-D0B4F9D296E6}" type="slidenum">
              <a:rPr lang="en-US" altLang="en-US"/>
              <a:pPr>
                <a:defRPr/>
              </a:pPr>
              <a:t>‹#›</a:t>
            </a:fld>
            <a:endParaRPr lang="en-US" altLang="en-US"/>
          </a:p>
        </p:txBody>
      </p:sp>
    </p:spTree>
    <p:extLst>
      <p:ext uri="{BB962C8B-B14F-4D97-AF65-F5344CB8AC3E}">
        <p14:creationId xmlns:p14="http://schemas.microsoft.com/office/powerpoint/2010/main" val="35069779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F5EBE8-F148-CB0C-9BB8-6CFE23C75635}"/>
              </a:ext>
            </a:extLst>
          </p:cNvPr>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a:extLst>
              <a:ext uri="{FF2B5EF4-FFF2-40B4-BE49-F238E27FC236}">
                <a16:creationId xmlns:a16="http://schemas.microsoft.com/office/drawing/2014/main" id="{4274D3A8-7733-8649-D56A-CE158A03B9E8}"/>
              </a:ext>
            </a:extLst>
          </p:cNvPr>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115401C1-5068-C5AD-21D4-416D80C685D2}"/>
              </a:ext>
            </a:extLst>
          </p:cNvPr>
          <p:cNvSpPr>
            <a:spLocks noGrp="1"/>
          </p:cNvSpPr>
          <p:nvPr>
            <p:ph type="dt" sz="half" idx="10"/>
          </p:nvPr>
        </p:nvSpPr>
        <p:spPr/>
        <p:txBody>
          <a:bodyPr/>
          <a:lstStyle>
            <a:lvl1pPr>
              <a:defRPr/>
            </a:lvl1pPr>
          </a:lstStyle>
          <a:p>
            <a:pPr>
              <a:defRPr/>
            </a:pPr>
            <a:fld id="{0124895D-35CE-441F-B158-7B4DDA3D9CBC}" type="datetimeFigureOut">
              <a:rPr lang="en-US"/>
              <a:pPr>
                <a:defRPr/>
              </a:pPr>
              <a:t>8/10/2026</a:t>
            </a:fld>
            <a:endParaRPr lang="en-US"/>
          </a:p>
        </p:txBody>
      </p:sp>
      <p:sp>
        <p:nvSpPr>
          <p:cNvPr id="7" name="Footer Placeholder 4">
            <a:extLst>
              <a:ext uri="{FF2B5EF4-FFF2-40B4-BE49-F238E27FC236}">
                <a16:creationId xmlns:a16="http://schemas.microsoft.com/office/drawing/2014/main" id="{E2A6175A-EC24-9DA1-66E2-35C4CC49E7A2}"/>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CA32D441-B4CB-B101-8466-68D8DA89F9B8}"/>
              </a:ext>
            </a:extLst>
          </p:cNvPr>
          <p:cNvSpPr>
            <a:spLocks noGrp="1"/>
          </p:cNvSpPr>
          <p:nvPr>
            <p:ph type="sldNum" sz="quarter" idx="12"/>
          </p:nvPr>
        </p:nvSpPr>
        <p:spPr/>
        <p:txBody>
          <a:bodyPr/>
          <a:lstStyle>
            <a:lvl1pPr>
              <a:defRPr/>
            </a:lvl1pPr>
          </a:lstStyle>
          <a:p>
            <a:pPr>
              <a:defRPr/>
            </a:pPr>
            <a:r>
              <a:rPr lang="en-US" altLang="en-US"/>
              <a:t>8.</a:t>
            </a:r>
            <a:fld id="{17E22AAB-DD21-4182-8DF7-9E88C5511C49}" type="slidenum">
              <a:rPr lang="en-US" altLang="en-US"/>
              <a:pPr>
                <a:defRPr/>
              </a:pPr>
              <a:t>‹#›</a:t>
            </a:fld>
            <a:endParaRPr lang="en-US" altLang="en-US"/>
          </a:p>
        </p:txBody>
      </p:sp>
    </p:spTree>
    <p:extLst>
      <p:ext uri="{BB962C8B-B14F-4D97-AF65-F5344CB8AC3E}">
        <p14:creationId xmlns:p14="http://schemas.microsoft.com/office/powerpoint/2010/main" val="2651953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026" name="Group 1">
            <a:extLst>
              <a:ext uri="{FF2B5EF4-FFF2-40B4-BE49-F238E27FC236}">
                <a16:creationId xmlns:a16="http://schemas.microsoft.com/office/drawing/2014/main" id="{1EB3C7FA-C9AA-1207-044E-E5B9D7B3C445}"/>
              </a:ext>
            </a:extLst>
          </p:cNvPr>
          <p:cNvGrpSpPr>
            <a:grpSpLocks/>
          </p:cNvGrpSpPr>
          <p:nvPr/>
        </p:nvGrpSpPr>
        <p:grpSpPr bwMode="auto">
          <a:xfrm>
            <a:off x="0" y="2438400"/>
            <a:ext cx="9007475" cy="1050925"/>
            <a:chOff x="0" y="1536"/>
            <a:chExt cx="5674" cy="662"/>
          </a:xfrm>
        </p:grpSpPr>
        <p:grpSp>
          <p:nvGrpSpPr>
            <p:cNvPr id="1032" name="Group 2">
              <a:extLst>
                <a:ext uri="{FF2B5EF4-FFF2-40B4-BE49-F238E27FC236}">
                  <a16:creationId xmlns:a16="http://schemas.microsoft.com/office/drawing/2014/main" id="{746DD461-728C-1371-0E79-97EDB2CF5096}"/>
                </a:ext>
              </a:extLst>
            </p:cNvPr>
            <p:cNvGrpSpPr>
              <a:grpSpLocks/>
            </p:cNvGrpSpPr>
            <p:nvPr/>
          </p:nvGrpSpPr>
          <p:grpSpPr bwMode="auto">
            <a:xfrm>
              <a:off x="185" y="1604"/>
              <a:ext cx="448" cy="298"/>
              <a:chOff x="185" y="1604"/>
              <a:chExt cx="448" cy="298"/>
            </a:xfrm>
          </p:grpSpPr>
          <p:sp>
            <p:nvSpPr>
              <p:cNvPr id="1039" name="Rectangle 3">
                <a:extLst>
                  <a:ext uri="{FF2B5EF4-FFF2-40B4-BE49-F238E27FC236}">
                    <a16:creationId xmlns:a16="http://schemas.microsoft.com/office/drawing/2014/main" id="{F550A101-5A2A-B7EC-D186-44D37AD9719E}"/>
                  </a:ext>
                </a:extLst>
              </p:cNvPr>
              <p:cNvSpPr>
                <a:spLocks noChangeArrowheads="1"/>
              </p:cNvSpPr>
              <p:nvPr/>
            </p:nvSpPr>
            <p:spPr bwMode="auto">
              <a:xfrm>
                <a:off x="185" y="1604"/>
                <a:ext cx="275" cy="298"/>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0" name="Rectangle 4">
                <a:extLst>
                  <a:ext uri="{FF2B5EF4-FFF2-40B4-BE49-F238E27FC236}">
                    <a16:creationId xmlns:a16="http://schemas.microsoft.com/office/drawing/2014/main" id="{21D422E0-5D7F-8F9C-F54A-8020822E01D6}"/>
                  </a:ext>
                </a:extLst>
              </p:cNvPr>
              <p:cNvSpPr>
                <a:spLocks noChangeArrowheads="1"/>
              </p:cNvSpPr>
              <p:nvPr/>
            </p:nvSpPr>
            <p:spPr bwMode="auto">
              <a:xfrm>
                <a:off x="427" y="1604"/>
                <a:ext cx="206" cy="298"/>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grpSp>
        <p:grpSp>
          <p:nvGrpSpPr>
            <p:cNvPr id="1033" name="Group 5">
              <a:extLst>
                <a:ext uri="{FF2B5EF4-FFF2-40B4-BE49-F238E27FC236}">
                  <a16:creationId xmlns:a16="http://schemas.microsoft.com/office/drawing/2014/main" id="{0A7076C6-CC23-77E8-1B36-E03A16703EA7}"/>
                </a:ext>
              </a:extLst>
            </p:cNvPr>
            <p:cNvGrpSpPr>
              <a:grpSpLocks/>
            </p:cNvGrpSpPr>
            <p:nvPr/>
          </p:nvGrpSpPr>
          <p:grpSpPr bwMode="auto">
            <a:xfrm>
              <a:off x="263" y="1870"/>
              <a:ext cx="465" cy="298"/>
              <a:chOff x="263" y="1870"/>
              <a:chExt cx="465" cy="298"/>
            </a:xfrm>
          </p:grpSpPr>
          <p:sp>
            <p:nvSpPr>
              <p:cNvPr id="1037" name="Rectangle 6">
                <a:extLst>
                  <a:ext uri="{FF2B5EF4-FFF2-40B4-BE49-F238E27FC236}">
                    <a16:creationId xmlns:a16="http://schemas.microsoft.com/office/drawing/2014/main" id="{D8867993-49C0-DCE0-9CB8-3954E2775E00}"/>
                  </a:ext>
                </a:extLst>
              </p:cNvPr>
              <p:cNvSpPr>
                <a:spLocks noChangeArrowheads="1"/>
              </p:cNvSpPr>
              <p:nvPr/>
            </p:nvSpPr>
            <p:spPr bwMode="auto">
              <a:xfrm>
                <a:off x="263" y="1870"/>
                <a:ext cx="265" cy="298"/>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8" name="Rectangle 7">
                <a:extLst>
                  <a:ext uri="{FF2B5EF4-FFF2-40B4-BE49-F238E27FC236}">
                    <a16:creationId xmlns:a16="http://schemas.microsoft.com/office/drawing/2014/main" id="{141B6603-9FE2-D154-D9EF-9FD5058AB850}"/>
                  </a:ext>
                </a:extLst>
              </p:cNvPr>
              <p:cNvSpPr>
                <a:spLocks noChangeArrowheads="1"/>
              </p:cNvSpPr>
              <p:nvPr/>
            </p:nvSpPr>
            <p:spPr bwMode="auto">
              <a:xfrm>
                <a:off x="496" y="1870"/>
                <a:ext cx="232" cy="298"/>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grpSp>
        <p:sp>
          <p:nvSpPr>
            <p:cNvPr id="1034" name="Rectangle 8">
              <a:extLst>
                <a:ext uri="{FF2B5EF4-FFF2-40B4-BE49-F238E27FC236}">
                  <a16:creationId xmlns:a16="http://schemas.microsoft.com/office/drawing/2014/main" id="{F423A2B9-67A9-A94A-B28D-4C0D6D9CDCE7}"/>
                </a:ext>
              </a:extLst>
            </p:cNvPr>
            <p:cNvSpPr>
              <a:spLocks noChangeArrowheads="1"/>
            </p:cNvSpPr>
            <p:nvPr/>
          </p:nvSpPr>
          <p:spPr bwMode="auto">
            <a:xfrm>
              <a:off x="0" y="1824"/>
              <a:ext cx="352" cy="26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5" name="Rectangle 9">
              <a:extLst>
                <a:ext uri="{FF2B5EF4-FFF2-40B4-BE49-F238E27FC236}">
                  <a16:creationId xmlns:a16="http://schemas.microsoft.com/office/drawing/2014/main" id="{9F210780-D45F-BF26-7F03-98473D595F86}"/>
                </a:ext>
              </a:extLst>
            </p:cNvPr>
            <p:cNvSpPr>
              <a:spLocks noChangeArrowheads="1"/>
            </p:cNvSpPr>
            <p:nvPr/>
          </p:nvSpPr>
          <p:spPr bwMode="auto">
            <a:xfrm>
              <a:off x="400" y="1536"/>
              <a:ext cx="19" cy="662"/>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6" name="Rectangle 10">
              <a:extLst>
                <a:ext uri="{FF2B5EF4-FFF2-40B4-BE49-F238E27FC236}">
                  <a16:creationId xmlns:a16="http://schemas.microsoft.com/office/drawing/2014/main" id="{73181C9D-A565-76DA-CE9F-5F761007FFF1}"/>
                </a:ext>
              </a:extLst>
            </p:cNvPr>
            <p:cNvSpPr>
              <a:spLocks noChangeArrowheads="1"/>
            </p:cNvSpPr>
            <p:nvPr/>
          </p:nvSpPr>
          <p:spPr bwMode="auto">
            <a:xfrm flipV="1">
              <a:off x="199" y="2054"/>
              <a:ext cx="5475" cy="34"/>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grpSp>
      <p:sp>
        <p:nvSpPr>
          <p:cNvPr id="2059" name="Text Box 11">
            <a:extLst>
              <a:ext uri="{FF2B5EF4-FFF2-40B4-BE49-F238E27FC236}">
                <a16:creationId xmlns:a16="http://schemas.microsoft.com/office/drawing/2014/main" id="{ED5EA3E1-6BBE-2A12-68C9-525966526D62}"/>
              </a:ext>
            </a:extLst>
          </p:cNvPr>
          <p:cNvSpPr txBox="1">
            <a:spLocks noChangeArrowheads="1"/>
          </p:cNvSpPr>
          <p:nvPr/>
        </p:nvSpPr>
        <p:spPr bwMode="auto">
          <a:xfrm>
            <a:off x="0" y="6553200"/>
            <a:ext cx="2209800" cy="306388"/>
          </a:xfrm>
          <a:prstGeom prst="rect">
            <a:avLst/>
          </a:prstGeom>
          <a:noFill/>
          <a:ln>
            <a:noFill/>
          </a:ln>
          <a:effec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spcBef>
                <a:spcPts val="875"/>
              </a:spcBef>
              <a:buSzPct val="100000"/>
              <a:defRPr/>
            </a:pPr>
            <a:r>
              <a:rPr lang="en-US" sz="1400">
                <a:latin typeface="McGrawHill-Italic" charset="0"/>
              </a:rPr>
              <a:t>McGraw-Hill</a:t>
            </a:r>
          </a:p>
        </p:txBody>
      </p:sp>
      <p:sp>
        <p:nvSpPr>
          <p:cNvPr id="2060" name="Text Box 12">
            <a:extLst>
              <a:ext uri="{FF2B5EF4-FFF2-40B4-BE49-F238E27FC236}">
                <a16:creationId xmlns:a16="http://schemas.microsoft.com/office/drawing/2014/main" id="{B1240637-8AD9-4798-2DFC-872ECB68D89C}"/>
              </a:ext>
            </a:extLst>
          </p:cNvPr>
          <p:cNvSpPr txBox="1">
            <a:spLocks noChangeArrowheads="1"/>
          </p:cNvSpPr>
          <p:nvPr/>
        </p:nvSpPr>
        <p:spPr bwMode="auto">
          <a:xfrm>
            <a:off x="4572000" y="6553200"/>
            <a:ext cx="4572000" cy="306388"/>
          </a:xfrm>
          <a:prstGeom prst="rect">
            <a:avLst/>
          </a:prstGeom>
          <a:noFill/>
          <a:ln>
            <a:noFill/>
          </a:ln>
          <a:effec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algn="r" eaLnBrk="1" hangingPunct="1">
              <a:spcBef>
                <a:spcPts val="875"/>
              </a:spcBef>
              <a:buClr>
                <a:srgbClr val="000000"/>
              </a:buClr>
              <a:buSzPct val="100000"/>
              <a:buFont typeface="McGrawHill-Italic" charset="0"/>
              <a:buChar char="©"/>
              <a:defRPr/>
            </a:pPr>
            <a:r>
              <a:rPr lang="en-US" sz="1400">
                <a:latin typeface="McGrawHill-Italic" charset="0"/>
              </a:rPr>
              <a:t>The McGraw-Hill Companies, Inc., 2000</a:t>
            </a:r>
          </a:p>
        </p:txBody>
      </p:sp>
      <p:sp>
        <p:nvSpPr>
          <p:cNvPr id="1029" name="Text Box 13">
            <a:extLst>
              <a:ext uri="{FF2B5EF4-FFF2-40B4-BE49-F238E27FC236}">
                <a16:creationId xmlns:a16="http://schemas.microsoft.com/office/drawing/2014/main" id="{06F0E318-B564-56A8-E2BA-9CE5BD470758}"/>
              </a:ext>
            </a:extLst>
          </p:cNvPr>
          <p:cNvSpPr txBox="1">
            <a:spLocks noChangeArrowheads="1"/>
          </p:cNvSpPr>
          <p:nvPr/>
        </p:nvSpPr>
        <p:spPr bwMode="auto">
          <a:xfrm>
            <a:off x="9906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0" name="Text Box 14">
            <a:extLst>
              <a:ext uri="{FF2B5EF4-FFF2-40B4-BE49-F238E27FC236}">
                <a16:creationId xmlns:a16="http://schemas.microsoft.com/office/drawing/2014/main" id="{80E01B0C-40EA-2535-90E3-7F449DB933F5}"/>
              </a:ext>
            </a:extLst>
          </p:cNvPr>
          <p:cNvSpPr txBox="1">
            <a:spLocks noChangeArrowheads="1"/>
          </p:cNvSpPr>
          <p:nvPr/>
        </p:nvSpPr>
        <p:spPr bwMode="auto">
          <a:xfrm>
            <a:off x="3429000" y="6248400"/>
            <a:ext cx="289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3" name="Rectangle 15">
            <a:extLst>
              <a:ext uri="{FF2B5EF4-FFF2-40B4-BE49-F238E27FC236}">
                <a16:creationId xmlns:a16="http://schemas.microsoft.com/office/drawing/2014/main" id="{DD9BE308-A82E-435E-90FF-8160FEF0AEEC}"/>
              </a:ext>
            </a:extLst>
          </p:cNvPr>
          <p:cNvSpPr>
            <a:spLocks noGrp="1" noChangeArrowheads="1"/>
          </p:cNvSpPr>
          <p:nvPr>
            <p:ph type="sldNum"/>
          </p:nvPr>
        </p:nvSpPr>
        <p:spPr bwMode="auto">
          <a:xfrm>
            <a:off x="6858000" y="6248400"/>
            <a:ext cx="1903413" cy="455613"/>
          </a:xfrm>
          <a:prstGeom prst="rect">
            <a:avLst/>
          </a:prstGeom>
          <a:noFill/>
          <a:ln>
            <a:noFill/>
          </a:ln>
          <a:effectLst/>
        </p:spPr>
        <p:txBody>
          <a:bodyPr vert="horz" wrap="square" lIns="90000" tIns="46800" rIns="90000" bIns="46800" numCol="1" anchor="b" anchorCtr="0" compatLnSpc="1">
            <a:prstTxWarp prst="textNoShape">
              <a:avLst/>
            </a:prstTxWarp>
          </a:bodyPr>
          <a:lstStyle>
            <a:lvl1pPr algn="r" eaLnBrk="1" hangingPunct="1">
              <a:buSzPct val="100000"/>
              <a:tabLst>
                <a:tab pos="449263" algn="l"/>
                <a:tab pos="898525" algn="l"/>
                <a:tab pos="1347788" algn="l"/>
                <a:tab pos="1797050" algn="l"/>
              </a:tabLst>
              <a:defRPr sz="1400">
                <a:solidFill>
                  <a:srgbClr val="1C1C1C"/>
                </a:solidFill>
                <a:latin typeface="Tahoma" panose="020B0604030504040204" pitchFamily="34" charset="0"/>
                <a:ea typeface="+mn-ea"/>
                <a:cs typeface="DejaVu Sans" charset="0"/>
              </a:defRPr>
            </a:lvl1pPr>
          </a:lstStyle>
          <a:p>
            <a:pPr>
              <a:defRPr/>
            </a:pPr>
            <a:fld id="{C9AF529D-CD05-4E84-93BF-BCA0E0D37A9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Lst>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4400" kern="1200">
          <a:solidFill>
            <a:srgbClr val="333399"/>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333399"/>
          </a:solidFill>
          <a:latin typeface="Tahoma" panose="020B0604030504040204" pitchFamily="34" charset="0"/>
          <a:ea typeface="WenQuanYi Micro Hei" charset="0"/>
          <a:cs typeface="WenQuanYi Micro Hei"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333399"/>
          </a:solidFill>
          <a:latin typeface="Tahoma" panose="020B0604030504040204" pitchFamily="34" charset="0"/>
          <a:ea typeface="WenQuanYi Micro Hei" charset="0"/>
          <a:cs typeface="WenQuanYi Micro Hei"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333399"/>
          </a:solidFill>
          <a:latin typeface="Tahoma" panose="020B0604030504040204" pitchFamily="34" charset="0"/>
          <a:ea typeface="WenQuanYi Micro Hei" charset="0"/>
          <a:cs typeface="WenQuanYi Micro Hei"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333399"/>
          </a:solidFill>
          <a:latin typeface="Tahoma" panose="020B0604030504040204" pitchFamily="34" charset="0"/>
          <a:ea typeface="WenQuanYi Micro Hei" charset="0"/>
          <a:cs typeface="WenQuanYi Micro Hei" charset="0"/>
        </a:defRPr>
      </a:lvl5pPr>
      <a:lvl6pPr marL="25146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333399"/>
          </a:solidFill>
          <a:latin typeface="Tahoma" panose="020B0604030504040204" pitchFamily="34" charset="0"/>
          <a:ea typeface="WenQuanYi Micro Hei" charset="0"/>
          <a:cs typeface="WenQuanYi Micro Hei" charset="0"/>
        </a:defRPr>
      </a:lvl6pPr>
      <a:lvl7pPr marL="29718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333399"/>
          </a:solidFill>
          <a:latin typeface="Tahoma" panose="020B0604030504040204" pitchFamily="34" charset="0"/>
          <a:ea typeface="WenQuanYi Micro Hei" charset="0"/>
          <a:cs typeface="WenQuanYi Micro Hei" charset="0"/>
        </a:defRPr>
      </a:lvl7pPr>
      <a:lvl8pPr marL="34290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333399"/>
          </a:solidFill>
          <a:latin typeface="Tahoma" panose="020B0604030504040204" pitchFamily="34" charset="0"/>
          <a:ea typeface="WenQuanYi Micro Hei" charset="0"/>
          <a:cs typeface="WenQuanYi Micro Hei" charset="0"/>
        </a:defRPr>
      </a:lvl8pPr>
      <a:lvl9pPr marL="3886200" indent="-228600" algn="l" defTabSz="449263" rtl="0" eaLnBrk="0" fontAlgn="base" hangingPunct="0">
        <a:spcBef>
          <a:spcPct val="0"/>
        </a:spcBef>
        <a:spcAft>
          <a:spcPct val="0"/>
        </a:spcAft>
        <a:buClr>
          <a:srgbClr val="000000"/>
        </a:buClr>
        <a:buSzPct val="100000"/>
        <a:buFont typeface="Times New Roman" panose="02020603050405020304" pitchFamily="18" charset="0"/>
        <a:defRPr sz="4400">
          <a:solidFill>
            <a:srgbClr val="333399"/>
          </a:solidFill>
          <a:latin typeface="Tahoma" panose="020B0604030504040204" pitchFamily="34" charset="0"/>
          <a:ea typeface="WenQuanYi Micro Hei" charset="0"/>
          <a:cs typeface="WenQuanYi Micro Hei" charset="0"/>
        </a:defRPr>
      </a:lvl9pPr>
    </p:titleStyle>
    <p:bodyStyle>
      <a:lvl1pPr marL="342900" indent="-342900" algn="l" defTabSz="449263" rtl="0" eaLnBrk="0" fontAlgn="base" hangingPunct="0">
        <a:spcBef>
          <a:spcPts val="800"/>
        </a:spcBef>
        <a:spcAft>
          <a:spcPct val="0"/>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49263" rtl="0" eaLnBrk="0" fontAlgn="base" hangingPunct="0">
        <a:spcBef>
          <a:spcPts val="600"/>
        </a:spcBef>
        <a:spcAft>
          <a:spcPct val="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14FB90-9F98-525F-A6BE-7D263BA36CAE}"/>
              </a:ext>
            </a:extLst>
          </p:cNvPr>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34F30605-D8B4-0725-2A57-26CEE94142FD}"/>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46DE83BD-1681-49DE-EBB9-AE5B63F0B6CA}"/>
              </a:ext>
            </a:extLst>
          </p:cNvPr>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2053" name="Text Placeholder 2">
            <a:extLst>
              <a:ext uri="{FF2B5EF4-FFF2-40B4-BE49-F238E27FC236}">
                <a16:creationId xmlns:a16="http://schemas.microsoft.com/office/drawing/2014/main" id="{E79E06BB-EDA0-C1D7-72CE-783EF6093C44}"/>
              </a:ext>
            </a:extLst>
          </p:cNvPr>
          <p:cNvSpPr>
            <a:spLocks noGrp="1" noChangeArrowheads="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8EEEB66-E265-E466-9F04-A3DB446FFCC0}"/>
              </a:ext>
            </a:extLst>
          </p:cNvPr>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ea typeface="+mn-ea"/>
              </a:defRPr>
            </a:lvl1pPr>
          </a:lstStyle>
          <a:p>
            <a:pPr>
              <a:defRPr/>
            </a:pPr>
            <a:fld id="{484DBF87-FC19-4F0C-ADE6-B27F8F87EBBC}" type="datetimeFigureOut">
              <a:rPr lang="en-US"/>
              <a:pPr>
                <a:defRPr/>
              </a:pPr>
              <a:t>8/10/2026</a:t>
            </a:fld>
            <a:endParaRPr lang="en-US"/>
          </a:p>
        </p:txBody>
      </p:sp>
      <p:sp>
        <p:nvSpPr>
          <p:cNvPr id="5" name="Footer Placeholder 4">
            <a:extLst>
              <a:ext uri="{FF2B5EF4-FFF2-40B4-BE49-F238E27FC236}">
                <a16:creationId xmlns:a16="http://schemas.microsoft.com/office/drawing/2014/main" id="{5198132E-0AD4-3DBE-0879-B351A0EC7C5D}"/>
              </a:ext>
            </a:extLst>
          </p:cNvPr>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ea typeface="+mn-ea"/>
              </a:defRPr>
            </a:lvl1pPr>
          </a:lstStyle>
          <a:p>
            <a:pPr>
              <a:defRPr/>
            </a:pPr>
            <a:endParaRPr lang="en-US"/>
          </a:p>
        </p:txBody>
      </p:sp>
      <p:sp>
        <p:nvSpPr>
          <p:cNvPr id="6" name="Slide Number Placeholder 5">
            <a:extLst>
              <a:ext uri="{FF2B5EF4-FFF2-40B4-BE49-F238E27FC236}">
                <a16:creationId xmlns:a16="http://schemas.microsoft.com/office/drawing/2014/main" id="{3E159720-D737-E680-E61E-430DF5C7373D}"/>
              </a:ext>
            </a:extLst>
          </p:cNvPr>
          <p:cNvSpPr>
            <a:spLocks noGrp="1"/>
          </p:cNvSpPr>
          <p:nvPr>
            <p:ph type="sldNum" sz="quarter" idx="4"/>
          </p:nvPr>
        </p:nvSpPr>
        <p:spPr>
          <a:xfrm>
            <a:off x="7424738" y="6459538"/>
            <a:ext cx="984250" cy="365125"/>
          </a:xfrm>
          <a:prstGeom prst="rect">
            <a:avLst/>
          </a:prstGeom>
        </p:spPr>
        <p:txBody>
          <a:bodyPr vert="horz" lIns="91440" tIns="45720" rIns="91440" bIns="45720" rtlCol="0" anchor="ctr"/>
          <a:lstStyle>
            <a:lvl1pPr algn="r">
              <a:defRPr sz="1050">
                <a:solidFill>
                  <a:srgbClr val="FFFFFF"/>
                </a:solidFill>
                <a:ea typeface="+mn-ea"/>
              </a:defRPr>
            </a:lvl1pPr>
          </a:lstStyle>
          <a:p>
            <a:pPr>
              <a:defRPr/>
            </a:pPr>
            <a:fld id="{76C91AF7-812E-4A3C-9115-C096B89AFBAF}" type="slidenum">
              <a:rPr lang="en-US" altLang="en-US"/>
              <a:pPr>
                <a:defRPr/>
              </a:pPr>
              <a:t>‹#›</a:t>
            </a:fld>
            <a:endParaRPr lang="en-US" altLang="en-US"/>
          </a:p>
        </p:txBody>
      </p:sp>
      <p:cxnSp>
        <p:nvCxnSpPr>
          <p:cNvPr id="10" name="Straight Connector 9">
            <a:extLst>
              <a:ext uri="{FF2B5EF4-FFF2-40B4-BE49-F238E27FC236}">
                <a16:creationId xmlns:a16="http://schemas.microsoft.com/office/drawing/2014/main" id="{8D09511C-C20A-55D1-FEA8-8EA104B4113A}"/>
              </a:ext>
            </a:extLst>
          </p:cNvPr>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Lst>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0.png"/><Relationship Id="rId7" Type="http://schemas.openxmlformats.org/officeDocument/2006/relationships/image" Target="../media/image14.emf"/><Relationship Id="rId2" Type="http://schemas.openxmlformats.org/officeDocument/2006/relationships/notesSlide" Target="../notesSlides/notesSlide22.xml"/><Relationship Id="rId1" Type="http://schemas.openxmlformats.org/officeDocument/2006/relationships/slideLayout" Target="../slideLayouts/slideLayout18.xml"/><Relationship Id="rId6" Type="http://schemas.openxmlformats.org/officeDocument/2006/relationships/image" Target="../media/image13.emf"/><Relationship Id="rId5" Type="http://schemas.openxmlformats.org/officeDocument/2006/relationships/image" Target="../media/image12.emf"/><Relationship Id="rId4" Type="http://schemas.openxmlformats.org/officeDocument/2006/relationships/image" Target="../media/image11.emf"/><Relationship Id="rId9" Type="http://schemas.openxmlformats.org/officeDocument/2006/relationships/image" Target="../media/image16.emf"/></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8.xml"/><Relationship Id="rId6" Type="http://schemas.openxmlformats.org/officeDocument/2006/relationships/image" Target="../media/image35.emf"/><Relationship Id="rId5" Type="http://schemas.openxmlformats.org/officeDocument/2006/relationships/image" Target="../media/image34.emf"/><Relationship Id="rId4" Type="http://schemas.openxmlformats.org/officeDocument/2006/relationships/image" Target="../media/image33.emf"/><Relationship Id="rId9"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18.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id="{1A16DAFC-3EC8-DCAA-50E3-B22B67CED834}"/>
              </a:ext>
            </a:extLst>
          </p:cNvPr>
          <p:cNvSpPr txBox="1">
            <a:spLocks noChangeArrowheads="1"/>
          </p:cNvSpPr>
          <p:nvPr/>
        </p:nvSpPr>
        <p:spPr bwMode="auto">
          <a:xfrm>
            <a:off x="2493963" y="1828800"/>
            <a:ext cx="415607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ctr" eaLnBrk="1" hangingPunct="1">
              <a:buSzPct val="100000"/>
            </a:pPr>
            <a:r>
              <a:rPr lang="en-IN" altLang="en-US" sz="4800" b="0" i="0">
                <a:solidFill>
                  <a:srgbClr val="FF0000"/>
                </a:solidFill>
                <a:latin typeface="Times New Roman" panose="02020603050405020304" pitchFamily="18" charset="0"/>
                <a:cs typeface="Arial" panose="020B0604020202020204" pitchFamily="34" charset="0"/>
              </a:rPr>
              <a:t>Chapter 8</a:t>
            </a:r>
          </a:p>
        </p:txBody>
      </p:sp>
      <p:sp>
        <p:nvSpPr>
          <p:cNvPr id="15363" name="Text Box 4">
            <a:extLst>
              <a:ext uri="{FF2B5EF4-FFF2-40B4-BE49-F238E27FC236}">
                <a16:creationId xmlns:a16="http://schemas.microsoft.com/office/drawing/2014/main" id="{110E7314-9912-1D4D-0FE6-899371E09563}"/>
              </a:ext>
            </a:extLst>
          </p:cNvPr>
          <p:cNvSpPr txBox="1">
            <a:spLocks noChangeArrowheads="1"/>
          </p:cNvSpPr>
          <p:nvPr/>
        </p:nvSpPr>
        <p:spPr bwMode="auto">
          <a:xfrm>
            <a:off x="2459038" y="2895600"/>
            <a:ext cx="4156075"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ctr" eaLnBrk="1" hangingPunct="1">
              <a:buSzPct val="100000"/>
            </a:pPr>
            <a:r>
              <a:rPr lang="en-IN" altLang="en-US" sz="4800" b="0" i="0">
                <a:solidFill>
                  <a:srgbClr val="002060"/>
                </a:solidFill>
                <a:latin typeface="Times New Roman" panose="02020603050405020304" pitchFamily="18" charset="0"/>
                <a:cs typeface="Arial" panose="020B0604020202020204" pitchFamily="34" charset="0"/>
              </a:rPr>
              <a:t>Switching</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
            <a:extLst>
              <a:ext uri="{FF2B5EF4-FFF2-40B4-BE49-F238E27FC236}">
                <a16:creationId xmlns:a16="http://schemas.microsoft.com/office/drawing/2014/main" id="{1028E6F4-03D1-4284-7C63-E6D00178EA9F}"/>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7411" name="Rectangle 2">
            <a:extLst>
              <a:ext uri="{FF2B5EF4-FFF2-40B4-BE49-F238E27FC236}">
                <a16:creationId xmlns:a16="http://schemas.microsoft.com/office/drawing/2014/main" id="{28D03CDF-8BD3-B649-BEAA-F88828180F20}"/>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7412" name="Rectangle 3">
            <a:extLst>
              <a:ext uri="{FF2B5EF4-FFF2-40B4-BE49-F238E27FC236}">
                <a16:creationId xmlns:a16="http://schemas.microsoft.com/office/drawing/2014/main" id="{4B4B07E6-5202-8B0E-2382-7D9EE01D8433}"/>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7413" name="Rectangle 4">
            <a:extLst>
              <a:ext uri="{FF2B5EF4-FFF2-40B4-BE49-F238E27FC236}">
                <a16:creationId xmlns:a16="http://schemas.microsoft.com/office/drawing/2014/main" id="{1FD28442-7668-41DF-A884-DD8D8AC9E36D}"/>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7414" name="Rectangle 5">
            <a:extLst>
              <a:ext uri="{FF2B5EF4-FFF2-40B4-BE49-F238E27FC236}">
                <a16:creationId xmlns:a16="http://schemas.microsoft.com/office/drawing/2014/main" id="{406D07CB-FFFA-79CB-1B44-36DE3C714F09}"/>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7415" name="Rectangle 6">
            <a:extLst>
              <a:ext uri="{FF2B5EF4-FFF2-40B4-BE49-F238E27FC236}">
                <a16:creationId xmlns:a16="http://schemas.microsoft.com/office/drawing/2014/main" id="{772D0BF7-DFFC-84C6-0AA3-06AC0091F240}"/>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7416" name="Rectangle 7">
            <a:extLst>
              <a:ext uri="{FF2B5EF4-FFF2-40B4-BE49-F238E27FC236}">
                <a16:creationId xmlns:a16="http://schemas.microsoft.com/office/drawing/2014/main" id="{8B27227C-8D70-204E-5BF3-5EF50D88D819}"/>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7417" name="Rectangle 8">
            <a:extLst>
              <a:ext uri="{FF2B5EF4-FFF2-40B4-BE49-F238E27FC236}">
                <a16:creationId xmlns:a16="http://schemas.microsoft.com/office/drawing/2014/main" id="{8E0DFDCE-ADC0-D241-D31D-0DA9F5840F13}"/>
              </a:ext>
            </a:extLst>
          </p:cNvPr>
          <p:cNvSpPr>
            <a:spLocks noChangeArrowheads="1"/>
          </p:cNvSpPr>
          <p:nvPr/>
        </p:nvSpPr>
        <p:spPr bwMode="auto">
          <a:xfrm>
            <a:off x="1089025" y="-76200"/>
            <a:ext cx="1643063" cy="649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3600" b="0">
                <a:solidFill>
                  <a:srgbClr val="FF0000"/>
                </a:solidFill>
                <a:latin typeface="Arial" panose="020B0604020202020204" pitchFamily="34" charset="0"/>
              </a:rPr>
              <a:t>Outline</a:t>
            </a:r>
          </a:p>
        </p:txBody>
      </p:sp>
      <p:sp>
        <p:nvSpPr>
          <p:cNvPr id="5129" name="Rectangle 9">
            <a:extLst>
              <a:ext uri="{FF2B5EF4-FFF2-40B4-BE49-F238E27FC236}">
                <a16:creationId xmlns:a16="http://schemas.microsoft.com/office/drawing/2014/main" id="{CCC21825-E88B-7D1F-26B5-7ED261750E20}"/>
              </a:ext>
            </a:extLst>
          </p:cNvPr>
          <p:cNvSpPr>
            <a:spLocks noChangeArrowheads="1"/>
          </p:cNvSpPr>
          <p:nvPr/>
        </p:nvSpPr>
        <p:spPr bwMode="auto">
          <a:xfrm>
            <a:off x="152400" y="1447800"/>
            <a:ext cx="8458200" cy="914400"/>
          </a:xfrm>
          <a:prstGeom prst="rect">
            <a:avLst/>
          </a:prstGeom>
          <a:noFill/>
          <a:ln>
            <a:noFill/>
          </a:ln>
          <a:effec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algn="just" eaLnBrk="1" hangingPunct="1">
              <a:lnSpc>
                <a:spcPct val="200000"/>
              </a:lnSpc>
              <a:buSzPct val="100000"/>
              <a:defRPr/>
            </a:pPr>
            <a:r>
              <a:rPr lang="en-IN" b="0" i="0">
                <a:solidFill>
                  <a:srgbClr val="C00000"/>
                </a:solidFill>
                <a:effectLst>
                  <a:outerShdw blurRad="38100" dist="38100" dir="2700000" algn="tl">
                    <a:srgbClr val="C0C0C0"/>
                  </a:outerShdw>
                </a:effectLst>
                <a:latin typeface="Times New Roman" panose="02020603050405020304" pitchFamily="18" charset="0"/>
              </a:rPr>
              <a:t>  8.1   </a:t>
            </a:r>
            <a:r>
              <a:rPr lang="en-IN" b="0" i="0">
                <a:solidFill>
                  <a:srgbClr val="3366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INTRODUCTION</a:t>
            </a:r>
          </a:p>
        </p:txBody>
      </p:sp>
      <p:sp>
        <p:nvSpPr>
          <p:cNvPr id="5130" name="Rectangle 10">
            <a:extLst>
              <a:ext uri="{FF2B5EF4-FFF2-40B4-BE49-F238E27FC236}">
                <a16:creationId xmlns:a16="http://schemas.microsoft.com/office/drawing/2014/main" id="{66116535-287D-37A1-7F43-45B44491A58F}"/>
              </a:ext>
            </a:extLst>
          </p:cNvPr>
          <p:cNvSpPr>
            <a:spLocks noChangeArrowheads="1"/>
          </p:cNvSpPr>
          <p:nvPr/>
        </p:nvSpPr>
        <p:spPr bwMode="auto">
          <a:xfrm>
            <a:off x="152400" y="2616200"/>
            <a:ext cx="8458200" cy="914400"/>
          </a:xfrm>
          <a:prstGeom prst="rect">
            <a:avLst/>
          </a:prstGeom>
          <a:noFill/>
          <a:ln>
            <a:noFill/>
          </a:ln>
          <a:effec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algn="just" eaLnBrk="1" hangingPunct="1">
              <a:lnSpc>
                <a:spcPct val="200000"/>
              </a:lnSpc>
              <a:buSzPct val="100000"/>
              <a:defRPr/>
            </a:pPr>
            <a:r>
              <a:rPr lang="en-IN" b="0" i="0">
                <a:solidFill>
                  <a:srgbClr val="C00000"/>
                </a:solidFill>
                <a:effectLst>
                  <a:outerShdw blurRad="38100" dist="38100" dir="2700000" algn="tl">
                    <a:srgbClr val="C0C0C0"/>
                  </a:outerShdw>
                </a:effectLst>
                <a:latin typeface="Times New Roman" panose="02020603050405020304" pitchFamily="18" charset="0"/>
              </a:rPr>
              <a:t>  8.2   </a:t>
            </a:r>
            <a:r>
              <a:rPr lang="en-IN" b="0" i="0">
                <a:solidFill>
                  <a:srgbClr val="3366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CIRCUIT-SWITCHED NETWORK </a:t>
            </a:r>
          </a:p>
        </p:txBody>
      </p:sp>
      <p:sp>
        <p:nvSpPr>
          <p:cNvPr id="5131" name="Rectangle 11">
            <a:extLst>
              <a:ext uri="{FF2B5EF4-FFF2-40B4-BE49-F238E27FC236}">
                <a16:creationId xmlns:a16="http://schemas.microsoft.com/office/drawing/2014/main" id="{60F432B2-D94C-3204-F798-E73689D8F127}"/>
              </a:ext>
            </a:extLst>
          </p:cNvPr>
          <p:cNvSpPr>
            <a:spLocks noChangeArrowheads="1"/>
          </p:cNvSpPr>
          <p:nvPr/>
        </p:nvSpPr>
        <p:spPr bwMode="auto">
          <a:xfrm>
            <a:off x="152400" y="3784600"/>
            <a:ext cx="8458200" cy="914400"/>
          </a:xfrm>
          <a:prstGeom prst="rect">
            <a:avLst/>
          </a:prstGeom>
          <a:noFill/>
          <a:ln>
            <a:noFill/>
          </a:ln>
          <a:effec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algn="just" eaLnBrk="1" hangingPunct="1">
              <a:lnSpc>
                <a:spcPct val="200000"/>
              </a:lnSpc>
              <a:buSzPct val="100000"/>
              <a:defRPr/>
            </a:pPr>
            <a:r>
              <a:rPr lang="en-IN" b="0" i="0">
                <a:solidFill>
                  <a:srgbClr val="C00000"/>
                </a:solidFill>
                <a:effectLst>
                  <a:outerShdw blurRad="38100" dist="38100" dir="2700000" algn="tl">
                    <a:srgbClr val="C0C0C0"/>
                  </a:outerShdw>
                </a:effectLst>
                <a:latin typeface="Times New Roman" panose="02020603050405020304" pitchFamily="18" charset="0"/>
              </a:rPr>
              <a:t>  8.3   </a:t>
            </a:r>
            <a:r>
              <a:rPr lang="en-IN" b="0" i="0">
                <a:solidFill>
                  <a:srgbClr val="3366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PACKET-SWITCHING</a:t>
            </a:r>
          </a:p>
        </p:txBody>
      </p:sp>
      <p:sp>
        <p:nvSpPr>
          <p:cNvPr id="5132" name="Rectangle 12">
            <a:extLst>
              <a:ext uri="{FF2B5EF4-FFF2-40B4-BE49-F238E27FC236}">
                <a16:creationId xmlns:a16="http://schemas.microsoft.com/office/drawing/2014/main" id="{9738F258-B0C1-4329-DC60-45C6C751E2D0}"/>
              </a:ext>
            </a:extLst>
          </p:cNvPr>
          <p:cNvSpPr>
            <a:spLocks noChangeArrowheads="1"/>
          </p:cNvSpPr>
          <p:nvPr/>
        </p:nvSpPr>
        <p:spPr bwMode="auto">
          <a:xfrm>
            <a:off x="152400" y="4953000"/>
            <a:ext cx="8458200" cy="914400"/>
          </a:xfrm>
          <a:prstGeom prst="rect">
            <a:avLst/>
          </a:prstGeom>
          <a:noFill/>
          <a:ln>
            <a:noFill/>
          </a:ln>
          <a:effec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algn="just" eaLnBrk="1" hangingPunct="1">
              <a:lnSpc>
                <a:spcPct val="200000"/>
              </a:lnSpc>
              <a:buSzPct val="100000"/>
              <a:defRPr/>
            </a:pPr>
            <a:endParaRPr lang="en-IN" b="0" i="0" dirty="0">
              <a:solidFill>
                <a:srgbClr val="3366FF"/>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additive="repl">
                                        <p:cTn id="6" dur="1" fill="hold">
                                          <p:stCondLst>
                                            <p:cond delay="0"/>
                                          </p:stCondLst>
                                        </p:cTn>
                                        <p:tgtEl>
                                          <p:spTgt spid="5129">
                                            <p:txEl>
                                              <p:pRg st="0" end="0"/>
                                            </p:txEl>
                                          </p:spTgt>
                                        </p:tgtEl>
                                        <p:attrNameLst>
                                          <p:attrName>style.visibility</p:attrName>
                                        </p:attrNameLst>
                                      </p:cBhvr>
                                      <p:to>
                                        <p:strVal val="visible"/>
                                      </p:to>
                                    </p:set>
                                    <p:animEffect transition="in" filter="wipe(left)">
                                      <p:cBhvr additive="repl">
                                        <p:cTn id="7" dur="500"/>
                                        <p:tgtEl>
                                          <p:spTgt spid="512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additive="repl">
                                        <p:cTn id="11" dur="1" fill="hold">
                                          <p:stCondLst>
                                            <p:cond delay="0"/>
                                          </p:stCondLst>
                                        </p:cTn>
                                        <p:tgtEl>
                                          <p:spTgt spid="5130">
                                            <p:txEl>
                                              <p:pRg st="0" end="0"/>
                                            </p:txEl>
                                          </p:spTgt>
                                        </p:tgtEl>
                                        <p:attrNameLst>
                                          <p:attrName>style.visibility</p:attrName>
                                        </p:attrNameLst>
                                      </p:cBhvr>
                                      <p:to>
                                        <p:strVal val="visible"/>
                                      </p:to>
                                    </p:set>
                                    <p:animEffect transition="in" filter="wipe(left)">
                                      <p:cBhvr additive="repl">
                                        <p:cTn id="12" dur="500"/>
                                        <p:tgtEl>
                                          <p:spTgt spid="513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additive="repl">
                                        <p:cTn id="16" dur="1" fill="hold">
                                          <p:stCondLst>
                                            <p:cond delay="0"/>
                                          </p:stCondLst>
                                        </p:cTn>
                                        <p:tgtEl>
                                          <p:spTgt spid="5131">
                                            <p:txEl>
                                              <p:pRg st="0" end="0"/>
                                            </p:txEl>
                                          </p:spTgt>
                                        </p:tgtEl>
                                        <p:attrNameLst>
                                          <p:attrName>style.visibility</p:attrName>
                                        </p:attrNameLst>
                                      </p:cBhvr>
                                      <p:to>
                                        <p:strVal val="visible"/>
                                      </p:to>
                                    </p:set>
                                    <p:animEffect transition="in" filter="wipe(left)">
                                      <p:cBhvr additive="repl">
                                        <p:cTn id="17" dur="500"/>
                                        <p:tgtEl>
                                          <p:spTgt spid="513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nodePh="1">
                                  <p:stCondLst>
                                    <p:cond delay="0"/>
                                  </p:stCondLst>
                                  <p:endCondLst>
                                    <p:cond evt="begin" delay="0">
                                      <p:tn val="20"/>
                                    </p:cond>
                                  </p:endCondLst>
                                  <p:childTnLst>
                                    <p:set>
                                      <p:cBhvr additive="repl">
                                        <p:cTn id="21" dur="1" fill="hold">
                                          <p:stCondLst>
                                            <p:cond delay="0"/>
                                          </p:stCondLst>
                                        </p:cTn>
                                        <p:tgtEl>
                                          <p:spTgt spid="5132">
                                            <p:txEl>
                                              <p:pRg st="0" end="0"/>
                                            </p:txEl>
                                          </p:spTgt>
                                        </p:tgtEl>
                                        <p:attrNameLst>
                                          <p:attrName>style.visibility</p:attrName>
                                        </p:attrNameLst>
                                      </p:cBhvr>
                                      <p:to>
                                        <p:strVal val="visible"/>
                                      </p:to>
                                    </p:set>
                                    <p:animEffect transition="in" filter="wipe(left)">
                                      <p:cBhvr additive="repl">
                                        <p:cTn id="22" dur="500"/>
                                        <p:tgtEl>
                                          <p:spTgt spid="51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Text Box 1">
            <a:extLst>
              <a:ext uri="{FF2B5EF4-FFF2-40B4-BE49-F238E27FC236}">
                <a16:creationId xmlns:a16="http://schemas.microsoft.com/office/drawing/2014/main" id="{CF8D2B13-9852-8930-EBA8-8B7B3FD92294}"/>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IN" altLang="en-US" sz="1200" b="0">
                <a:solidFill>
                  <a:srgbClr val="000000"/>
                </a:solidFill>
                <a:latin typeface="Arial" panose="020B0604020202020204" pitchFamily="34" charset="0"/>
              </a:rPr>
              <a:t>8.</a:t>
            </a:r>
            <a:fld id="{0623AE40-C0C6-41C5-A7A6-EBA7706DC965}" type="slidenum">
              <a:rPr lang="en-IN" altLang="en-US" sz="1200" b="0">
                <a:solidFill>
                  <a:srgbClr val="000000"/>
                </a:solidFill>
                <a:latin typeface="Arial" panose="020B0604020202020204" pitchFamily="34" charset="0"/>
              </a:rPr>
              <a:pPr eaLnBrk="1" hangingPunct="1">
                <a:buSzPct val="100000"/>
              </a:pPr>
              <a:t>3</a:t>
            </a:fld>
            <a:endParaRPr lang="en-IN" altLang="en-US" sz="1200" b="0">
              <a:solidFill>
                <a:srgbClr val="000000"/>
              </a:solidFill>
              <a:latin typeface="Arial" panose="020B0604020202020204" pitchFamily="34" charset="0"/>
            </a:endParaRPr>
          </a:p>
        </p:txBody>
      </p:sp>
      <p:sp>
        <p:nvSpPr>
          <p:cNvPr id="19459" name="Rectangle 2">
            <a:extLst>
              <a:ext uri="{FF2B5EF4-FFF2-40B4-BE49-F238E27FC236}">
                <a16:creationId xmlns:a16="http://schemas.microsoft.com/office/drawing/2014/main" id="{5CF1D81F-D729-8612-7E53-D56CCEB782B7}"/>
              </a:ext>
            </a:extLst>
          </p:cNvPr>
          <p:cNvSpPr>
            <a:spLocks noChangeArrowheads="1"/>
          </p:cNvSpPr>
          <p:nvPr/>
        </p:nvSpPr>
        <p:spPr bwMode="auto">
          <a:xfrm>
            <a:off x="0" y="0"/>
            <a:ext cx="9144000" cy="1371600"/>
          </a:xfrm>
          <a:prstGeom prst="rect">
            <a:avLst/>
          </a:prstGeom>
          <a:solidFill>
            <a:srgbClr val="33CC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1" name="Text Box 3">
            <a:extLst>
              <a:ext uri="{FF2B5EF4-FFF2-40B4-BE49-F238E27FC236}">
                <a16:creationId xmlns:a16="http://schemas.microsoft.com/office/drawing/2014/main" id="{16C7F5C9-FF18-AEF7-665A-0FC5D56CF3B1}"/>
              </a:ext>
            </a:extLst>
          </p:cNvPr>
          <p:cNvSpPr txBox="1">
            <a:spLocks noChangeArrowheads="1"/>
          </p:cNvSpPr>
          <p:nvPr/>
        </p:nvSpPr>
        <p:spPr bwMode="auto">
          <a:xfrm>
            <a:off x="252413" y="406400"/>
            <a:ext cx="4276725" cy="10683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marL="0" lvl="2" indent="0" eaLnBrk="1" hangingPunct="1">
              <a:buSzPct val="100000"/>
              <a:defRPr/>
            </a:pPr>
            <a:r>
              <a:rPr lang="en-IN" b="0">
                <a:effectLst>
                  <a:outerShdw blurRad="38100" dist="38100" dir="2700000" algn="tl">
                    <a:srgbClr val="C0C0C0"/>
                  </a:outerShdw>
                </a:effectLst>
                <a:latin typeface="Times New Roman" panose="02020603050405020304" pitchFamily="18" charset="0"/>
              </a:rPr>
              <a:t>8-1   INTRODUCTION</a:t>
            </a:r>
          </a:p>
          <a:p>
            <a:pPr marL="0" lvl="2" indent="0" eaLnBrk="1" hangingPunct="1">
              <a:buSzPct val="100000"/>
              <a:defRPr/>
            </a:pPr>
            <a:endParaRPr lang="en-IN" b="0">
              <a:effectLst>
                <a:outerShdw blurRad="38100" dist="38100" dir="2700000" algn="tl">
                  <a:srgbClr val="C0C0C0"/>
                </a:outerShdw>
              </a:effectLst>
              <a:latin typeface="Times New Roman" panose="02020603050405020304" pitchFamily="18" charset="0"/>
            </a:endParaRPr>
          </a:p>
        </p:txBody>
      </p:sp>
      <p:sp>
        <p:nvSpPr>
          <p:cNvPr id="19461" name="Text Box 4">
            <a:extLst>
              <a:ext uri="{FF2B5EF4-FFF2-40B4-BE49-F238E27FC236}">
                <a16:creationId xmlns:a16="http://schemas.microsoft.com/office/drawing/2014/main" id="{72A56270-7C11-C3EC-F0C7-55B6D8E4A67C}"/>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9462" name="Rectangle 5">
            <a:extLst>
              <a:ext uri="{FF2B5EF4-FFF2-40B4-BE49-F238E27FC236}">
                <a16:creationId xmlns:a16="http://schemas.microsoft.com/office/drawing/2014/main" id="{D32579FC-2FE1-E82E-E911-24FC74DA678C}"/>
              </a:ext>
            </a:extLst>
          </p:cNvPr>
          <p:cNvSpPr>
            <a:spLocks noChangeArrowheads="1"/>
          </p:cNvSpPr>
          <p:nvPr/>
        </p:nvSpPr>
        <p:spPr bwMode="auto">
          <a:xfrm>
            <a:off x="228600" y="1658938"/>
            <a:ext cx="8229600" cy="4481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pPr>
            <a:r>
              <a:rPr lang="en-IN" altLang="en-US" b="0" i="0">
                <a:solidFill>
                  <a:srgbClr val="000000"/>
                </a:solidFill>
                <a:latin typeface="Times New Roman" panose="02020603050405020304" pitchFamily="18" charset="0"/>
              </a:rPr>
              <a:t>A network is a set of connected devices. Whenever we have multiple devices, we have the problem of how to connect them to make one-to-one communication possible. The solution is switching. A switched network consists of a series of interlinked nodes, called switches.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Text Box 1">
            <a:extLst>
              <a:ext uri="{FF2B5EF4-FFF2-40B4-BE49-F238E27FC236}">
                <a16:creationId xmlns:a16="http://schemas.microsoft.com/office/drawing/2014/main" id="{9AA8E5A3-EA46-1742-A0A8-0DAA9489EA9D}"/>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AA1066C7-5A33-48EE-8755-C718E2ED7A94}" type="slidenum">
              <a:rPr lang="en-US" altLang="en-US" sz="1200" b="0">
                <a:solidFill>
                  <a:srgbClr val="000000"/>
                </a:solidFill>
                <a:latin typeface="Arial" panose="020B0604020202020204" pitchFamily="34" charset="0"/>
              </a:rPr>
              <a:pPr eaLnBrk="1" hangingPunct="1">
                <a:buSzPct val="100000"/>
              </a:pPr>
              <a:t>4</a:t>
            </a:fld>
            <a:endParaRPr lang="en-US" altLang="en-US" sz="1200" b="0">
              <a:solidFill>
                <a:srgbClr val="000000"/>
              </a:solidFill>
              <a:latin typeface="Arial" panose="020B0604020202020204" pitchFamily="34" charset="0"/>
            </a:endParaRPr>
          </a:p>
        </p:txBody>
      </p:sp>
      <p:sp>
        <p:nvSpPr>
          <p:cNvPr id="21507" name="Rectangle 2">
            <a:extLst>
              <a:ext uri="{FF2B5EF4-FFF2-40B4-BE49-F238E27FC236}">
                <a16:creationId xmlns:a16="http://schemas.microsoft.com/office/drawing/2014/main" id="{0166032D-C8EF-B90E-5A88-1B714F3AC942}"/>
              </a:ext>
            </a:extLst>
          </p:cNvPr>
          <p:cNvSpPr>
            <a:spLocks noChangeArrowheads="1"/>
          </p:cNvSpPr>
          <p:nvPr/>
        </p:nvSpPr>
        <p:spPr bwMode="auto">
          <a:xfrm>
            <a:off x="152400" y="13335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8.1:  </a:t>
            </a:r>
            <a:r>
              <a:rPr lang="en-US" altLang="en-US" sz="2000" b="0" i="0">
                <a:solidFill>
                  <a:srgbClr val="000000"/>
                </a:solidFill>
                <a:latin typeface="Times-BoldItalic"/>
              </a:rPr>
              <a:t>Switched network</a:t>
            </a:r>
          </a:p>
        </p:txBody>
      </p:sp>
      <p:pic>
        <p:nvPicPr>
          <p:cNvPr id="8195" name="Picture 3">
            <a:extLst>
              <a:ext uri="{FF2B5EF4-FFF2-40B4-BE49-F238E27FC236}">
                <a16:creationId xmlns:a16="http://schemas.microsoft.com/office/drawing/2014/main" id="{9A62F251-6BFC-A878-A3A6-FCBE2B6F5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524000"/>
            <a:ext cx="7581900" cy="39798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fill="hold" nodeType="clickEffect">
                                  <p:stCondLst>
                                    <p:cond delay="0"/>
                                  </p:stCondLst>
                                  <p:childTnLst>
                                    <p:set>
                                      <p:cBhvr additive="repl">
                                        <p:cTn id="6" dur="1" fill="hold">
                                          <p:stCondLst>
                                            <p:cond delay="0"/>
                                          </p:stCondLst>
                                        </p:cTn>
                                        <p:tgtEl>
                                          <p:spTgt spid="8195"/>
                                        </p:tgtEl>
                                        <p:attrNameLst>
                                          <p:attrName>style.visibility</p:attrName>
                                        </p:attrNameLst>
                                      </p:cBhvr>
                                      <p:to>
                                        <p:strVal val="visible"/>
                                      </p:to>
                                    </p:set>
                                    <p:anim calcmode="lin" valueType="num">
                                      <p:cBhvr additive="repl">
                                        <p:cTn id="7" dur="1500" fill="hold"/>
                                        <p:tgtEl>
                                          <p:spTgt spid="8195"/>
                                        </p:tgtEl>
                                        <p:attrNameLst>
                                          <p:attrName>ppt_w</p:attrName>
                                        </p:attrNameLst>
                                      </p:cBhvr>
                                      <p:tavLst>
                                        <p:tav tm="100000">
                                          <p:val>
                                            <p:fltVal val="0"/>
                                          </p:val>
                                        </p:tav>
                                        <p:tav>
                                          <p:val>
                                            <p:strVal val="#ppt_w"/>
                                          </p:val>
                                        </p:tav>
                                      </p:tavLst>
                                    </p:anim>
                                    <p:anim calcmode="lin" valueType="num">
                                      <p:cBhvr additive="repl">
                                        <p:cTn id="8" dur="1500" fill="hold"/>
                                        <p:tgtEl>
                                          <p:spTgt spid="8195"/>
                                        </p:tgtEl>
                                        <p:attrNameLst>
                                          <p:attrName>ppt_h</p:attrName>
                                        </p:attrNameLst>
                                      </p:cBhvr>
                                      <p:tavLst>
                                        <p:tav tm="100000">
                                          <p:val>
                                            <p:fltVal val="0"/>
                                          </p:val>
                                        </p:tav>
                                        <p:tav>
                                          <p:val>
                                            <p:strVal val="#ppt_h"/>
                                          </p:val>
                                        </p:tav>
                                      </p:tavLst>
                                    </p:anim>
                                    <p:anim calcmode="lin" valueType="num">
                                      <p:cBhvr additive="repl">
                                        <p:cTn id="9" dur="1500" fill="hold"/>
                                        <p:tgtEl>
                                          <p:spTgt spid="8195"/>
                                        </p:tgtEl>
                                        <p:attrNameLst>
                                          <p:attrName>r</p:attrName>
                                        </p:attrNameLst>
                                      </p:cBhvr>
                                      <p:tavLst>
                                        <p:tav tm="100000">
                                          <p:val>
                                            <p:strVal val="90"/>
                                          </p:val>
                                        </p:tav>
                                        <p:tav>
                                          <p:val>
                                            <p:strVal val="0"/>
                                          </p:val>
                                        </p:tav>
                                      </p:tavLst>
                                    </p:anim>
                                    <p:animEffect transition="in" filter="fade">
                                      <p:cBhvr additive="repl">
                                        <p:cTn id="10" dur="1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Text Box 1">
            <a:extLst>
              <a:ext uri="{FF2B5EF4-FFF2-40B4-BE49-F238E27FC236}">
                <a16:creationId xmlns:a16="http://schemas.microsoft.com/office/drawing/2014/main" id="{228F1F4C-8AD8-A48F-DC7D-957D1BBAB838}"/>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3B9ADB20-0B2D-4ADF-956F-644224DBA895}" type="slidenum">
              <a:rPr lang="en-US" altLang="en-US" sz="1200" b="0">
                <a:solidFill>
                  <a:srgbClr val="000000"/>
                </a:solidFill>
                <a:latin typeface="Arial" panose="020B0604020202020204" pitchFamily="34" charset="0"/>
              </a:rPr>
              <a:pPr eaLnBrk="1" hangingPunct="1">
                <a:buSzPct val="100000"/>
              </a:pPr>
              <a:t>5</a:t>
            </a:fld>
            <a:endParaRPr lang="en-US" altLang="en-US" sz="1200" b="0">
              <a:solidFill>
                <a:srgbClr val="000000"/>
              </a:solidFill>
              <a:latin typeface="Arial" panose="020B0604020202020204" pitchFamily="34" charset="0"/>
            </a:endParaRPr>
          </a:p>
        </p:txBody>
      </p:sp>
      <p:sp>
        <p:nvSpPr>
          <p:cNvPr id="23555" name="Rectangle 2">
            <a:extLst>
              <a:ext uri="{FF2B5EF4-FFF2-40B4-BE49-F238E27FC236}">
                <a16:creationId xmlns:a16="http://schemas.microsoft.com/office/drawing/2014/main" id="{43DCA90D-93ED-2B95-3953-23D23C0DBBD8}"/>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3556" name="Rectangle 3">
            <a:extLst>
              <a:ext uri="{FF2B5EF4-FFF2-40B4-BE49-F238E27FC236}">
                <a16:creationId xmlns:a16="http://schemas.microsoft.com/office/drawing/2014/main" id="{49ECE514-8A2D-B1CC-EB23-5E08016F3C7F}"/>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3557" name="Rectangle 4">
            <a:extLst>
              <a:ext uri="{FF2B5EF4-FFF2-40B4-BE49-F238E27FC236}">
                <a16:creationId xmlns:a16="http://schemas.microsoft.com/office/drawing/2014/main" id="{9CDDAE57-EFAD-E813-5DDC-CA3560D39772}"/>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3558" name="Rectangle 5">
            <a:extLst>
              <a:ext uri="{FF2B5EF4-FFF2-40B4-BE49-F238E27FC236}">
                <a16:creationId xmlns:a16="http://schemas.microsoft.com/office/drawing/2014/main" id="{6EBEA15E-13F8-3F3B-A851-02E97ECF2454}"/>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3559" name="Rectangle 6">
            <a:extLst>
              <a:ext uri="{FF2B5EF4-FFF2-40B4-BE49-F238E27FC236}">
                <a16:creationId xmlns:a16="http://schemas.microsoft.com/office/drawing/2014/main" id="{63DFB6B6-AD25-3312-C494-4E4829FC71D2}"/>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3560" name="Rectangle 7">
            <a:extLst>
              <a:ext uri="{FF2B5EF4-FFF2-40B4-BE49-F238E27FC236}">
                <a16:creationId xmlns:a16="http://schemas.microsoft.com/office/drawing/2014/main" id="{522722BB-E7A3-82ED-67BB-857BCE3C98F2}"/>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3561" name="Rectangle 8">
            <a:extLst>
              <a:ext uri="{FF2B5EF4-FFF2-40B4-BE49-F238E27FC236}">
                <a16:creationId xmlns:a16="http://schemas.microsoft.com/office/drawing/2014/main" id="{01177614-CF7F-79F0-A969-CA0E971EF4FF}"/>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5" name="Text Box 9">
            <a:extLst>
              <a:ext uri="{FF2B5EF4-FFF2-40B4-BE49-F238E27FC236}">
                <a16:creationId xmlns:a16="http://schemas.microsoft.com/office/drawing/2014/main" id="{0B3D2720-17B5-FEA4-2103-78D9B55185A5}"/>
              </a:ext>
            </a:extLst>
          </p:cNvPr>
          <p:cNvSpPr txBox="1">
            <a:spLocks noChangeArrowheads="1"/>
          </p:cNvSpPr>
          <p:nvPr/>
        </p:nvSpPr>
        <p:spPr bwMode="auto">
          <a:xfrm>
            <a:off x="1144588" y="0"/>
            <a:ext cx="6624637" cy="6492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dirty="0">
                <a:solidFill>
                  <a:srgbClr val="FF0000"/>
                </a:solidFill>
                <a:effectLst>
                  <a:outerShdw blurRad="38100" dist="38100" dir="2700000" algn="tl">
                    <a:srgbClr val="C0C0C0"/>
                  </a:outerShdw>
                </a:effectLst>
                <a:latin typeface="Times New Roman" panose="02020603050405020304" pitchFamily="18" charset="0"/>
              </a:rPr>
              <a:t>8.1.1  Three Methods of Switching</a:t>
            </a:r>
          </a:p>
        </p:txBody>
      </p:sp>
      <p:sp>
        <p:nvSpPr>
          <p:cNvPr id="23563" name="Rectangle 10">
            <a:extLst>
              <a:ext uri="{FF2B5EF4-FFF2-40B4-BE49-F238E27FC236}">
                <a16:creationId xmlns:a16="http://schemas.microsoft.com/office/drawing/2014/main" id="{B55827BE-D720-28D1-4BC2-683948CF8104}"/>
              </a:ext>
            </a:extLst>
          </p:cNvPr>
          <p:cNvSpPr>
            <a:spLocks noChangeArrowheads="1"/>
          </p:cNvSpPr>
          <p:nvPr/>
        </p:nvSpPr>
        <p:spPr bwMode="auto">
          <a:xfrm>
            <a:off x="381000" y="1293813"/>
            <a:ext cx="7924800" cy="3506787"/>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pPr>
            <a:r>
              <a:rPr lang="en-US" altLang="en-US" sz="2800" b="0" i="0">
                <a:solidFill>
                  <a:srgbClr val="000000"/>
                </a:solidFill>
                <a:latin typeface="Times New Roman" panose="02020603050405020304" pitchFamily="18" charset="0"/>
              </a:rPr>
              <a:t>Traditionally, three methods of switching have been discussed: circuit switching, packet switching, and message switching. The first two are commonly used today. The third has been phased out in general communications but still has applications. Packet switching can further be divided into two subcategories, virtual-circuit approach and datagram approach, as shown in Figure 8.2.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Text Box 1">
            <a:extLst>
              <a:ext uri="{FF2B5EF4-FFF2-40B4-BE49-F238E27FC236}">
                <a16:creationId xmlns:a16="http://schemas.microsoft.com/office/drawing/2014/main" id="{6F7ECCF3-AA99-4439-19DA-C2AB02A7F20E}"/>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DC220BF5-9538-4415-9130-F579FFC72670}" type="slidenum">
              <a:rPr lang="en-US" altLang="en-US" sz="1200" b="0">
                <a:solidFill>
                  <a:srgbClr val="000000"/>
                </a:solidFill>
                <a:latin typeface="Arial" panose="020B0604020202020204" pitchFamily="34" charset="0"/>
              </a:rPr>
              <a:pPr eaLnBrk="1" hangingPunct="1">
                <a:buSzPct val="100000"/>
              </a:pPr>
              <a:t>6</a:t>
            </a:fld>
            <a:endParaRPr lang="en-US" altLang="en-US" sz="1200" b="0">
              <a:solidFill>
                <a:srgbClr val="000000"/>
              </a:solidFill>
              <a:latin typeface="Arial" panose="020B0604020202020204" pitchFamily="34" charset="0"/>
            </a:endParaRPr>
          </a:p>
        </p:txBody>
      </p:sp>
      <p:sp>
        <p:nvSpPr>
          <p:cNvPr id="25603" name="Rectangle 2">
            <a:extLst>
              <a:ext uri="{FF2B5EF4-FFF2-40B4-BE49-F238E27FC236}">
                <a16:creationId xmlns:a16="http://schemas.microsoft.com/office/drawing/2014/main" id="{D37B2502-755E-E712-6618-164CE2AF262A}"/>
              </a:ext>
            </a:extLst>
          </p:cNvPr>
          <p:cNvSpPr>
            <a:spLocks noChangeArrowheads="1"/>
          </p:cNvSpPr>
          <p:nvPr/>
        </p:nvSpPr>
        <p:spPr bwMode="auto">
          <a:xfrm>
            <a:off x="152400" y="13335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8.2:  </a:t>
            </a:r>
            <a:r>
              <a:rPr lang="en-US" altLang="en-US" sz="2000" b="0" i="0">
                <a:solidFill>
                  <a:srgbClr val="000000"/>
                </a:solidFill>
                <a:latin typeface="Times-BoldItalic"/>
              </a:rPr>
              <a:t>Taxonomy of switched networks</a:t>
            </a:r>
          </a:p>
        </p:txBody>
      </p:sp>
      <p:pic>
        <p:nvPicPr>
          <p:cNvPr id="11267" name="Picture 3">
            <a:extLst>
              <a:ext uri="{FF2B5EF4-FFF2-40B4-BE49-F238E27FC236}">
                <a16:creationId xmlns:a16="http://schemas.microsoft.com/office/drawing/2014/main" id="{FB798F28-A1E1-3831-8612-05756F4D67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133600"/>
            <a:ext cx="8183563" cy="28321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additive="repl">
                                        <p:cTn id="6" dur="1" fill="hold">
                                          <p:stCondLst>
                                            <p:cond delay="0"/>
                                          </p:stCondLst>
                                        </p:cTn>
                                        <p:tgtEl>
                                          <p:spTgt spid="11267"/>
                                        </p:tgtEl>
                                        <p:attrNameLst>
                                          <p:attrName>style.visibility</p:attrName>
                                        </p:attrNameLst>
                                      </p:cBhvr>
                                      <p:to>
                                        <p:strVal val="visible"/>
                                      </p:to>
                                    </p:set>
                                    <p:anim calcmode="lin" valueType="num">
                                      <p:cBhvr additive="repl">
                                        <p:cTn id="7" dur="500" fill="hold"/>
                                        <p:tgtEl>
                                          <p:spTgt spid="11267"/>
                                        </p:tgtEl>
                                        <p:attrNameLst>
                                          <p:attrName>ppt_w</p:attrName>
                                        </p:attrNameLst>
                                      </p:cBhvr>
                                      <p:tavLst>
                                        <p:tav tm="100000">
                                          <p:val>
                                            <p:fltVal val="0"/>
                                          </p:val>
                                        </p:tav>
                                        <p:tav>
                                          <p:val>
                                            <p:strVal val="#ppt_w"/>
                                          </p:val>
                                        </p:tav>
                                      </p:tavLst>
                                    </p:anim>
                                    <p:anim calcmode="lin" valueType="num">
                                      <p:cBhvr additive="repl">
                                        <p:cTn id="8" dur="500" fill="hold"/>
                                        <p:tgtEl>
                                          <p:spTgt spid="11267"/>
                                        </p:tgtEl>
                                        <p:attrNameLst>
                                          <p:attrName>ppt_h</p:attrName>
                                        </p:attrNameLst>
                                      </p:cBhvr>
                                      <p:tavLst>
                                        <p:tav tm="100000">
                                          <p:val>
                                            <p:fltVal val="0"/>
                                          </p:val>
                                        </p:tav>
                                        <p:tav>
                                          <p:val>
                                            <p:strVal val="#ppt_h"/>
                                          </p:val>
                                        </p:tav>
                                      </p:tavLst>
                                    </p:anim>
                                    <p:animEffect transition="in" filter="fade">
                                      <p:cBhvr additive="repl">
                                        <p:cTn id="9" dur="5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Text Box 1">
            <a:extLst>
              <a:ext uri="{FF2B5EF4-FFF2-40B4-BE49-F238E27FC236}">
                <a16:creationId xmlns:a16="http://schemas.microsoft.com/office/drawing/2014/main" id="{39839CAD-1B6C-FAAA-775F-B534789DF9F2}"/>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EE126377-BF83-481F-99E0-CD677559550F}" type="slidenum">
              <a:rPr lang="en-US" altLang="en-US" sz="1200" b="0">
                <a:solidFill>
                  <a:srgbClr val="000000"/>
                </a:solidFill>
                <a:latin typeface="Arial" panose="020B0604020202020204" pitchFamily="34" charset="0"/>
              </a:rPr>
              <a:pPr eaLnBrk="1" hangingPunct="1">
                <a:buSzPct val="100000"/>
              </a:pPr>
              <a:t>7</a:t>
            </a:fld>
            <a:endParaRPr lang="en-US" altLang="en-US" sz="1200" b="0">
              <a:solidFill>
                <a:srgbClr val="000000"/>
              </a:solidFill>
              <a:latin typeface="Arial" panose="020B0604020202020204" pitchFamily="34" charset="0"/>
            </a:endParaRPr>
          </a:p>
        </p:txBody>
      </p:sp>
      <p:sp>
        <p:nvSpPr>
          <p:cNvPr id="27651" name="Rectangle 2">
            <a:extLst>
              <a:ext uri="{FF2B5EF4-FFF2-40B4-BE49-F238E27FC236}">
                <a16:creationId xmlns:a16="http://schemas.microsoft.com/office/drawing/2014/main" id="{54769EE2-BAE1-A626-301A-A74412DBA499}"/>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2" name="Rectangle 3">
            <a:extLst>
              <a:ext uri="{FF2B5EF4-FFF2-40B4-BE49-F238E27FC236}">
                <a16:creationId xmlns:a16="http://schemas.microsoft.com/office/drawing/2014/main" id="{45C3E990-B4F0-C57C-6D59-317AA2DAA768}"/>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3" name="Rectangle 4">
            <a:extLst>
              <a:ext uri="{FF2B5EF4-FFF2-40B4-BE49-F238E27FC236}">
                <a16:creationId xmlns:a16="http://schemas.microsoft.com/office/drawing/2014/main" id="{06C252D8-D68C-5F38-3B7F-C2A9B60AAE4F}"/>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4" name="Rectangle 5">
            <a:extLst>
              <a:ext uri="{FF2B5EF4-FFF2-40B4-BE49-F238E27FC236}">
                <a16:creationId xmlns:a16="http://schemas.microsoft.com/office/drawing/2014/main" id="{81748BFE-8145-CCE3-72F3-7FB1BA7DE10D}"/>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5" name="Rectangle 6">
            <a:extLst>
              <a:ext uri="{FF2B5EF4-FFF2-40B4-BE49-F238E27FC236}">
                <a16:creationId xmlns:a16="http://schemas.microsoft.com/office/drawing/2014/main" id="{89F022E5-D54B-9C64-F1DF-2C0FD524447B}"/>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6" name="Rectangle 7">
            <a:extLst>
              <a:ext uri="{FF2B5EF4-FFF2-40B4-BE49-F238E27FC236}">
                <a16:creationId xmlns:a16="http://schemas.microsoft.com/office/drawing/2014/main" id="{4A02C4FF-03E0-A662-588A-5397F0F1633B}"/>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7" name="Rectangle 8">
            <a:extLst>
              <a:ext uri="{FF2B5EF4-FFF2-40B4-BE49-F238E27FC236}">
                <a16:creationId xmlns:a16="http://schemas.microsoft.com/office/drawing/2014/main" id="{FE8300FA-0300-D0A4-8C0A-2C3656EFD94C}"/>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249" name="Text Box 9">
            <a:extLst>
              <a:ext uri="{FF2B5EF4-FFF2-40B4-BE49-F238E27FC236}">
                <a16:creationId xmlns:a16="http://schemas.microsoft.com/office/drawing/2014/main" id="{D8603D67-AA77-0523-C299-E0CE8D9F4793}"/>
              </a:ext>
            </a:extLst>
          </p:cNvPr>
          <p:cNvSpPr txBox="1">
            <a:spLocks noChangeArrowheads="1"/>
          </p:cNvSpPr>
          <p:nvPr/>
        </p:nvSpPr>
        <p:spPr bwMode="auto">
          <a:xfrm>
            <a:off x="1154113" y="0"/>
            <a:ext cx="6837362" cy="6492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dirty="0">
                <a:solidFill>
                  <a:srgbClr val="FF0000"/>
                </a:solidFill>
                <a:effectLst>
                  <a:outerShdw blurRad="38100" dist="38100" dir="2700000" algn="tl">
                    <a:srgbClr val="C0C0C0"/>
                  </a:outerShdw>
                </a:effectLst>
                <a:latin typeface="Times New Roman" panose="02020603050405020304" pitchFamily="18" charset="0"/>
              </a:rPr>
              <a:t>8.1.2  Switching and TCP/IP Layers</a:t>
            </a:r>
          </a:p>
        </p:txBody>
      </p:sp>
      <p:sp>
        <p:nvSpPr>
          <p:cNvPr id="27659" name="Rectangle 10">
            <a:extLst>
              <a:ext uri="{FF2B5EF4-FFF2-40B4-BE49-F238E27FC236}">
                <a16:creationId xmlns:a16="http://schemas.microsoft.com/office/drawing/2014/main" id="{D3B2B8B4-7C00-C25F-73FE-323847DC52A6}"/>
              </a:ext>
            </a:extLst>
          </p:cNvPr>
          <p:cNvSpPr>
            <a:spLocks noChangeArrowheads="1"/>
          </p:cNvSpPr>
          <p:nvPr/>
        </p:nvSpPr>
        <p:spPr bwMode="auto">
          <a:xfrm>
            <a:off x="381000" y="1293813"/>
            <a:ext cx="7924800" cy="1373187"/>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pPr>
            <a:r>
              <a:rPr lang="en-US" altLang="en-US" sz="2800" b="0" i="0">
                <a:solidFill>
                  <a:srgbClr val="000000"/>
                </a:solidFill>
                <a:latin typeface="Times New Roman" panose="02020603050405020304" pitchFamily="18" charset="0"/>
              </a:rPr>
              <a:t>Switching can happen at several layers of the TCP/IP protocol suite: at the physical layer, at the data-link layer, and at the network layer.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Text Box 1">
            <a:extLst>
              <a:ext uri="{FF2B5EF4-FFF2-40B4-BE49-F238E27FC236}">
                <a16:creationId xmlns:a16="http://schemas.microsoft.com/office/drawing/2014/main" id="{37AAE44C-49FC-9FC2-8DDC-A1201A6F738F}"/>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8DC09EA6-17D7-411E-A547-6CB0AA6DC8E8}" type="slidenum">
              <a:rPr lang="en-US" altLang="en-US" sz="1200" b="0">
                <a:solidFill>
                  <a:srgbClr val="000000"/>
                </a:solidFill>
                <a:latin typeface="Arial" panose="020B0604020202020204" pitchFamily="34" charset="0"/>
              </a:rPr>
              <a:pPr eaLnBrk="1" hangingPunct="1">
                <a:buSzPct val="100000"/>
              </a:pPr>
              <a:t>8</a:t>
            </a:fld>
            <a:endParaRPr lang="en-US" altLang="en-US" sz="1200" b="0">
              <a:solidFill>
                <a:srgbClr val="000000"/>
              </a:solidFill>
              <a:latin typeface="Arial" panose="020B0604020202020204" pitchFamily="34" charset="0"/>
            </a:endParaRPr>
          </a:p>
        </p:txBody>
      </p:sp>
      <p:sp>
        <p:nvSpPr>
          <p:cNvPr id="29699" name="Rectangle 2">
            <a:extLst>
              <a:ext uri="{FF2B5EF4-FFF2-40B4-BE49-F238E27FC236}">
                <a16:creationId xmlns:a16="http://schemas.microsoft.com/office/drawing/2014/main" id="{A53382BD-031B-032D-3113-EE933349FBD3}"/>
              </a:ext>
            </a:extLst>
          </p:cNvPr>
          <p:cNvSpPr>
            <a:spLocks noChangeArrowheads="1"/>
          </p:cNvSpPr>
          <p:nvPr/>
        </p:nvSpPr>
        <p:spPr bwMode="auto">
          <a:xfrm>
            <a:off x="0" y="0"/>
            <a:ext cx="9144000" cy="1371600"/>
          </a:xfrm>
          <a:prstGeom prst="rect">
            <a:avLst/>
          </a:prstGeom>
          <a:solidFill>
            <a:srgbClr val="33CC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2291" name="Text Box 3">
            <a:extLst>
              <a:ext uri="{FF2B5EF4-FFF2-40B4-BE49-F238E27FC236}">
                <a16:creationId xmlns:a16="http://schemas.microsoft.com/office/drawing/2014/main" id="{0361D592-12AE-3679-65B6-D0E948D7F5BA}"/>
              </a:ext>
            </a:extLst>
          </p:cNvPr>
          <p:cNvSpPr txBox="1">
            <a:spLocks noChangeArrowheads="1"/>
          </p:cNvSpPr>
          <p:nvPr/>
        </p:nvSpPr>
        <p:spPr bwMode="auto">
          <a:xfrm>
            <a:off x="258763" y="406400"/>
            <a:ext cx="7600950" cy="10683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marL="0" lvl="2" indent="0" eaLnBrk="1" hangingPunct="1">
              <a:buSzPct val="100000"/>
              <a:defRPr/>
            </a:pPr>
            <a:r>
              <a:rPr lang="en-US" b="0">
                <a:effectLst>
                  <a:outerShdw blurRad="38100" dist="38100" dir="2700000" algn="tl">
                    <a:srgbClr val="C0C0C0"/>
                  </a:outerShdw>
                </a:effectLst>
                <a:latin typeface="Times New Roman" panose="02020603050405020304" pitchFamily="18" charset="0"/>
              </a:rPr>
              <a:t>8-2   CIRCUIT-SWITCHED NETWORKS</a:t>
            </a:r>
          </a:p>
          <a:p>
            <a:pPr marL="0" lvl="2" indent="0" eaLnBrk="1" hangingPunct="1">
              <a:buSzPct val="100000"/>
              <a:defRPr/>
            </a:pPr>
            <a:endParaRPr lang="en-US" b="0">
              <a:effectLst>
                <a:outerShdw blurRad="38100" dist="38100" dir="2700000" algn="tl">
                  <a:srgbClr val="C0C0C0"/>
                </a:outerShdw>
              </a:effectLst>
              <a:latin typeface="Times New Roman" panose="02020603050405020304" pitchFamily="18" charset="0"/>
            </a:endParaRPr>
          </a:p>
        </p:txBody>
      </p:sp>
      <p:sp>
        <p:nvSpPr>
          <p:cNvPr id="29701" name="Text Box 4">
            <a:extLst>
              <a:ext uri="{FF2B5EF4-FFF2-40B4-BE49-F238E27FC236}">
                <a16:creationId xmlns:a16="http://schemas.microsoft.com/office/drawing/2014/main" id="{D9F61F37-7D06-A52A-62E1-674FC0927D51}"/>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9702" name="Rectangle 5">
            <a:extLst>
              <a:ext uri="{FF2B5EF4-FFF2-40B4-BE49-F238E27FC236}">
                <a16:creationId xmlns:a16="http://schemas.microsoft.com/office/drawing/2014/main" id="{03A7BCBC-44B6-6399-94B2-403B1EC886CD}"/>
              </a:ext>
            </a:extLst>
          </p:cNvPr>
          <p:cNvSpPr>
            <a:spLocks noChangeArrowheads="1"/>
          </p:cNvSpPr>
          <p:nvPr/>
        </p:nvSpPr>
        <p:spPr bwMode="auto">
          <a:xfrm>
            <a:off x="228600" y="1658938"/>
            <a:ext cx="8229600" cy="545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pPr>
            <a:r>
              <a:rPr lang="en-US" altLang="en-US" b="0" i="0">
                <a:solidFill>
                  <a:srgbClr val="000000"/>
                </a:solidFill>
                <a:latin typeface="Times New Roman" panose="02020603050405020304" pitchFamily="18" charset="0"/>
              </a:rPr>
              <a:t>A circuit-switched network consists of a set of switches connected by physical links. A connection between two stations is a dedicated path made of one or more links. However, each connection uses only one dedicated channel on each link. Each link is normally divided into n channels by using FDM or TDM, as discussed in Chapter 6.</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Text Box 1">
            <a:extLst>
              <a:ext uri="{FF2B5EF4-FFF2-40B4-BE49-F238E27FC236}">
                <a16:creationId xmlns:a16="http://schemas.microsoft.com/office/drawing/2014/main" id="{2A8205E6-C129-097E-FC1A-1FB689E248D9}"/>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2D628D88-81B9-45CA-B87E-7E15DEAE0310}" type="slidenum">
              <a:rPr lang="en-US" altLang="en-US" sz="1200" b="0">
                <a:solidFill>
                  <a:srgbClr val="000000"/>
                </a:solidFill>
                <a:latin typeface="Arial" panose="020B0604020202020204" pitchFamily="34" charset="0"/>
              </a:rPr>
              <a:pPr eaLnBrk="1" hangingPunct="1">
                <a:buSzPct val="100000"/>
              </a:pPr>
              <a:t>9</a:t>
            </a:fld>
            <a:endParaRPr lang="en-US" altLang="en-US" sz="1200" b="0">
              <a:solidFill>
                <a:srgbClr val="000000"/>
              </a:solidFill>
              <a:latin typeface="Arial" panose="020B0604020202020204" pitchFamily="34" charset="0"/>
            </a:endParaRPr>
          </a:p>
        </p:txBody>
      </p:sp>
      <p:sp>
        <p:nvSpPr>
          <p:cNvPr id="31747" name="Rectangle 2">
            <a:extLst>
              <a:ext uri="{FF2B5EF4-FFF2-40B4-BE49-F238E27FC236}">
                <a16:creationId xmlns:a16="http://schemas.microsoft.com/office/drawing/2014/main" id="{A3647E3B-2153-C57D-8C06-02F6BE208BD6}"/>
              </a:ext>
            </a:extLst>
          </p:cNvPr>
          <p:cNvSpPr>
            <a:spLocks noChangeArrowheads="1"/>
          </p:cNvSpPr>
          <p:nvPr/>
        </p:nvSpPr>
        <p:spPr bwMode="auto">
          <a:xfrm>
            <a:off x="152400" y="13335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8.3:  </a:t>
            </a:r>
            <a:r>
              <a:rPr lang="en-US" altLang="en-US" sz="2000" b="0" i="0">
                <a:solidFill>
                  <a:srgbClr val="000000"/>
                </a:solidFill>
                <a:latin typeface="Times-BoldItalic"/>
              </a:rPr>
              <a:t>A circuit-switched network</a:t>
            </a:r>
          </a:p>
        </p:txBody>
      </p:sp>
      <p:pic>
        <p:nvPicPr>
          <p:cNvPr id="13315" name="Picture 3">
            <a:extLst>
              <a:ext uri="{FF2B5EF4-FFF2-40B4-BE49-F238E27FC236}">
                <a16:creationId xmlns:a16="http://schemas.microsoft.com/office/drawing/2014/main" id="{74382BE6-F656-97C0-1225-ACDBAB4C7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038" y="1319213"/>
            <a:ext cx="7527925" cy="42179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fill="hold" nodeType="clickEffect">
                                  <p:stCondLst>
                                    <p:cond delay="0"/>
                                  </p:stCondLst>
                                  <p:childTnLst>
                                    <p:set>
                                      <p:cBhvr additive="repl">
                                        <p:cTn id="6" dur="1" fill="hold">
                                          <p:stCondLst>
                                            <p:cond delay="0"/>
                                          </p:stCondLst>
                                        </p:cTn>
                                        <p:tgtEl>
                                          <p:spTgt spid="13315"/>
                                        </p:tgtEl>
                                        <p:attrNameLst>
                                          <p:attrName>style.visibility</p:attrName>
                                        </p:attrNameLst>
                                      </p:cBhvr>
                                      <p:to>
                                        <p:strVal val="visible"/>
                                      </p:to>
                                    </p:set>
                                    <p:anim calcmode="lin" valueType="num">
                                      <p:cBhvr additive="repl">
                                        <p:cTn id="7" dur="1000" fill="hold"/>
                                        <p:tgtEl>
                                          <p:spTgt spid="13315"/>
                                        </p:tgtEl>
                                        <p:attrNameLst>
                                          <p:attrName>ppt_w</p:attrName>
                                        </p:attrNameLst>
                                      </p:cBhvr>
                                      <p:tavLst>
                                        <p:tav tm="100000">
                                          <p:val>
                                            <p:fltVal val="0"/>
                                          </p:val>
                                        </p:tav>
                                        <p:tav>
                                          <p:val>
                                            <p:strVal val="#ppt_w"/>
                                          </p:val>
                                        </p:tav>
                                      </p:tavLst>
                                    </p:anim>
                                    <p:anim calcmode="lin" valueType="num">
                                      <p:cBhvr additive="repl">
                                        <p:cTn id="8" dur="1000" fill="hold"/>
                                        <p:tgtEl>
                                          <p:spTgt spid="13315"/>
                                        </p:tgtEl>
                                        <p:attrNameLst>
                                          <p:attrName>ppt_h</p:attrName>
                                        </p:attrNameLst>
                                      </p:cBhvr>
                                      <p:tavLst>
                                        <p:tav tm="100000">
                                          <p:val>
                                            <p:fltVal val="0"/>
                                          </p:val>
                                        </p:tav>
                                        <p:tav>
                                          <p:val>
                                            <p:strVal val="#ppt_h"/>
                                          </p:val>
                                        </p:tav>
                                      </p:tavLst>
                                    </p:anim>
                                    <p:anim calcmode="lin" valueType="num">
                                      <p:cBhvr additive="repl">
                                        <p:cTn id="9" dur="1000" fill="hold"/>
                                        <p:tgtEl>
                                          <p:spTgt spid="13315"/>
                                        </p:tgtEl>
                                        <p:attrNameLst>
                                          <p:attrName>r</p:attrName>
                                        </p:attrNameLst>
                                      </p:cBhvr>
                                      <p:tavLst>
                                        <p:tav tm="100000">
                                          <p:val>
                                            <p:strVal val="90"/>
                                          </p:val>
                                        </p:tav>
                                        <p:tav>
                                          <p:val>
                                            <p:strVal val="0"/>
                                          </p:val>
                                        </p:tav>
                                      </p:tavLst>
                                    </p:anim>
                                    <p:animEffect transition="in" filter="fade">
                                      <p:cBhvr additive="repl">
                                        <p:cTn id="10" dur="1000"/>
                                        <p:tgtEl>
                                          <p:spTgt spid="1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1">
            <a:extLst>
              <a:ext uri="{FF2B5EF4-FFF2-40B4-BE49-F238E27FC236}">
                <a16:creationId xmlns:a16="http://schemas.microsoft.com/office/drawing/2014/main" id="{608D8C12-20E2-6DED-AF49-6221BB113EF0}"/>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21605B04-76E1-420E-94CB-CA85369A25EB}" type="slidenum">
              <a:rPr lang="en-US" altLang="en-US" sz="1200" b="0">
                <a:solidFill>
                  <a:srgbClr val="000000"/>
                </a:solidFill>
                <a:latin typeface="Arial" panose="020B0604020202020204" pitchFamily="34" charset="0"/>
              </a:rPr>
              <a:pPr eaLnBrk="1" hangingPunct="1">
                <a:buSzPct val="100000"/>
              </a:pPr>
              <a:t>10</a:t>
            </a:fld>
            <a:endParaRPr lang="en-US" altLang="en-US" sz="1200" b="0">
              <a:solidFill>
                <a:srgbClr val="000000"/>
              </a:solidFill>
              <a:latin typeface="Arial" panose="020B0604020202020204" pitchFamily="34" charset="0"/>
            </a:endParaRPr>
          </a:p>
        </p:txBody>
      </p:sp>
      <p:sp>
        <p:nvSpPr>
          <p:cNvPr id="33795" name="Rectangle 2">
            <a:extLst>
              <a:ext uri="{FF2B5EF4-FFF2-40B4-BE49-F238E27FC236}">
                <a16:creationId xmlns:a16="http://schemas.microsoft.com/office/drawing/2014/main" id="{1CF07DB5-27C4-699C-4CAF-9ED5CF205195}"/>
              </a:ext>
            </a:extLst>
          </p:cNvPr>
          <p:cNvSpPr>
            <a:spLocks noChangeArrowheads="1"/>
          </p:cNvSpPr>
          <p:nvPr/>
        </p:nvSpPr>
        <p:spPr bwMode="auto">
          <a:xfrm>
            <a:off x="0" y="0"/>
            <a:ext cx="9144000" cy="1371600"/>
          </a:xfrm>
          <a:prstGeom prst="rect">
            <a:avLst/>
          </a:prstGeom>
          <a:solidFill>
            <a:srgbClr val="33CC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2291" name="Text Box 3">
            <a:extLst>
              <a:ext uri="{FF2B5EF4-FFF2-40B4-BE49-F238E27FC236}">
                <a16:creationId xmlns:a16="http://schemas.microsoft.com/office/drawing/2014/main" id="{B0ABE8B8-7F83-99CE-B918-77C64C091E24}"/>
              </a:ext>
            </a:extLst>
          </p:cNvPr>
          <p:cNvSpPr txBox="1">
            <a:spLocks noChangeArrowheads="1"/>
          </p:cNvSpPr>
          <p:nvPr/>
        </p:nvSpPr>
        <p:spPr bwMode="auto">
          <a:xfrm>
            <a:off x="258763" y="406400"/>
            <a:ext cx="6132512" cy="1079500"/>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marL="0" lvl="2" indent="0" eaLnBrk="1" hangingPunct="1">
              <a:buSzPct val="100000"/>
              <a:defRPr/>
            </a:pPr>
            <a:r>
              <a:rPr lang="en-US" b="0" dirty="0">
                <a:effectLst>
                  <a:outerShdw blurRad="38100" dist="38100" dir="2700000" algn="tl">
                    <a:srgbClr val="C0C0C0"/>
                  </a:outerShdw>
                </a:effectLst>
                <a:latin typeface="Times New Roman" panose="02020603050405020304" pitchFamily="18" charset="0"/>
              </a:rPr>
              <a:t>CIRCUIT-SWITCHED NETWORKS</a:t>
            </a:r>
          </a:p>
          <a:p>
            <a:pPr marL="0" lvl="2" indent="0" eaLnBrk="1" hangingPunct="1">
              <a:buSzPct val="100000"/>
              <a:defRPr/>
            </a:pPr>
            <a:endParaRPr lang="en-US" b="0" dirty="0">
              <a:effectLst>
                <a:outerShdw blurRad="38100" dist="38100" dir="2700000" algn="tl">
                  <a:srgbClr val="C0C0C0"/>
                </a:outerShdw>
              </a:effectLst>
              <a:latin typeface="Times New Roman" panose="02020603050405020304" pitchFamily="18" charset="0"/>
            </a:endParaRPr>
          </a:p>
        </p:txBody>
      </p:sp>
      <p:sp>
        <p:nvSpPr>
          <p:cNvPr id="33797" name="Text Box 4">
            <a:extLst>
              <a:ext uri="{FF2B5EF4-FFF2-40B4-BE49-F238E27FC236}">
                <a16:creationId xmlns:a16="http://schemas.microsoft.com/office/drawing/2014/main" id="{4169D5EC-369E-4475-68E1-11D955DB39C2}"/>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3798" name="Rectangle 5">
            <a:extLst>
              <a:ext uri="{FF2B5EF4-FFF2-40B4-BE49-F238E27FC236}">
                <a16:creationId xmlns:a16="http://schemas.microsoft.com/office/drawing/2014/main" id="{1400217A-442E-E008-2BE4-33FF43A3FA86}"/>
              </a:ext>
            </a:extLst>
          </p:cNvPr>
          <p:cNvSpPr>
            <a:spLocks noChangeArrowheads="1"/>
          </p:cNvSpPr>
          <p:nvPr/>
        </p:nvSpPr>
        <p:spPr bwMode="auto">
          <a:xfrm>
            <a:off x="152400" y="1485900"/>
            <a:ext cx="8839200" cy="2249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000" b="0" i="0">
                <a:solidFill>
                  <a:srgbClr val="242021"/>
                </a:solidFill>
                <a:latin typeface="Times-Roman"/>
              </a:rPr>
              <a:t>A needs to communicate with end system M, system A needs to request a connection to M that must be accepted by all switches as well as by M itself. This is called the </a:t>
            </a:r>
            <a:r>
              <a:rPr lang="en-US" altLang="en-US" sz="2000" i="0">
                <a:solidFill>
                  <a:srgbClr val="242021"/>
                </a:solidFill>
                <a:latin typeface="Times-Bold"/>
              </a:rPr>
              <a:t>setup phase</a:t>
            </a:r>
          </a:p>
          <a:p>
            <a:pPr algn="just" eaLnBrk="1" hangingPunct="1">
              <a:buSzPct val="100000"/>
              <a:buFont typeface="Arial" panose="020B0604020202020204" pitchFamily="34" charset="0"/>
              <a:buChar char="•"/>
            </a:pPr>
            <a:r>
              <a:rPr lang="en-US" altLang="en-US" sz="2000" b="0" i="0">
                <a:solidFill>
                  <a:srgbClr val="242021"/>
                </a:solidFill>
                <a:latin typeface="Times-Roman"/>
              </a:rPr>
              <a:t>After the dedicated path made of connected circuits (channels) is established, the </a:t>
            </a:r>
            <a:r>
              <a:rPr lang="en-US" altLang="en-US" sz="2000" i="0">
                <a:solidFill>
                  <a:srgbClr val="242021"/>
                </a:solidFill>
                <a:latin typeface="Times-Bold"/>
              </a:rPr>
              <a:t>data-transfer phase </a:t>
            </a:r>
            <a:r>
              <a:rPr lang="en-US" altLang="en-US" sz="2000" b="0" i="0">
                <a:solidFill>
                  <a:srgbClr val="242021"/>
                </a:solidFill>
                <a:latin typeface="Times-Roman"/>
              </a:rPr>
              <a:t>can take place. </a:t>
            </a:r>
          </a:p>
          <a:p>
            <a:pPr algn="just" eaLnBrk="1" hangingPunct="1">
              <a:buSzPct val="100000"/>
              <a:buFont typeface="Arial" panose="020B0604020202020204" pitchFamily="34" charset="0"/>
              <a:buChar char="•"/>
            </a:pPr>
            <a:r>
              <a:rPr lang="en-US" altLang="en-US" sz="2000" b="0" i="0">
                <a:solidFill>
                  <a:srgbClr val="242021"/>
                </a:solidFill>
                <a:latin typeface="Times-Roman"/>
              </a:rPr>
              <a:t>After all data have been transferred, the circuits are </a:t>
            </a:r>
            <a:r>
              <a:rPr lang="en-US" altLang="en-US" sz="2000" i="0">
                <a:solidFill>
                  <a:srgbClr val="242021"/>
                </a:solidFill>
                <a:latin typeface="Times-Roman"/>
              </a:rPr>
              <a:t>torn down</a:t>
            </a:r>
            <a:r>
              <a:rPr lang="en-US" altLang="en-US" sz="2000" b="0" i="0">
                <a:solidFill>
                  <a:srgbClr val="242021"/>
                </a:solidFill>
                <a:latin typeface="Times-Roman"/>
              </a:rPr>
              <a:t>.</a:t>
            </a:r>
            <a:r>
              <a:rPr lang="en-US" altLang="en-US" sz="1200"/>
              <a:t> </a:t>
            </a:r>
          </a:p>
          <a:p>
            <a:pPr algn="just" eaLnBrk="1" hangingPunct="1">
              <a:buSzPct val="100000"/>
              <a:buFont typeface="Arial" panose="020B0604020202020204" pitchFamily="34" charset="0"/>
              <a:buChar char="•"/>
            </a:pPr>
            <a:endParaRPr lang="en-US" altLang="en-US" sz="2000" i="0">
              <a:solidFill>
                <a:srgbClr val="242021"/>
              </a:solidFill>
              <a:latin typeface="Times-Bold"/>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
            <a:extLst>
              <a:ext uri="{FF2B5EF4-FFF2-40B4-BE49-F238E27FC236}">
                <a16:creationId xmlns:a16="http://schemas.microsoft.com/office/drawing/2014/main" id="{CCBE7534-3F4A-5347-D42A-8A9EBD07DF7D}"/>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357326D3-31B7-480B-AA41-E959BED897EA}" type="slidenum">
              <a:rPr lang="en-US" altLang="en-US" sz="1200" b="0">
                <a:solidFill>
                  <a:srgbClr val="000000"/>
                </a:solidFill>
                <a:latin typeface="Arial" panose="020B0604020202020204" pitchFamily="34" charset="0"/>
              </a:rPr>
              <a:pPr eaLnBrk="1" hangingPunct="1">
                <a:buSzPct val="100000"/>
              </a:pPr>
              <a:t>11</a:t>
            </a:fld>
            <a:endParaRPr lang="en-US" altLang="en-US" sz="1200" b="0">
              <a:solidFill>
                <a:srgbClr val="000000"/>
              </a:solidFill>
              <a:latin typeface="Arial" panose="020B0604020202020204" pitchFamily="34" charset="0"/>
            </a:endParaRPr>
          </a:p>
        </p:txBody>
      </p:sp>
      <p:sp>
        <p:nvSpPr>
          <p:cNvPr id="35843" name="Rectangle 2">
            <a:extLst>
              <a:ext uri="{FF2B5EF4-FFF2-40B4-BE49-F238E27FC236}">
                <a16:creationId xmlns:a16="http://schemas.microsoft.com/office/drawing/2014/main" id="{5E150447-50A8-9E00-745D-A2721DB4C1DD}"/>
              </a:ext>
            </a:extLst>
          </p:cNvPr>
          <p:cNvSpPr>
            <a:spLocks noChangeArrowheads="1"/>
          </p:cNvSpPr>
          <p:nvPr/>
        </p:nvSpPr>
        <p:spPr bwMode="auto">
          <a:xfrm>
            <a:off x="0" y="0"/>
            <a:ext cx="9144000" cy="1371600"/>
          </a:xfrm>
          <a:prstGeom prst="rect">
            <a:avLst/>
          </a:prstGeom>
          <a:solidFill>
            <a:srgbClr val="33CC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2291" name="Text Box 3">
            <a:extLst>
              <a:ext uri="{FF2B5EF4-FFF2-40B4-BE49-F238E27FC236}">
                <a16:creationId xmlns:a16="http://schemas.microsoft.com/office/drawing/2014/main" id="{09A99280-84B7-F6CE-0508-15E9532A3236}"/>
              </a:ext>
            </a:extLst>
          </p:cNvPr>
          <p:cNvSpPr txBox="1">
            <a:spLocks noChangeArrowheads="1"/>
          </p:cNvSpPr>
          <p:nvPr/>
        </p:nvSpPr>
        <p:spPr bwMode="auto">
          <a:xfrm>
            <a:off x="258763" y="406400"/>
            <a:ext cx="6132512" cy="1079500"/>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marL="0" lvl="2" indent="0" eaLnBrk="1" hangingPunct="1">
              <a:buSzPct val="100000"/>
              <a:defRPr/>
            </a:pPr>
            <a:r>
              <a:rPr lang="en-US" b="0" dirty="0">
                <a:effectLst>
                  <a:outerShdw blurRad="38100" dist="38100" dir="2700000" algn="tl">
                    <a:srgbClr val="C0C0C0"/>
                  </a:outerShdw>
                </a:effectLst>
                <a:latin typeface="Times New Roman" panose="02020603050405020304" pitchFamily="18" charset="0"/>
              </a:rPr>
              <a:t>CIRCUIT-SWITCHED NETWORKS</a:t>
            </a:r>
          </a:p>
          <a:p>
            <a:pPr marL="0" lvl="2" indent="0" eaLnBrk="1" hangingPunct="1">
              <a:buSzPct val="100000"/>
              <a:defRPr/>
            </a:pPr>
            <a:endParaRPr lang="en-US" b="0" dirty="0">
              <a:effectLst>
                <a:outerShdw blurRad="38100" dist="38100" dir="2700000" algn="tl">
                  <a:srgbClr val="C0C0C0"/>
                </a:outerShdw>
              </a:effectLst>
              <a:latin typeface="Times New Roman" panose="02020603050405020304" pitchFamily="18" charset="0"/>
            </a:endParaRPr>
          </a:p>
        </p:txBody>
      </p:sp>
      <p:sp>
        <p:nvSpPr>
          <p:cNvPr id="35845" name="Text Box 4">
            <a:extLst>
              <a:ext uri="{FF2B5EF4-FFF2-40B4-BE49-F238E27FC236}">
                <a16:creationId xmlns:a16="http://schemas.microsoft.com/office/drawing/2014/main" id="{B0584E77-1E05-3263-F8D8-02386F5FBE89}"/>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5846" name="Rectangle 5">
            <a:extLst>
              <a:ext uri="{FF2B5EF4-FFF2-40B4-BE49-F238E27FC236}">
                <a16:creationId xmlns:a16="http://schemas.microsoft.com/office/drawing/2014/main" id="{6A9FF183-0C53-2D6E-840F-98BB3A3B1E69}"/>
              </a:ext>
            </a:extLst>
          </p:cNvPr>
          <p:cNvSpPr>
            <a:spLocks noChangeArrowheads="1"/>
          </p:cNvSpPr>
          <p:nvPr/>
        </p:nvSpPr>
        <p:spPr bwMode="auto">
          <a:xfrm>
            <a:off x="152400" y="1485900"/>
            <a:ext cx="8839200" cy="4157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400" b="0" i="0">
                <a:solidFill>
                  <a:srgbClr val="242021"/>
                </a:solidFill>
                <a:latin typeface="Times-Roman"/>
              </a:rPr>
              <a:t>Circuit switching takes place at the physical layer.</a:t>
            </a:r>
          </a:p>
          <a:p>
            <a:pPr algn="just" eaLnBrk="1" hangingPunct="1">
              <a:buSzPct val="100000"/>
              <a:buFont typeface="Arial" panose="020B0604020202020204" pitchFamily="34" charset="0"/>
              <a:buChar char="•"/>
            </a:pPr>
            <a:r>
              <a:rPr lang="en-US" altLang="en-US" sz="2400" b="0" i="0">
                <a:solidFill>
                  <a:srgbClr val="242021"/>
                </a:solidFill>
                <a:latin typeface="Times-Roman"/>
              </a:rPr>
              <a:t>Before starting communication, the stations must make a reservation for the resources to be used during the communication. These resources, such as channels (bandwidth in FDM and time slots in TDM), switch buffers, switch processing time, and switch input/output ports, must remain dedicated during the entire duration of data transfer until the teardown phase.</a:t>
            </a:r>
          </a:p>
          <a:p>
            <a:pPr algn="just" eaLnBrk="1" hangingPunct="1">
              <a:buSzPct val="100000"/>
              <a:buFont typeface="Arial" panose="020B0604020202020204" pitchFamily="34" charset="0"/>
              <a:buChar char="•"/>
            </a:pPr>
            <a:r>
              <a:rPr lang="en-US" altLang="en-US" sz="2400" b="0" i="0">
                <a:solidFill>
                  <a:srgbClr val="242021"/>
                </a:solidFill>
                <a:latin typeface="Times-Roman"/>
              </a:rPr>
              <a:t>Data transferred between the two stations are not packetized (physical layer transfer of the signal). The data are a continuous flow sent by the source station and received by the destination station, although there may be periods of silence.</a:t>
            </a:r>
            <a:endParaRPr lang="en-US" altLang="en-US" sz="2400" i="0">
              <a:solidFill>
                <a:srgbClr val="242021"/>
              </a:solidFill>
              <a:latin typeface="Times-Bold"/>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7" name="Text Box 1">
            <a:extLst>
              <a:ext uri="{FF2B5EF4-FFF2-40B4-BE49-F238E27FC236}">
                <a16:creationId xmlns:a16="http://schemas.microsoft.com/office/drawing/2014/main" id="{7A625E33-D60E-E972-969B-BDCA0E13BE91}"/>
              </a:ext>
            </a:extLst>
          </p:cNvPr>
          <p:cNvSpPr txBox="1">
            <a:spLocks noChangeArrowheads="1"/>
          </p:cNvSpPr>
          <p:nvPr/>
        </p:nvSpPr>
        <p:spPr bwMode="auto">
          <a:xfrm>
            <a:off x="76200" y="696913"/>
            <a:ext cx="8839200" cy="397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pPr>
            <a:r>
              <a:rPr lang="en-IN" altLang="en-US" sz="2800">
                <a:solidFill>
                  <a:srgbClr val="000000"/>
                </a:solidFill>
                <a:latin typeface="Times New Roman" panose="02020603050405020304" pitchFamily="18" charset="0"/>
                <a:cs typeface="Times New Roman" panose="02020603050405020304" pitchFamily="18" charset="0"/>
              </a:rPr>
              <a:t>As a example, let us use a circuit-switched network to connect eight telephones in a small area. Communication is through 4-kHz voice channels. We assume that each link uses FDM to connect a maximum of two voice channels. The bandwidth of each link is then 8 kHz. Figure 8.4 shows the situation. Telephone 1 is connected to telephone 7; 2 to 5; 3 to 8; and 4 to 6. Of course the situation may change when new connections are made. The switch controls the connections.</a:t>
            </a:r>
          </a:p>
        </p:txBody>
      </p:sp>
      <p:grpSp>
        <p:nvGrpSpPr>
          <p:cNvPr id="37891" name="Group 2">
            <a:extLst>
              <a:ext uri="{FF2B5EF4-FFF2-40B4-BE49-F238E27FC236}">
                <a16:creationId xmlns:a16="http://schemas.microsoft.com/office/drawing/2014/main" id="{172E7364-9D80-F656-F32F-B6BD9F19374C}"/>
              </a:ext>
            </a:extLst>
          </p:cNvPr>
          <p:cNvGrpSpPr>
            <a:grpSpLocks/>
          </p:cNvGrpSpPr>
          <p:nvPr/>
        </p:nvGrpSpPr>
        <p:grpSpPr bwMode="auto">
          <a:xfrm>
            <a:off x="-142875" y="0"/>
            <a:ext cx="9285288" cy="608013"/>
            <a:chOff x="-90" y="0"/>
            <a:chExt cx="5849" cy="383"/>
          </a:xfrm>
        </p:grpSpPr>
        <p:sp>
          <p:nvSpPr>
            <p:cNvPr id="37893" name="Rectangle 3">
              <a:extLst>
                <a:ext uri="{FF2B5EF4-FFF2-40B4-BE49-F238E27FC236}">
                  <a16:creationId xmlns:a16="http://schemas.microsoft.com/office/drawing/2014/main" id="{F9BD6B9C-9E84-90A7-19FA-0DAF8F30CF8C}"/>
                </a:ext>
              </a:extLst>
            </p:cNvPr>
            <p:cNvSpPr>
              <a:spLocks noChangeArrowheads="1"/>
            </p:cNvSpPr>
            <p:nvPr/>
          </p:nvSpPr>
          <p:spPr bwMode="auto">
            <a:xfrm>
              <a:off x="0" y="0"/>
              <a:ext cx="5759" cy="383"/>
            </a:xfrm>
            <a:prstGeom prst="rect">
              <a:avLst/>
            </a:prstGeom>
            <a:solidFill>
              <a:srgbClr val="2CB843"/>
            </a:solidFill>
            <a:ln w="9360" cap="sq">
              <a:solidFill>
                <a:srgbClr val="00C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7894" name="Text Box 4">
              <a:extLst>
                <a:ext uri="{FF2B5EF4-FFF2-40B4-BE49-F238E27FC236}">
                  <a16:creationId xmlns:a16="http://schemas.microsoft.com/office/drawing/2014/main" id="{3083BA55-14DA-3059-21ED-1B944B1D0AD9}"/>
                </a:ext>
              </a:extLst>
            </p:cNvPr>
            <p:cNvSpPr txBox="1">
              <a:spLocks noChangeArrowheads="1"/>
            </p:cNvSpPr>
            <p:nvPr/>
          </p:nvSpPr>
          <p:spPr bwMode="auto">
            <a:xfrm>
              <a:off x="-90" y="0"/>
              <a:ext cx="1881" cy="365"/>
            </a:xfrm>
            <a:prstGeom prst="rect">
              <a:avLst/>
            </a:prstGeom>
            <a:solidFill>
              <a:srgbClr val="2CB843"/>
            </a:solidFill>
            <a:ln w="9360" cap="sq">
              <a:solidFill>
                <a:srgbClr val="00C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IN" altLang="en-US" b="0" i="0">
                  <a:solidFill>
                    <a:srgbClr val="FFFFFF"/>
                  </a:solidFill>
                  <a:latin typeface="Tahoma" panose="020B0604030504040204" pitchFamily="34" charset="0"/>
                  <a:ea typeface="Adobe Gothic Std B"/>
                  <a:cs typeface="Adobe Gothic Std B"/>
                </a:rPr>
                <a:t>Example 8.1</a:t>
              </a:r>
            </a:p>
          </p:txBody>
        </p:sp>
      </p:grpSp>
      <p:sp>
        <p:nvSpPr>
          <p:cNvPr id="37892" name="Text Box 5">
            <a:extLst>
              <a:ext uri="{FF2B5EF4-FFF2-40B4-BE49-F238E27FC236}">
                <a16:creationId xmlns:a16="http://schemas.microsoft.com/office/drawing/2014/main" id="{0E5418DF-59BF-64DC-EBE2-5F8B51548297}"/>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225B4BE8-D26D-42CA-98CE-1B12C4FB83A2}" type="slidenum">
              <a:rPr lang="en-US" altLang="en-US" sz="1200" b="0">
                <a:solidFill>
                  <a:srgbClr val="000000"/>
                </a:solidFill>
                <a:latin typeface="Arial" panose="020B0604020202020204" pitchFamily="34" charset="0"/>
              </a:rPr>
              <a:pPr eaLnBrk="1" hangingPunct="1">
                <a:buSzPct val="100000"/>
              </a:pPr>
              <a:t>12</a:t>
            </a:fld>
            <a:endParaRPr lang="en-US" altLang="en-US" sz="1200" b="0">
              <a:solidFill>
                <a:srgbClr val="000000"/>
              </a:solidFill>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additive="repl">
                                        <p:cTn id="6" dur="1" fill="hold">
                                          <p:stCondLst>
                                            <p:cond delay="0"/>
                                          </p:stCondLst>
                                        </p:cTn>
                                        <p:tgtEl>
                                          <p:spTgt spid="14337">
                                            <p:txEl>
                                              <p:pRg st="0" end="0"/>
                                            </p:txEl>
                                          </p:spTgt>
                                        </p:tgtEl>
                                        <p:attrNameLst>
                                          <p:attrName>style.visibility</p:attrName>
                                        </p:attrNameLst>
                                      </p:cBhvr>
                                      <p:to>
                                        <p:strVal val="visible"/>
                                      </p:to>
                                    </p:set>
                                    <p:animEffect transition="in" filter="wipe(up)">
                                      <p:cBhvr additive="repl">
                                        <p:cTn id="7" dur="500"/>
                                        <p:tgtEl>
                                          <p:spTgt spid="143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Text Box 1">
            <a:extLst>
              <a:ext uri="{FF2B5EF4-FFF2-40B4-BE49-F238E27FC236}">
                <a16:creationId xmlns:a16="http://schemas.microsoft.com/office/drawing/2014/main" id="{4EA7C89A-6387-7800-97CD-D8471F92DFF9}"/>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DCA88CE9-37C2-47AD-BFF5-6F8716A38069}" type="slidenum">
              <a:rPr lang="en-US" altLang="en-US" sz="1200" b="0">
                <a:solidFill>
                  <a:srgbClr val="000000"/>
                </a:solidFill>
                <a:latin typeface="Arial" panose="020B0604020202020204" pitchFamily="34" charset="0"/>
              </a:rPr>
              <a:pPr eaLnBrk="1" hangingPunct="1">
                <a:buSzPct val="100000"/>
              </a:pPr>
              <a:t>13</a:t>
            </a:fld>
            <a:endParaRPr lang="en-US" altLang="en-US" sz="1200" b="0">
              <a:solidFill>
                <a:srgbClr val="000000"/>
              </a:solidFill>
              <a:latin typeface="Arial" panose="020B0604020202020204" pitchFamily="34" charset="0"/>
            </a:endParaRPr>
          </a:p>
        </p:txBody>
      </p:sp>
      <p:sp>
        <p:nvSpPr>
          <p:cNvPr id="39939" name="Rectangle 2">
            <a:extLst>
              <a:ext uri="{FF2B5EF4-FFF2-40B4-BE49-F238E27FC236}">
                <a16:creationId xmlns:a16="http://schemas.microsoft.com/office/drawing/2014/main" id="{EFD4E7CE-3789-77F3-896F-AD66E4CFC62F}"/>
              </a:ext>
            </a:extLst>
          </p:cNvPr>
          <p:cNvSpPr>
            <a:spLocks noChangeArrowheads="1"/>
          </p:cNvSpPr>
          <p:nvPr/>
        </p:nvSpPr>
        <p:spPr bwMode="auto">
          <a:xfrm>
            <a:off x="152400" y="-19050"/>
            <a:ext cx="8153400" cy="7032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8.4:  </a:t>
            </a:r>
            <a:r>
              <a:rPr lang="en-US" altLang="en-US" sz="2000" b="0" i="0">
                <a:solidFill>
                  <a:srgbClr val="000000"/>
                </a:solidFill>
                <a:latin typeface="Times-BoldItalic"/>
              </a:rPr>
              <a:t>Circuit-switched network used in Example 8.1</a:t>
            </a:r>
          </a:p>
        </p:txBody>
      </p:sp>
      <p:pic>
        <p:nvPicPr>
          <p:cNvPr id="16387" name="Picture 3">
            <a:extLst>
              <a:ext uri="{FF2B5EF4-FFF2-40B4-BE49-F238E27FC236}">
                <a16:creationId xmlns:a16="http://schemas.microsoft.com/office/drawing/2014/main" id="{5068F233-1205-07F4-4F2C-F5D6DDB63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28800"/>
            <a:ext cx="8459788" cy="32289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additive="repl">
                                        <p:cTn id="6" dur="1" fill="hold">
                                          <p:stCondLst>
                                            <p:cond delay="0"/>
                                          </p:stCondLst>
                                        </p:cTn>
                                        <p:tgtEl>
                                          <p:spTgt spid="16387"/>
                                        </p:tgtEl>
                                        <p:attrNameLst>
                                          <p:attrName>style.visibility</p:attrName>
                                        </p:attrNameLst>
                                      </p:cBhvr>
                                      <p:to>
                                        <p:strVal val="visible"/>
                                      </p:to>
                                    </p:set>
                                    <p:animEffect transition="in" filter="wipe(left)">
                                      <p:cBhvr additive="repl">
                                        <p:cTn id="7" dur="2500"/>
                                        <p:tgtEl>
                                          <p:spTgt spid="16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1" name="Text Box 1">
            <a:extLst>
              <a:ext uri="{FF2B5EF4-FFF2-40B4-BE49-F238E27FC236}">
                <a16:creationId xmlns:a16="http://schemas.microsoft.com/office/drawing/2014/main" id="{66F9FAAE-5A35-2E36-6225-53990035F645}"/>
              </a:ext>
            </a:extLst>
          </p:cNvPr>
          <p:cNvSpPr txBox="1">
            <a:spLocks noChangeArrowheads="1"/>
          </p:cNvSpPr>
          <p:nvPr/>
        </p:nvSpPr>
        <p:spPr bwMode="auto">
          <a:xfrm>
            <a:off x="76200" y="696913"/>
            <a:ext cx="8839200" cy="3933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pPr>
            <a:r>
              <a:rPr lang="en-IN" altLang="en-US" sz="2800">
                <a:solidFill>
                  <a:srgbClr val="000000"/>
                </a:solidFill>
                <a:latin typeface="Times New Roman" panose="02020603050405020304" pitchFamily="18" charset="0"/>
                <a:cs typeface="Times New Roman" panose="02020603050405020304" pitchFamily="18" charset="0"/>
              </a:rPr>
              <a:t>As another example, consider a circuit-switched network that connects computers in two remote offices of a private company. The offices are connected using a T-1 line leased from a communication service provider. There are two 4 × 8 (4 inputs and 8 outputs) switches in this network. For each switch, four output ports are folded into the input ports to allow communication between computers in the same office. Four other output ports allow communication between the two offices. Figure 8.5 shows the situation.</a:t>
            </a:r>
          </a:p>
        </p:txBody>
      </p:sp>
      <p:grpSp>
        <p:nvGrpSpPr>
          <p:cNvPr id="41987" name="Group 2">
            <a:extLst>
              <a:ext uri="{FF2B5EF4-FFF2-40B4-BE49-F238E27FC236}">
                <a16:creationId xmlns:a16="http://schemas.microsoft.com/office/drawing/2014/main" id="{96E8EFEC-55E1-EA1F-F6DB-BB007B74C204}"/>
              </a:ext>
            </a:extLst>
          </p:cNvPr>
          <p:cNvGrpSpPr>
            <a:grpSpLocks/>
          </p:cNvGrpSpPr>
          <p:nvPr/>
        </p:nvGrpSpPr>
        <p:grpSpPr bwMode="auto">
          <a:xfrm>
            <a:off x="-142875" y="0"/>
            <a:ext cx="9285288" cy="608013"/>
            <a:chOff x="-90" y="0"/>
            <a:chExt cx="5849" cy="383"/>
          </a:xfrm>
        </p:grpSpPr>
        <p:sp>
          <p:nvSpPr>
            <p:cNvPr id="41989" name="Rectangle 3">
              <a:extLst>
                <a:ext uri="{FF2B5EF4-FFF2-40B4-BE49-F238E27FC236}">
                  <a16:creationId xmlns:a16="http://schemas.microsoft.com/office/drawing/2014/main" id="{83926794-EE01-D056-01F2-57E3EFA75E68}"/>
                </a:ext>
              </a:extLst>
            </p:cNvPr>
            <p:cNvSpPr>
              <a:spLocks noChangeArrowheads="1"/>
            </p:cNvSpPr>
            <p:nvPr/>
          </p:nvSpPr>
          <p:spPr bwMode="auto">
            <a:xfrm>
              <a:off x="0" y="0"/>
              <a:ext cx="5759" cy="383"/>
            </a:xfrm>
            <a:prstGeom prst="rect">
              <a:avLst/>
            </a:prstGeom>
            <a:solidFill>
              <a:srgbClr val="2CB843"/>
            </a:solidFill>
            <a:ln w="9360" cap="sq">
              <a:solidFill>
                <a:srgbClr val="00C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990" name="Text Box 4">
              <a:extLst>
                <a:ext uri="{FF2B5EF4-FFF2-40B4-BE49-F238E27FC236}">
                  <a16:creationId xmlns:a16="http://schemas.microsoft.com/office/drawing/2014/main" id="{AE153261-5552-FC3A-64BE-A8F12A4C4D6C}"/>
                </a:ext>
              </a:extLst>
            </p:cNvPr>
            <p:cNvSpPr txBox="1">
              <a:spLocks noChangeArrowheads="1"/>
            </p:cNvSpPr>
            <p:nvPr/>
          </p:nvSpPr>
          <p:spPr bwMode="auto">
            <a:xfrm>
              <a:off x="-90" y="0"/>
              <a:ext cx="1881" cy="365"/>
            </a:xfrm>
            <a:prstGeom prst="rect">
              <a:avLst/>
            </a:prstGeom>
            <a:solidFill>
              <a:srgbClr val="2CB843"/>
            </a:solidFill>
            <a:ln w="9360" cap="sq">
              <a:solidFill>
                <a:srgbClr val="00C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IN" altLang="en-US" b="0" i="0">
                  <a:solidFill>
                    <a:srgbClr val="FFFFFF"/>
                  </a:solidFill>
                  <a:latin typeface="Tahoma" panose="020B0604030504040204" pitchFamily="34" charset="0"/>
                  <a:ea typeface="Adobe Gothic Std B"/>
                  <a:cs typeface="Adobe Gothic Std B"/>
                </a:rPr>
                <a:t>Example 8.2</a:t>
              </a:r>
            </a:p>
          </p:txBody>
        </p:sp>
      </p:grpSp>
      <p:sp>
        <p:nvSpPr>
          <p:cNvPr id="41988" name="Text Box 5">
            <a:extLst>
              <a:ext uri="{FF2B5EF4-FFF2-40B4-BE49-F238E27FC236}">
                <a16:creationId xmlns:a16="http://schemas.microsoft.com/office/drawing/2014/main" id="{A6FC26F9-087D-1F01-F034-9EE18183490C}"/>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4D2E9B55-E8AC-4BBF-BD49-42EE59CC2D08}" type="slidenum">
              <a:rPr lang="en-US" altLang="en-US" sz="1200" b="0">
                <a:solidFill>
                  <a:srgbClr val="000000"/>
                </a:solidFill>
                <a:latin typeface="Arial" panose="020B0604020202020204" pitchFamily="34" charset="0"/>
              </a:rPr>
              <a:pPr eaLnBrk="1" hangingPunct="1">
                <a:buSzPct val="100000"/>
              </a:pPr>
              <a:t>14</a:t>
            </a:fld>
            <a:endParaRPr lang="en-US" altLang="en-US" sz="1200" b="0">
              <a:solidFill>
                <a:srgbClr val="000000"/>
              </a:solidFill>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additive="repl">
                                        <p:cTn id="6" dur="1" fill="hold">
                                          <p:stCondLst>
                                            <p:cond delay="0"/>
                                          </p:stCondLst>
                                        </p:cTn>
                                        <p:tgtEl>
                                          <p:spTgt spid="15361">
                                            <p:txEl>
                                              <p:pRg st="0" end="0"/>
                                            </p:txEl>
                                          </p:spTgt>
                                        </p:tgtEl>
                                        <p:attrNameLst>
                                          <p:attrName>style.visibility</p:attrName>
                                        </p:attrNameLst>
                                      </p:cBhvr>
                                      <p:to>
                                        <p:strVal val="visible"/>
                                      </p:to>
                                    </p:set>
                                    <p:animEffect transition="in" filter="wipe(up)">
                                      <p:cBhvr additive="repl">
                                        <p:cTn id="7" dur="500"/>
                                        <p:tgtEl>
                                          <p:spTgt spid="1536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Text Box 1">
            <a:extLst>
              <a:ext uri="{FF2B5EF4-FFF2-40B4-BE49-F238E27FC236}">
                <a16:creationId xmlns:a16="http://schemas.microsoft.com/office/drawing/2014/main" id="{F0EC89DF-E59A-6E14-9C19-622571EB586C}"/>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904CCB6D-FC9E-4243-B673-B8DAD0D95456}" type="slidenum">
              <a:rPr lang="en-US" altLang="en-US" sz="1200" b="0">
                <a:solidFill>
                  <a:srgbClr val="000000"/>
                </a:solidFill>
                <a:latin typeface="Arial" panose="020B0604020202020204" pitchFamily="34" charset="0"/>
              </a:rPr>
              <a:pPr eaLnBrk="1" hangingPunct="1">
                <a:buSzPct val="100000"/>
              </a:pPr>
              <a:t>15</a:t>
            </a:fld>
            <a:endParaRPr lang="en-US" altLang="en-US" sz="1200" b="0">
              <a:solidFill>
                <a:srgbClr val="000000"/>
              </a:solidFill>
              <a:latin typeface="Arial" panose="020B0604020202020204" pitchFamily="34" charset="0"/>
            </a:endParaRPr>
          </a:p>
        </p:txBody>
      </p:sp>
      <p:sp>
        <p:nvSpPr>
          <p:cNvPr id="44035" name="Rectangle 2">
            <a:extLst>
              <a:ext uri="{FF2B5EF4-FFF2-40B4-BE49-F238E27FC236}">
                <a16:creationId xmlns:a16="http://schemas.microsoft.com/office/drawing/2014/main" id="{4272516D-A543-6962-25FC-A30BD62104C6}"/>
              </a:ext>
            </a:extLst>
          </p:cNvPr>
          <p:cNvSpPr>
            <a:spLocks noChangeArrowheads="1"/>
          </p:cNvSpPr>
          <p:nvPr/>
        </p:nvSpPr>
        <p:spPr bwMode="auto">
          <a:xfrm>
            <a:off x="152400" y="-19050"/>
            <a:ext cx="8153400" cy="7032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8.5:  </a:t>
            </a:r>
            <a:r>
              <a:rPr lang="en-US" altLang="en-US" sz="2000" b="0" i="0">
                <a:solidFill>
                  <a:srgbClr val="000000"/>
                </a:solidFill>
                <a:latin typeface="Times-BoldItalic"/>
              </a:rPr>
              <a:t>Circuit-switched network used in Example 8.2</a:t>
            </a:r>
          </a:p>
        </p:txBody>
      </p:sp>
      <p:pic>
        <p:nvPicPr>
          <p:cNvPr id="18435" name="Picture 3">
            <a:extLst>
              <a:ext uri="{FF2B5EF4-FFF2-40B4-BE49-F238E27FC236}">
                <a16:creationId xmlns:a16="http://schemas.microsoft.com/office/drawing/2014/main" id="{C9BF0515-DDA7-DFD1-2C7F-A6F9C2C77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3" y="1447800"/>
            <a:ext cx="8180387" cy="34321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additive="repl">
                                        <p:cTn id="6" dur="1" fill="hold">
                                          <p:stCondLst>
                                            <p:cond delay="0"/>
                                          </p:stCondLst>
                                        </p:cTn>
                                        <p:tgtEl>
                                          <p:spTgt spid="18435"/>
                                        </p:tgtEl>
                                        <p:attrNameLst>
                                          <p:attrName>style.visibility</p:attrName>
                                        </p:attrNameLst>
                                      </p:cBhvr>
                                      <p:to>
                                        <p:strVal val="visible"/>
                                      </p:to>
                                    </p:set>
                                    <p:animEffect transition="in" filter="wipe(left)">
                                      <p:cBhvr additive="repl">
                                        <p:cTn id="7" dur="225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082" name="Text Box 1">
            <a:extLst>
              <a:ext uri="{FF2B5EF4-FFF2-40B4-BE49-F238E27FC236}">
                <a16:creationId xmlns:a16="http://schemas.microsoft.com/office/drawing/2014/main" id="{4BC7C262-AF03-8335-B229-22A717D8EE11}"/>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AEF1DD55-DFD5-4FE0-9F7F-012909B30899}" type="slidenum">
              <a:rPr lang="en-US" altLang="en-US" sz="1200" b="0">
                <a:solidFill>
                  <a:srgbClr val="000000"/>
                </a:solidFill>
                <a:latin typeface="Arial" panose="020B0604020202020204" pitchFamily="34" charset="0"/>
              </a:rPr>
              <a:pPr eaLnBrk="1" hangingPunct="1">
                <a:buSzPct val="100000"/>
              </a:pPr>
              <a:t>16</a:t>
            </a:fld>
            <a:endParaRPr lang="en-US" altLang="en-US" sz="1200" b="0">
              <a:solidFill>
                <a:srgbClr val="000000"/>
              </a:solidFill>
              <a:latin typeface="Arial" panose="020B0604020202020204" pitchFamily="34" charset="0"/>
            </a:endParaRPr>
          </a:p>
        </p:txBody>
      </p:sp>
      <p:sp>
        <p:nvSpPr>
          <p:cNvPr id="46083" name="Rectangle 2">
            <a:extLst>
              <a:ext uri="{FF2B5EF4-FFF2-40B4-BE49-F238E27FC236}">
                <a16:creationId xmlns:a16="http://schemas.microsoft.com/office/drawing/2014/main" id="{8A97F4DD-2E09-C171-4A24-3EF89C888294}"/>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6084" name="Rectangle 3">
            <a:extLst>
              <a:ext uri="{FF2B5EF4-FFF2-40B4-BE49-F238E27FC236}">
                <a16:creationId xmlns:a16="http://schemas.microsoft.com/office/drawing/2014/main" id="{9245BBD7-59B5-FCC9-643B-860E734D6A68}"/>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6085" name="Rectangle 4">
            <a:extLst>
              <a:ext uri="{FF2B5EF4-FFF2-40B4-BE49-F238E27FC236}">
                <a16:creationId xmlns:a16="http://schemas.microsoft.com/office/drawing/2014/main" id="{BF44D963-5DF6-B614-D991-3D8B3010EA80}"/>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6086" name="Rectangle 5">
            <a:extLst>
              <a:ext uri="{FF2B5EF4-FFF2-40B4-BE49-F238E27FC236}">
                <a16:creationId xmlns:a16="http://schemas.microsoft.com/office/drawing/2014/main" id="{9D27DA92-7C25-48E4-0B90-AA9ED4CA6D00}"/>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6087" name="Rectangle 6">
            <a:extLst>
              <a:ext uri="{FF2B5EF4-FFF2-40B4-BE49-F238E27FC236}">
                <a16:creationId xmlns:a16="http://schemas.microsoft.com/office/drawing/2014/main" id="{0EA7CBA9-AA19-862A-F9D8-3F00C9AAB8DD}"/>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6088" name="Rectangle 7">
            <a:extLst>
              <a:ext uri="{FF2B5EF4-FFF2-40B4-BE49-F238E27FC236}">
                <a16:creationId xmlns:a16="http://schemas.microsoft.com/office/drawing/2014/main" id="{EE8112AF-672B-B4C2-CC7C-195F56506743}"/>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6089" name="Rectangle 8">
            <a:extLst>
              <a:ext uri="{FF2B5EF4-FFF2-40B4-BE49-F238E27FC236}">
                <a16:creationId xmlns:a16="http://schemas.microsoft.com/office/drawing/2014/main" id="{3B8F5487-FA54-A413-E391-D55030D04632}"/>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7417" name="Text Box 9">
            <a:extLst>
              <a:ext uri="{FF2B5EF4-FFF2-40B4-BE49-F238E27FC236}">
                <a16:creationId xmlns:a16="http://schemas.microsoft.com/office/drawing/2014/main" id="{FEB46B59-03F2-40FB-6298-BAA85B1E19E3}"/>
              </a:ext>
            </a:extLst>
          </p:cNvPr>
          <p:cNvSpPr txBox="1">
            <a:spLocks noChangeArrowheads="1"/>
          </p:cNvSpPr>
          <p:nvPr/>
        </p:nvSpPr>
        <p:spPr bwMode="auto">
          <a:xfrm>
            <a:off x="1144588" y="0"/>
            <a:ext cx="3876675" cy="64293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a:solidFill>
                  <a:srgbClr val="FF0000"/>
                </a:solidFill>
                <a:effectLst>
                  <a:outerShdw blurRad="38100" dist="38100" dir="2700000" algn="tl">
                    <a:srgbClr val="C0C0C0"/>
                  </a:outerShdw>
                </a:effectLst>
                <a:latin typeface="Times New Roman" panose="02020603050405020304" pitchFamily="18" charset="0"/>
              </a:rPr>
              <a:t>8.2.1  Three Phases</a:t>
            </a:r>
          </a:p>
        </p:txBody>
      </p:sp>
      <p:sp>
        <p:nvSpPr>
          <p:cNvPr id="39947" name="Rectangle 10">
            <a:extLst>
              <a:ext uri="{FF2B5EF4-FFF2-40B4-BE49-F238E27FC236}">
                <a16:creationId xmlns:a16="http://schemas.microsoft.com/office/drawing/2014/main" id="{223EA61C-3862-7931-E5B5-88C7506AF446}"/>
              </a:ext>
            </a:extLst>
          </p:cNvPr>
          <p:cNvSpPr>
            <a:spLocks noChangeArrowheads="1"/>
          </p:cNvSpPr>
          <p:nvPr/>
        </p:nvSpPr>
        <p:spPr bwMode="auto">
          <a:xfrm>
            <a:off x="381000" y="1293813"/>
            <a:ext cx="7924800" cy="2249487"/>
          </a:xfrm>
          <a:prstGeom prst="rect">
            <a:avLst/>
          </a:prstGeom>
          <a:solidFill>
            <a:srgbClr val="FFFFFF"/>
          </a:solidFill>
          <a:ln>
            <a:noFill/>
          </a:ln>
          <a:effec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ea typeface="WenQuanYi Micro Hei" charset="0"/>
                <a:cs typeface="WenQuanYi Micro Hei" charset="0"/>
              </a:defRPr>
            </a:lvl9pPr>
          </a:lstStyle>
          <a:p>
            <a:pPr algn="just" eaLnBrk="1" hangingPunct="1">
              <a:buSzPct val="100000"/>
              <a:defRPr/>
            </a:pPr>
            <a:r>
              <a:rPr lang="en-US" altLang="en-US" sz="2800" b="0" i="0" dirty="0">
                <a:solidFill>
                  <a:srgbClr val="000000"/>
                </a:solidFill>
                <a:latin typeface="Times New Roman" panose="02020603050405020304" pitchFamily="18" charset="0"/>
              </a:rPr>
              <a:t>The actual communication in a circuit-switched network requires three phases: </a:t>
            </a:r>
          </a:p>
          <a:p>
            <a:pPr marL="457200" indent="-457200" algn="just" eaLnBrk="1" hangingPunct="1">
              <a:buSzPct val="100000"/>
              <a:buFont typeface="Arial" panose="020B0604020202020204" pitchFamily="34" charset="0"/>
              <a:buChar char="•"/>
              <a:defRPr/>
            </a:pPr>
            <a:r>
              <a:rPr lang="en-US" altLang="en-US" sz="2800" b="0" i="0" dirty="0">
                <a:solidFill>
                  <a:srgbClr val="000000"/>
                </a:solidFill>
                <a:latin typeface="Times New Roman" panose="02020603050405020304" pitchFamily="18" charset="0"/>
              </a:rPr>
              <a:t>connection setup, </a:t>
            </a:r>
          </a:p>
          <a:p>
            <a:pPr marL="457200" indent="-457200" algn="just" eaLnBrk="1" hangingPunct="1">
              <a:buSzPct val="100000"/>
              <a:buFont typeface="Arial" panose="020B0604020202020204" pitchFamily="34" charset="0"/>
              <a:buChar char="•"/>
              <a:defRPr/>
            </a:pPr>
            <a:r>
              <a:rPr lang="en-US" altLang="en-US" sz="2800" b="0" i="0" dirty="0">
                <a:solidFill>
                  <a:srgbClr val="000000"/>
                </a:solidFill>
                <a:latin typeface="Times New Roman" panose="02020603050405020304" pitchFamily="18" charset="0"/>
              </a:rPr>
              <a:t>data transfer, and </a:t>
            </a:r>
          </a:p>
          <a:p>
            <a:pPr marL="457200" indent="-457200" algn="just" eaLnBrk="1" hangingPunct="1">
              <a:buSzPct val="100000"/>
              <a:buFont typeface="Arial" panose="020B0604020202020204" pitchFamily="34" charset="0"/>
              <a:buChar char="•"/>
              <a:defRPr/>
            </a:pPr>
            <a:r>
              <a:rPr lang="en-US" altLang="en-US" sz="2800" b="0" i="0" dirty="0">
                <a:solidFill>
                  <a:srgbClr val="000000"/>
                </a:solidFill>
                <a:latin typeface="Times New Roman" panose="02020603050405020304" pitchFamily="18" charset="0"/>
              </a:rPr>
              <a:t>connection teardown.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Text Box 1">
            <a:extLst>
              <a:ext uri="{FF2B5EF4-FFF2-40B4-BE49-F238E27FC236}">
                <a16:creationId xmlns:a16="http://schemas.microsoft.com/office/drawing/2014/main" id="{B404A200-5BAD-1DA0-F35C-7A49ADBD76B5}"/>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0A5DFD44-3D83-40AC-B78B-677B32CBEF3F}" type="slidenum">
              <a:rPr lang="en-US" altLang="en-US" sz="1200" b="0">
                <a:solidFill>
                  <a:srgbClr val="000000"/>
                </a:solidFill>
                <a:latin typeface="Arial" panose="020B0604020202020204" pitchFamily="34" charset="0"/>
              </a:rPr>
              <a:pPr eaLnBrk="1" hangingPunct="1">
                <a:buSzPct val="100000"/>
              </a:pPr>
              <a:t>17</a:t>
            </a:fld>
            <a:endParaRPr lang="en-US" altLang="en-US" sz="1200" b="0">
              <a:solidFill>
                <a:srgbClr val="000000"/>
              </a:solidFill>
              <a:latin typeface="Arial" panose="020B0604020202020204" pitchFamily="34" charset="0"/>
            </a:endParaRPr>
          </a:p>
        </p:txBody>
      </p:sp>
      <p:sp>
        <p:nvSpPr>
          <p:cNvPr id="48131" name="Rectangle 2">
            <a:extLst>
              <a:ext uri="{FF2B5EF4-FFF2-40B4-BE49-F238E27FC236}">
                <a16:creationId xmlns:a16="http://schemas.microsoft.com/office/drawing/2014/main" id="{99B8D049-45CF-298E-79E3-A3FE3A5567F8}"/>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8132" name="Rectangle 3">
            <a:extLst>
              <a:ext uri="{FF2B5EF4-FFF2-40B4-BE49-F238E27FC236}">
                <a16:creationId xmlns:a16="http://schemas.microsoft.com/office/drawing/2014/main" id="{18BD2E5C-89D6-0631-64E3-ADA7232BF260}"/>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8133" name="Rectangle 4">
            <a:extLst>
              <a:ext uri="{FF2B5EF4-FFF2-40B4-BE49-F238E27FC236}">
                <a16:creationId xmlns:a16="http://schemas.microsoft.com/office/drawing/2014/main" id="{CB702AA8-26C4-45DE-315E-B1F44AC08710}"/>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8134" name="Rectangle 5">
            <a:extLst>
              <a:ext uri="{FF2B5EF4-FFF2-40B4-BE49-F238E27FC236}">
                <a16:creationId xmlns:a16="http://schemas.microsoft.com/office/drawing/2014/main" id="{D9741ED7-4CFF-055C-084A-97AF23DE4875}"/>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8135" name="Rectangle 6">
            <a:extLst>
              <a:ext uri="{FF2B5EF4-FFF2-40B4-BE49-F238E27FC236}">
                <a16:creationId xmlns:a16="http://schemas.microsoft.com/office/drawing/2014/main" id="{CDEBA5D5-E318-6A5F-F70D-BCE08246EE43}"/>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8136" name="Rectangle 7">
            <a:extLst>
              <a:ext uri="{FF2B5EF4-FFF2-40B4-BE49-F238E27FC236}">
                <a16:creationId xmlns:a16="http://schemas.microsoft.com/office/drawing/2014/main" id="{7B443744-D752-6DB6-9759-D5582EA80F35}"/>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8137" name="Rectangle 8">
            <a:extLst>
              <a:ext uri="{FF2B5EF4-FFF2-40B4-BE49-F238E27FC236}">
                <a16:creationId xmlns:a16="http://schemas.microsoft.com/office/drawing/2014/main" id="{3A693F2F-7612-737C-685F-E2D62AF784FA}"/>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9465" name="Text Box 9">
            <a:extLst>
              <a:ext uri="{FF2B5EF4-FFF2-40B4-BE49-F238E27FC236}">
                <a16:creationId xmlns:a16="http://schemas.microsoft.com/office/drawing/2014/main" id="{014DBFB1-A510-14DA-EA40-A9002ADC848B}"/>
              </a:ext>
            </a:extLst>
          </p:cNvPr>
          <p:cNvSpPr txBox="1">
            <a:spLocks noChangeArrowheads="1"/>
          </p:cNvSpPr>
          <p:nvPr/>
        </p:nvSpPr>
        <p:spPr bwMode="auto">
          <a:xfrm>
            <a:off x="1150938" y="0"/>
            <a:ext cx="3243262" cy="64293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a:solidFill>
                  <a:srgbClr val="FF0000"/>
                </a:solidFill>
                <a:effectLst>
                  <a:outerShdw blurRad="38100" dist="38100" dir="2700000" algn="tl">
                    <a:srgbClr val="C0C0C0"/>
                  </a:outerShdw>
                </a:effectLst>
                <a:latin typeface="Times New Roman" panose="02020603050405020304" pitchFamily="18" charset="0"/>
              </a:rPr>
              <a:t>8.2.2  Efficiency</a:t>
            </a:r>
          </a:p>
        </p:txBody>
      </p:sp>
      <p:sp>
        <p:nvSpPr>
          <p:cNvPr id="48139" name="Rectangle 10">
            <a:extLst>
              <a:ext uri="{FF2B5EF4-FFF2-40B4-BE49-F238E27FC236}">
                <a16:creationId xmlns:a16="http://schemas.microsoft.com/office/drawing/2014/main" id="{14972076-6854-6283-45CA-F3A5F977E8C8}"/>
              </a:ext>
            </a:extLst>
          </p:cNvPr>
          <p:cNvSpPr>
            <a:spLocks noChangeArrowheads="1"/>
          </p:cNvSpPr>
          <p:nvPr/>
        </p:nvSpPr>
        <p:spPr bwMode="auto">
          <a:xfrm>
            <a:off x="381000" y="1293813"/>
            <a:ext cx="7924800" cy="3971925"/>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It can be argued that circuit-switched networks are not as efficient as the other two types of networks because resources are allocated during the entire duration of the connection. </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These resources are unavailable to other connections. </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In a telephone network, people normally terminate the communication when they have finished their conversation.</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Text Box 1">
            <a:extLst>
              <a:ext uri="{FF2B5EF4-FFF2-40B4-BE49-F238E27FC236}">
                <a16:creationId xmlns:a16="http://schemas.microsoft.com/office/drawing/2014/main" id="{20F6E5C8-7003-C768-17B3-F189FD388385}"/>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2447A0BE-D5A7-4DE9-B362-5C8A3E436C8A}" type="slidenum">
              <a:rPr lang="en-US" altLang="en-US" sz="1200" b="0">
                <a:solidFill>
                  <a:srgbClr val="000000"/>
                </a:solidFill>
                <a:latin typeface="Arial" panose="020B0604020202020204" pitchFamily="34" charset="0"/>
              </a:rPr>
              <a:pPr eaLnBrk="1" hangingPunct="1">
                <a:buSzPct val="100000"/>
              </a:pPr>
              <a:t>18</a:t>
            </a:fld>
            <a:endParaRPr lang="en-US" altLang="en-US" sz="1200" b="0">
              <a:solidFill>
                <a:srgbClr val="000000"/>
              </a:solidFill>
              <a:latin typeface="Arial" panose="020B0604020202020204" pitchFamily="34" charset="0"/>
            </a:endParaRPr>
          </a:p>
        </p:txBody>
      </p:sp>
      <p:sp>
        <p:nvSpPr>
          <p:cNvPr id="50179" name="Rectangle 2">
            <a:extLst>
              <a:ext uri="{FF2B5EF4-FFF2-40B4-BE49-F238E27FC236}">
                <a16:creationId xmlns:a16="http://schemas.microsoft.com/office/drawing/2014/main" id="{74514B45-6FDD-4B98-EB4A-5D507EA8D080}"/>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0180" name="Rectangle 3">
            <a:extLst>
              <a:ext uri="{FF2B5EF4-FFF2-40B4-BE49-F238E27FC236}">
                <a16:creationId xmlns:a16="http://schemas.microsoft.com/office/drawing/2014/main" id="{D1A3F125-CBC5-84F9-6B61-1A6C2912F1DF}"/>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0181" name="Rectangle 4">
            <a:extLst>
              <a:ext uri="{FF2B5EF4-FFF2-40B4-BE49-F238E27FC236}">
                <a16:creationId xmlns:a16="http://schemas.microsoft.com/office/drawing/2014/main" id="{433C064E-E58D-5BAB-F007-5342F9518D24}"/>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0182" name="Rectangle 5">
            <a:extLst>
              <a:ext uri="{FF2B5EF4-FFF2-40B4-BE49-F238E27FC236}">
                <a16:creationId xmlns:a16="http://schemas.microsoft.com/office/drawing/2014/main" id="{3B76B193-9426-5802-9518-EC4CD6629E75}"/>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0183" name="Rectangle 6">
            <a:extLst>
              <a:ext uri="{FF2B5EF4-FFF2-40B4-BE49-F238E27FC236}">
                <a16:creationId xmlns:a16="http://schemas.microsoft.com/office/drawing/2014/main" id="{169E3A17-5EE4-FFD1-2E6A-6551396342D2}"/>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0184" name="Rectangle 7">
            <a:extLst>
              <a:ext uri="{FF2B5EF4-FFF2-40B4-BE49-F238E27FC236}">
                <a16:creationId xmlns:a16="http://schemas.microsoft.com/office/drawing/2014/main" id="{689EDDAA-49D8-EF30-BF20-D370F9DCE6EC}"/>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0185" name="Rectangle 8">
            <a:extLst>
              <a:ext uri="{FF2B5EF4-FFF2-40B4-BE49-F238E27FC236}">
                <a16:creationId xmlns:a16="http://schemas.microsoft.com/office/drawing/2014/main" id="{87CFEEA8-4D46-B3C2-9005-D4A412D2F91C}"/>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489" name="Text Box 9">
            <a:extLst>
              <a:ext uri="{FF2B5EF4-FFF2-40B4-BE49-F238E27FC236}">
                <a16:creationId xmlns:a16="http://schemas.microsoft.com/office/drawing/2014/main" id="{F6B5B6B9-1695-3BA5-2F3B-BE27953D621A}"/>
              </a:ext>
            </a:extLst>
          </p:cNvPr>
          <p:cNvSpPr txBox="1">
            <a:spLocks noChangeArrowheads="1"/>
          </p:cNvSpPr>
          <p:nvPr/>
        </p:nvSpPr>
        <p:spPr bwMode="auto">
          <a:xfrm>
            <a:off x="1144588" y="0"/>
            <a:ext cx="2414587" cy="64293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a:solidFill>
                  <a:srgbClr val="FF0000"/>
                </a:solidFill>
                <a:effectLst>
                  <a:outerShdw blurRad="38100" dist="38100" dir="2700000" algn="tl">
                    <a:srgbClr val="C0C0C0"/>
                  </a:outerShdw>
                </a:effectLst>
                <a:latin typeface="Times New Roman" panose="02020603050405020304" pitchFamily="18" charset="0"/>
              </a:rPr>
              <a:t>8.2.3  Delay</a:t>
            </a:r>
          </a:p>
        </p:txBody>
      </p:sp>
      <p:sp>
        <p:nvSpPr>
          <p:cNvPr id="50187" name="Rectangle 10">
            <a:extLst>
              <a:ext uri="{FF2B5EF4-FFF2-40B4-BE49-F238E27FC236}">
                <a16:creationId xmlns:a16="http://schemas.microsoft.com/office/drawing/2014/main" id="{5FC37DDD-001E-E5E1-4A7F-5964470CBA45}"/>
              </a:ext>
            </a:extLst>
          </p:cNvPr>
          <p:cNvSpPr>
            <a:spLocks noChangeArrowheads="1"/>
          </p:cNvSpPr>
          <p:nvPr/>
        </p:nvSpPr>
        <p:spPr bwMode="auto">
          <a:xfrm>
            <a:off x="381000" y="1293813"/>
            <a:ext cx="7924800" cy="4403725"/>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Although a circuit-switched network normally has low efficiency, the delay in this type of network is minimal. </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During data transfer the data are not delayed at each switch; </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the resources are allocated for the duration of the connection. </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Figure 8.6 shows the idea of delay in a circuit-switched network when only two switches are involved.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Text Box 1">
            <a:extLst>
              <a:ext uri="{FF2B5EF4-FFF2-40B4-BE49-F238E27FC236}">
                <a16:creationId xmlns:a16="http://schemas.microsoft.com/office/drawing/2014/main" id="{35794FF4-F855-F6A0-0A4C-D43F25ADB1B3}"/>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E830801C-309F-4AC5-9475-4CDC5FC603ED}" type="slidenum">
              <a:rPr lang="en-US" altLang="en-US" sz="1200" b="0">
                <a:solidFill>
                  <a:srgbClr val="000000"/>
                </a:solidFill>
                <a:latin typeface="Arial" panose="020B0604020202020204" pitchFamily="34" charset="0"/>
              </a:rPr>
              <a:pPr eaLnBrk="1" hangingPunct="1">
                <a:buSzPct val="100000"/>
              </a:pPr>
              <a:t>19</a:t>
            </a:fld>
            <a:endParaRPr lang="en-US" altLang="en-US" sz="1200" b="0">
              <a:solidFill>
                <a:srgbClr val="000000"/>
              </a:solidFill>
              <a:latin typeface="Arial" panose="020B0604020202020204" pitchFamily="34" charset="0"/>
            </a:endParaRPr>
          </a:p>
        </p:txBody>
      </p:sp>
      <p:sp>
        <p:nvSpPr>
          <p:cNvPr id="52227" name="Rectangle 2">
            <a:extLst>
              <a:ext uri="{FF2B5EF4-FFF2-40B4-BE49-F238E27FC236}">
                <a16:creationId xmlns:a16="http://schemas.microsoft.com/office/drawing/2014/main" id="{48685F52-E944-9C2D-5DF8-6BC8D008C0AE}"/>
              </a:ext>
            </a:extLst>
          </p:cNvPr>
          <p:cNvSpPr>
            <a:spLocks noChangeArrowheads="1"/>
          </p:cNvSpPr>
          <p:nvPr/>
        </p:nvSpPr>
        <p:spPr bwMode="auto">
          <a:xfrm>
            <a:off x="533400" y="677863"/>
            <a:ext cx="8153400" cy="398462"/>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ctr" eaLnBrk="1" hangingPunct="1">
              <a:buSzPct val="100000"/>
            </a:pPr>
            <a:r>
              <a:rPr lang="en-US" altLang="en-US" sz="2000" b="0" i="0">
                <a:solidFill>
                  <a:srgbClr val="FF0000"/>
                </a:solidFill>
                <a:latin typeface="Times-BoldItalic"/>
              </a:rPr>
              <a:t>Figure 8.6:  </a:t>
            </a:r>
            <a:r>
              <a:rPr lang="en-US" altLang="en-US" sz="2000" b="0" i="0">
                <a:solidFill>
                  <a:srgbClr val="000000"/>
                </a:solidFill>
                <a:latin typeface="Times-BoldItalic"/>
              </a:rPr>
              <a:t>Delay in a circuit-switched network</a:t>
            </a:r>
          </a:p>
        </p:txBody>
      </p:sp>
      <p:pic>
        <p:nvPicPr>
          <p:cNvPr id="21507" name="Picture 3">
            <a:extLst>
              <a:ext uri="{FF2B5EF4-FFF2-40B4-BE49-F238E27FC236}">
                <a16:creationId xmlns:a16="http://schemas.microsoft.com/office/drawing/2014/main" id="{7C0FCE47-623A-7B16-A8FF-11CBD7D22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 y="1371600"/>
            <a:ext cx="8420100" cy="44545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508" name="Picture 4">
            <a:extLst>
              <a:ext uri="{FF2B5EF4-FFF2-40B4-BE49-F238E27FC236}">
                <a16:creationId xmlns:a16="http://schemas.microsoft.com/office/drawing/2014/main" id="{F1DC8710-AB1A-11B5-D427-35B65A1536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888" y="2209800"/>
            <a:ext cx="6767512" cy="4667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509" name="Picture 5">
            <a:extLst>
              <a:ext uri="{FF2B5EF4-FFF2-40B4-BE49-F238E27FC236}">
                <a16:creationId xmlns:a16="http://schemas.microsoft.com/office/drawing/2014/main" id="{FC0371AF-1E52-B162-7DB6-E8405FCCD2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5888" y="2667000"/>
            <a:ext cx="6767512" cy="4730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510" name="Picture 6">
            <a:extLst>
              <a:ext uri="{FF2B5EF4-FFF2-40B4-BE49-F238E27FC236}">
                <a16:creationId xmlns:a16="http://schemas.microsoft.com/office/drawing/2014/main" id="{0325DCA0-260F-45E6-3175-8FEDACE06F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5888" y="3124200"/>
            <a:ext cx="6767512" cy="15922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511" name="Picture 7">
            <a:extLst>
              <a:ext uri="{FF2B5EF4-FFF2-40B4-BE49-F238E27FC236}">
                <a16:creationId xmlns:a16="http://schemas.microsoft.com/office/drawing/2014/main" id="{1A2C960E-2075-4609-9FEF-0FB8035B5B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4784725"/>
            <a:ext cx="6767513" cy="4730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215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additive="repl">
                                        <p:cTn id="10" dur="1" fill="hold">
                                          <p:stCondLst>
                                            <p:cond delay="0"/>
                                          </p:stCondLst>
                                        </p:cTn>
                                        <p:tgtEl>
                                          <p:spTgt spid="21508"/>
                                        </p:tgtEl>
                                        <p:attrNameLst>
                                          <p:attrName>style.visibility</p:attrName>
                                        </p:attrNameLst>
                                      </p:cBhvr>
                                      <p:to>
                                        <p:strVal val="visible"/>
                                      </p:to>
                                    </p:set>
                                    <p:animEffect transition="in" filter="wipe(left)">
                                      <p:cBhvr additive="repl">
                                        <p:cTn id="11" dur="2000"/>
                                        <p:tgtEl>
                                          <p:spTgt spid="2150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additive="repl">
                                        <p:cTn id="15" dur="1" fill="hold">
                                          <p:stCondLst>
                                            <p:cond delay="0"/>
                                          </p:stCondLst>
                                        </p:cTn>
                                        <p:tgtEl>
                                          <p:spTgt spid="21509"/>
                                        </p:tgtEl>
                                        <p:attrNameLst>
                                          <p:attrName>style.visibility</p:attrName>
                                        </p:attrNameLst>
                                      </p:cBhvr>
                                      <p:to>
                                        <p:strVal val="visible"/>
                                      </p:to>
                                    </p:set>
                                    <p:animEffect transition="in" filter="wipe(right)">
                                      <p:cBhvr additive="repl">
                                        <p:cTn id="16" dur="2000"/>
                                        <p:tgtEl>
                                          <p:spTgt spid="2150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additive="repl">
                                        <p:cTn id="20" dur="1" fill="hold">
                                          <p:stCondLst>
                                            <p:cond delay="0"/>
                                          </p:stCondLst>
                                        </p:cTn>
                                        <p:tgtEl>
                                          <p:spTgt spid="21510"/>
                                        </p:tgtEl>
                                        <p:attrNameLst>
                                          <p:attrName>style.visibility</p:attrName>
                                        </p:attrNameLst>
                                      </p:cBhvr>
                                      <p:to>
                                        <p:strVal val="visible"/>
                                      </p:to>
                                    </p:set>
                                    <p:animEffect transition="in" filter="wipe(left)">
                                      <p:cBhvr additive="repl">
                                        <p:cTn id="21" dur="2000"/>
                                        <p:tgtEl>
                                          <p:spTgt spid="215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2" fill="hold" nodeType="clickEffect">
                                  <p:stCondLst>
                                    <p:cond delay="0"/>
                                  </p:stCondLst>
                                  <p:childTnLst>
                                    <p:set>
                                      <p:cBhvr additive="repl">
                                        <p:cTn id="25" dur="1" fill="hold">
                                          <p:stCondLst>
                                            <p:cond delay="0"/>
                                          </p:stCondLst>
                                        </p:cTn>
                                        <p:tgtEl>
                                          <p:spTgt spid="21511"/>
                                        </p:tgtEl>
                                        <p:attrNameLst>
                                          <p:attrName>style.visibility</p:attrName>
                                        </p:attrNameLst>
                                      </p:cBhvr>
                                      <p:to>
                                        <p:strVal val="visible"/>
                                      </p:to>
                                    </p:set>
                                    <p:animEffect transition="in" filter="wipe(right)">
                                      <p:cBhvr additive="repl">
                                        <p:cTn id="26" dur="2000"/>
                                        <p:tgtEl>
                                          <p:spTgt spid="21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Text Box 1">
            <a:extLst>
              <a:ext uri="{FF2B5EF4-FFF2-40B4-BE49-F238E27FC236}">
                <a16:creationId xmlns:a16="http://schemas.microsoft.com/office/drawing/2014/main" id="{9518C4B4-7B0C-F75A-39A6-DC25D80902F9}"/>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C1169E5D-1E05-456B-A5AE-9E9FB6899A65}" type="slidenum">
              <a:rPr lang="en-US" altLang="en-US" sz="1200" b="0">
                <a:solidFill>
                  <a:srgbClr val="000000"/>
                </a:solidFill>
                <a:latin typeface="Arial" panose="020B0604020202020204" pitchFamily="34" charset="0"/>
              </a:rPr>
              <a:pPr eaLnBrk="1" hangingPunct="1">
                <a:buSzPct val="100000"/>
              </a:pPr>
              <a:t>20</a:t>
            </a:fld>
            <a:endParaRPr lang="en-US" altLang="en-US" sz="1200" b="0">
              <a:solidFill>
                <a:srgbClr val="000000"/>
              </a:solidFill>
              <a:latin typeface="Arial" panose="020B0604020202020204" pitchFamily="34" charset="0"/>
            </a:endParaRPr>
          </a:p>
        </p:txBody>
      </p:sp>
      <p:sp>
        <p:nvSpPr>
          <p:cNvPr id="54275" name="Rectangle 2">
            <a:extLst>
              <a:ext uri="{FF2B5EF4-FFF2-40B4-BE49-F238E27FC236}">
                <a16:creationId xmlns:a16="http://schemas.microsoft.com/office/drawing/2014/main" id="{7660E445-984C-96B2-6906-EBE26D6DC569}"/>
              </a:ext>
            </a:extLst>
          </p:cNvPr>
          <p:cNvSpPr>
            <a:spLocks noChangeArrowheads="1"/>
          </p:cNvSpPr>
          <p:nvPr/>
        </p:nvSpPr>
        <p:spPr bwMode="auto">
          <a:xfrm>
            <a:off x="0" y="0"/>
            <a:ext cx="9144000" cy="1371600"/>
          </a:xfrm>
          <a:prstGeom prst="rect">
            <a:avLst/>
          </a:prstGeom>
          <a:solidFill>
            <a:srgbClr val="33CCFF"/>
          </a:solidFill>
          <a:ln w="936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2531" name="Text Box 3">
            <a:extLst>
              <a:ext uri="{FF2B5EF4-FFF2-40B4-BE49-F238E27FC236}">
                <a16:creationId xmlns:a16="http://schemas.microsoft.com/office/drawing/2014/main" id="{CA7F1E4B-3719-F7E1-B0BF-C5B3990FA0E6}"/>
              </a:ext>
            </a:extLst>
          </p:cNvPr>
          <p:cNvSpPr txBox="1">
            <a:spLocks noChangeArrowheads="1"/>
          </p:cNvSpPr>
          <p:nvPr/>
        </p:nvSpPr>
        <p:spPr bwMode="auto">
          <a:xfrm>
            <a:off x="263525" y="406400"/>
            <a:ext cx="5194300" cy="10683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marL="0" lvl="2" indent="0" eaLnBrk="1" hangingPunct="1">
              <a:buSzPct val="100000"/>
              <a:defRPr/>
            </a:pPr>
            <a:r>
              <a:rPr lang="en-US" b="0">
                <a:effectLst>
                  <a:outerShdw blurRad="38100" dist="38100" dir="2700000" algn="tl">
                    <a:srgbClr val="C0C0C0"/>
                  </a:outerShdw>
                </a:effectLst>
                <a:latin typeface="Times New Roman" panose="02020603050405020304" pitchFamily="18" charset="0"/>
              </a:rPr>
              <a:t>8-3   PACKET SWITCHING</a:t>
            </a:r>
          </a:p>
          <a:p>
            <a:pPr marL="0" lvl="2" indent="0" eaLnBrk="1" hangingPunct="1">
              <a:buSzPct val="100000"/>
              <a:defRPr/>
            </a:pPr>
            <a:endParaRPr lang="en-US" b="0">
              <a:effectLst>
                <a:outerShdw blurRad="38100" dist="38100" dir="2700000" algn="tl">
                  <a:srgbClr val="C0C0C0"/>
                </a:outerShdw>
              </a:effectLst>
              <a:latin typeface="Times New Roman" panose="02020603050405020304" pitchFamily="18" charset="0"/>
            </a:endParaRPr>
          </a:p>
        </p:txBody>
      </p:sp>
      <p:sp>
        <p:nvSpPr>
          <p:cNvPr id="54277" name="Text Box 4">
            <a:extLst>
              <a:ext uri="{FF2B5EF4-FFF2-40B4-BE49-F238E27FC236}">
                <a16:creationId xmlns:a16="http://schemas.microsoft.com/office/drawing/2014/main" id="{5C5BAE70-EB60-FDB3-462B-EDA1E0324E64}"/>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4278" name="Rectangle 5">
            <a:extLst>
              <a:ext uri="{FF2B5EF4-FFF2-40B4-BE49-F238E27FC236}">
                <a16:creationId xmlns:a16="http://schemas.microsoft.com/office/drawing/2014/main" id="{4560A4D7-28DF-E3F8-AED5-4E3AF673E290}"/>
              </a:ext>
            </a:extLst>
          </p:cNvPr>
          <p:cNvSpPr>
            <a:spLocks noChangeArrowheads="1"/>
          </p:cNvSpPr>
          <p:nvPr/>
        </p:nvSpPr>
        <p:spPr bwMode="auto">
          <a:xfrm>
            <a:off x="228600" y="1658938"/>
            <a:ext cx="8229600" cy="354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b="0" i="0">
                <a:solidFill>
                  <a:srgbClr val="000000"/>
                </a:solidFill>
                <a:latin typeface="Times New Roman" panose="02020603050405020304" pitchFamily="18" charset="0"/>
              </a:rPr>
              <a:t>In data communications, we need to send messages from one end system to another. </a:t>
            </a:r>
          </a:p>
          <a:p>
            <a:pPr algn="just" eaLnBrk="1" hangingPunct="1">
              <a:buSzPct val="100000"/>
              <a:buFont typeface="Arial" panose="020B0604020202020204" pitchFamily="34" charset="0"/>
              <a:buChar char="•"/>
            </a:pPr>
            <a:r>
              <a:rPr lang="en-US" altLang="en-US" b="0" i="0">
                <a:solidFill>
                  <a:srgbClr val="000000"/>
                </a:solidFill>
                <a:latin typeface="Times New Roman" panose="02020603050405020304" pitchFamily="18" charset="0"/>
              </a:rPr>
              <a:t>If the message is going to pass through a packet-switched network, it needs to be divided into packets of fixed or variable size. </a:t>
            </a:r>
          </a:p>
          <a:p>
            <a:pPr algn="just" eaLnBrk="1" hangingPunct="1">
              <a:buSzPct val="100000"/>
              <a:buFont typeface="Arial" panose="020B0604020202020204" pitchFamily="34" charset="0"/>
              <a:buChar char="•"/>
            </a:pPr>
            <a:r>
              <a:rPr lang="en-US" altLang="en-US" b="0" i="0">
                <a:solidFill>
                  <a:srgbClr val="000000"/>
                </a:solidFill>
                <a:latin typeface="Times New Roman" panose="02020603050405020304" pitchFamily="18" charset="0"/>
              </a:rPr>
              <a:t>The size of the packet is determined by the network and the governing protocol.</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Text Box 1">
            <a:extLst>
              <a:ext uri="{FF2B5EF4-FFF2-40B4-BE49-F238E27FC236}">
                <a16:creationId xmlns:a16="http://schemas.microsoft.com/office/drawing/2014/main" id="{69ADAE8F-B36D-8624-2BB9-4BC07D5A8920}"/>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4AA15D2D-F06F-40E3-809F-6C928A2391EA}" type="slidenum">
              <a:rPr lang="en-US" altLang="en-US" sz="1200" b="0">
                <a:solidFill>
                  <a:srgbClr val="000000"/>
                </a:solidFill>
                <a:latin typeface="Arial" panose="020B0604020202020204" pitchFamily="34" charset="0"/>
              </a:rPr>
              <a:pPr eaLnBrk="1" hangingPunct="1">
                <a:buSzPct val="100000"/>
              </a:pPr>
              <a:t>21</a:t>
            </a:fld>
            <a:endParaRPr lang="en-US" altLang="en-US" sz="1200" b="0">
              <a:solidFill>
                <a:srgbClr val="000000"/>
              </a:solidFill>
              <a:latin typeface="Arial" panose="020B0604020202020204" pitchFamily="34" charset="0"/>
            </a:endParaRPr>
          </a:p>
        </p:txBody>
      </p:sp>
      <p:sp>
        <p:nvSpPr>
          <p:cNvPr id="56323" name="Rectangle 2">
            <a:extLst>
              <a:ext uri="{FF2B5EF4-FFF2-40B4-BE49-F238E27FC236}">
                <a16:creationId xmlns:a16="http://schemas.microsoft.com/office/drawing/2014/main" id="{271EFF02-5548-F949-C496-DE693776F4F6}"/>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6324" name="Rectangle 3">
            <a:extLst>
              <a:ext uri="{FF2B5EF4-FFF2-40B4-BE49-F238E27FC236}">
                <a16:creationId xmlns:a16="http://schemas.microsoft.com/office/drawing/2014/main" id="{A29C3135-29BF-4BDD-C831-CAF65B56E2D4}"/>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6325" name="Rectangle 4">
            <a:extLst>
              <a:ext uri="{FF2B5EF4-FFF2-40B4-BE49-F238E27FC236}">
                <a16:creationId xmlns:a16="http://schemas.microsoft.com/office/drawing/2014/main" id="{9793C244-A910-E4C8-EF71-2B313ABCC393}"/>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6326" name="Rectangle 5">
            <a:extLst>
              <a:ext uri="{FF2B5EF4-FFF2-40B4-BE49-F238E27FC236}">
                <a16:creationId xmlns:a16="http://schemas.microsoft.com/office/drawing/2014/main" id="{70DD671A-8E30-A769-D558-E7A4E7E05386}"/>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6327" name="Rectangle 6">
            <a:extLst>
              <a:ext uri="{FF2B5EF4-FFF2-40B4-BE49-F238E27FC236}">
                <a16:creationId xmlns:a16="http://schemas.microsoft.com/office/drawing/2014/main" id="{0452A8DD-2C2F-F04B-BD96-A39E4A41AFCF}"/>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6328" name="Rectangle 7">
            <a:extLst>
              <a:ext uri="{FF2B5EF4-FFF2-40B4-BE49-F238E27FC236}">
                <a16:creationId xmlns:a16="http://schemas.microsoft.com/office/drawing/2014/main" id="{8F685950-EB1C-3859-D85B-C822C5738BE3}"/>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6329" name="Rectangle 8">
            <a:extLst>
              <a:ext uri="{FF2B5EF4-FFF2-40B4-BE49-F238E27FC236}">
                <a16:creationId xmlns:a16="http://schemas.microsoft.com/office/drawing/2014/main" id="{6259447C-3283-D343-2527-954507F1A5D5}"/>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3561" name="Text Box 9">
            <a:extLst>
              <a:ext uri="{FF2B5EF4-FFF2-40B4-BE49-F238E27FC236}">
                <a16:creationId xmlns:a16="http://schemas.microsoft.com/office/drawing/2014/main" id="{50E94939-5FA1-03C0-F3B2-728D408A7D01}"/>
              </a:ext>
            </a:extLst>
          </p:cNvPr>
          <p:cNvSpPr txBox="1">
            <a:spLocks noChangeArrowheads="1"/>
          </p:cNvSpPr>
          <p:nvPr/>
        </p:nvSpPr>
        <p:spPr bwMode="auto">
          <a:xfrm>
            <a:off x="1144588" y="0"/>
            <a:ext cx="5121275" cy="64293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dirty="0">
                <a:solidFill>
                  <a:srgbClr val="FF0000"/>
                </a:solidFill>
                <a:effectLst>
                  <a:outerShdw blurRad="38100" dist="38100" dir="2700000" algn="tl">
                    <a:srgbClr val="C0C0C0"/>
                  </a:outerShdw>
                </a:effectLst>
                <a:latin typeface="Times New Roman" panose="02020603050405020304" pitchFamily="18" charset="0"/>
              </a:rPr>
              <a:t>8.3.1  Datagram Networks</a:t>
            </a:r>
          </a:p>
        </p:txBody>
      </p:sp>
      <p:sp>
        <p:nvSpPr>
          <p:cNvPr id="56331" name="Rectangle 10">
            <a:extLst>
              <a:ext uri="{FF2B5EF4-FFF2-40B4-BE49-F238E27FC236}">
                <a16:creationId xmlns:a16="http://schemas.microsoft.com/office/drawing/2014/main" id="{7838E13B-BA8D-73A0-6DAA-2DA801610D18}"/>
              </a:ext>
            </a:extLst>
          </p:cNvPr>
          <p:cNvSpPr>
            <a:spLocks noChangeArrowheads="1"/>
          </p:cNvSpPr>
          <p:nvPr/>
        </p:nvSpPr>
        <p:spPr bwMode="auto">
          <a:xfrm>
            <a:off x="381000" y="1293813"/>
            <a:ext cx="7924800" cy="3111500"/>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In a datagram network, each packet is treated independently of all others. </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Even if the packet is part of a multi-packet transmission, the network treats it as though it existed alone. </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Packets in this approach are referred to as datagrams.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Text Box 1">
            <a:extLst>
              <a:ext uri="{FF2B5EF4-FFF2-40B4-BE49-F238E27FC236}">
                <a16:creationId xmlns:a16="http://schemas.microsoft.com/office/drawing/2014/main" id="{89DB32EE-4E9A-47FC-6543-084CB0CD4780}"/>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BEE70A7A-AA3D-49A9-B6AD-22C2A93B50C9}" type="slidenum">
              <a:rPr lang="en-US" altLang="en-US" sz="1200" b="0">
                <a:solidFill>
                  <a:srgbClr val="000000"/>
                </a:solidFill>
                <a:latin typeface="Arial" panose="020B0604020202020204" pitchFamily="34" charset="0"/>
              </a:rPr>
              <a:pPr eaLnBrk="1" hangingPunct="1">
                <a:buSzPct val="100000"/>
              </a:pPr>
              <a:t>22</a:t>
            </a:fld>
            <a:endParaRPr lang="en-US" altLang="en-US" sz="1200" b="0">
              <a:solidFill>
                <a:srgbClr val="000000"/>
              </a:solidFill>
              <a:latin typeface="Arial" panose="020B0604020202020204" pitchFamily="34" charset="0"/>
            </a:endParaRPr>
          </a:p>
        </p:txBody>
      </p:sp>
      <p:sp>
        <p:nvSpPr>
          <p:cNvPr id="58371" name="Rectangle 2">
            <a:extLst>
              <a:ext uri="{FF2B5EF4-FFF2-40B4-BE49-F238E27FC236}">
                <a16:creationId xmlns:a16="http://schemas.microsoft.com/office/drawing/2014/main" id="{0CBC2B33-2F38-B787-6E0C-88A4958AFD6B}"/>
              </a:ext>
            </a:extLst>
          </p:cNvPr>
          <p:cNvSpPr>
            <a:spLocks noChangeArrowheads="1"/>
          </p:cNvSpPr>
          <p:nvPr/>
        </p:nvSpPr>
        <p:spPr bwMode="auto">
          <a:xfrm>
            <a:off x="671513" y="990600"/>
            <a:ext cx="8153400" cy="401638"/>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ctr" eaLnBrk="1" hangingPunct="1">
              <a:buSzPct val="100000"/>
            </a:pPr>
            <a:r>
              <a:rPr lang="en-US" altLang="en-US" sz="2000" b="0" i="0">
                <a:solidFill>
                  <a:srgbClr val="FF0000"/>
                </a:solidFill>
                <a:latin typeface="Times-BoldItalic"/>
              </a:rPr>
              <a:t>Figure 8.7:  </a:t>
            </a:r>
            <a:r>
              <a:rPr lang="en-US" altLang="en-US" sz="2000" b="0" i="0">
                <a:solidFill>
                  <a:srgbClr val="000000"/>
                </a:solidFill>
                <a:latin typeface="Times-BoldItalic"/>
              </a:rPr>
              <a:t>A Datagram network with five switches (routers)</a:t>
            </a:r>
          </a:p>
        </p:txBody>
      </p:sp>
      <p:pic>
        <p:nvPicPr>
          <p:cNvPr id="24579" name="Picture 3">
            <a:extLst>
              <a:ext uri="{FF2B5EF4-FFF2-40B4-BE49-F238E27FC236}">
                <a16:creationId xmlns:a16="http://schemas.microsoft.com/office/drawing/2014/main" id="{BCDBC7F9-8B56-E31D-EBDD-3D9012843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08225"/>
            <a:ext cx="8008938" cy="30257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0" name="Picture 4">
            <a:extLst>
              <a:ext uri="{FF2B5EF4-FFF2-40B4-BE49-F238E27FC236}">
                <a16:creationId xmlns:a16="http://schemas.microsoft.com/office/drawing/2014/main" id="{4C86D2A9-5D80-037B-68C3-99C915994E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425" y="2554288"/>
            <a:ext cx="1501775" cy="2651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1" name="Picture 5">
            <a:extLst>
              <a:ext uri="{FF2B5EF4-FFF2-40B4-BE49-F238E27FC236}">
                <a16:creationId xmlns:a16="http://schemas.microsoft.com/office/drawing/2014/main" id="{BC4DE7AF-20A6-9B99-AB70-CEE984D81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4438" y="2436813"/>
            <a:ext cx="255587" cy="2508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2" name="Picture 6">
            <a:extLst>
              <a:ext uri="{FF2B5EF4-FFF2-40B4-BE49-F238E27FC236}">
                <a16:creationId xmlns:a16="http://schemas.microsoft.com/office/drawing/2014/main" id="{04395691-F738-995A-4239-079C7EFC9D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2688" y="2951163"/>
            <a:ext cx="255587" cy="2555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3" name="Picture 7">
            <a:extLst>
              <a:ext uri="{FF2B5EF4-FFF2-40B4-BE49-F238E27FC236}">
                <a16:creationId xmlns:a16="http://schemas.microsoft.com/office/drawing/2014/main" id="{DA2EF948-AB58-B308-8A08-86B801DE8E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71863" y="2443163"/>
            <a:ext cx="250825" cy="2508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4" name="Picture 8">
            <a:extLst>
              <a:ext uri="{FF2B5EF4-FFF2-40B4-BE49-F238E27FC236}">
                <a16:creationId xmlns:a16="http://schemas.microsoft.com/office/drawing/2014/main" id="{36D28FD7-7F05-8B87-8E97-22C9F003B4A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3570288"/>
            <a:ext cx="255588" cy="2492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5" name="Picture 9">
            <a:extLst>
              <a:ext uri="{FF2B5EF4-FFF2-40B4-BE49-F238E27FC236}">
                <a16:creationId xmlns:a16="http://schemas.microsoft.com/office/drawing/2014/main" id="{A5EEED58-D1AE-C2E8-3B74-78EFDC81B6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9625" y="3081338"/>
            <a:ext cx="255588" cy="2508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6" name="Picture 10">
            <a:extLst>
              <a:ext uri="{FF2B5EF4-FFF2-40B4-BE49-F238E27FC236}">
                <a16:creationId xmlns:a16="http://schemas.microsoft.com/office/drawing/2014/main" id="{5D04E3A7-4DDC-5639-5BE0-4E971366E8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24475" y="3890963"/>
            <a:ext cx="255588" cy="2508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7" name="Picture 11">
            <a:extLst>
              <a:ext uri="{FF2B5EF4-FFF2-40B4-BE49-F238E27FC236}">
                <a16:creationId xmlns:a16="http://schemas.microsoft.com/office/drawing/2014/main" id="{3D3FCC2F-F430-87A9-745D-A774B8D93DC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6725" y="4229100"/>
            <a:ext cx="254000" cy="2508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8" name="Picture 12">
            <a:extLst>
              <a:ext uri="{FF2B5EF4-FFF2-40B4-BE49-F238E27FC236}">
                <a16:creationId xmlns:a16="http://schemas.microsoft.com/office/drawing/2014/main" id="{EF609150-0463-3969-BE3C-9694D93A28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21388" y="3627438"/>
            <a:ext cx="249237" cy="2508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89" name="Picture 13">
            <a:extLst>
              <a:ext uri="{FF2B5EF4-FFF2-40B4-BE49-F238E27FC236}">
                <a16:creationId xmlns:a16="http://schemas.microsoft.com/office/drawing/2014/main" id="{03D13496-C7E1-6ABD-A585-6F7127CC38F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6638" y="4090988"/>
            <a:ext cx="255587" cy="254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590" name="Picture 14">
            <a:extLst>
              <a:ext uri="{FF2B5EF4-FFF2-40B4-BE49-F238E27FC236}">
                <a16:creationId xmlns:a16="http://schemas.microsoft.com/office/drawing/2014/main" id="{F08A7CB1-332D-A7D4-0220-63B85F50D46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4221163"/>
            <a:ext cx="1501775" cy="2492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245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additive="repl">
                                        <p:cTn id="10" dur="1" fill="hold">
                                          <p:stCondLst>
                                            <p:cond delay="0"/>
                                          </p:stCondLst>
                                        </p:cTn>
                                        <p:tgtEl>
                                          <p:spTgt spid="24580"/>
                                        </p:tgtEl>
                                        <p:attrNameLst>
                                          <p:attrName>style.visibility</p:attrName>
                                        </p:attrNameLst>
                                      </p:cBhvr>
                                      <p:to>
                                        <p:strVal val="visible"/>
                                      </p:to>
                                    </p:set>
                                    <p:animEffect transition="in" filter="wipe(left)">
                                      <p:cBhvr additive="repl">
                                        <p:cTn id="11" dur="2750"/>
                                        <p:tgtEl>
                                          <p:spTgt spid="245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xit" fill="hold" nodeType="clickEffect">
                                  <p:stCondLst>
                                    <p:cond delay="0"/>
                                  </p:stCondLst>
                                  <p:childTnLst>
                                    <p:set>
                                      <p:cBhvr additive="repl">
                                        <p:cTn id="15" dur="1" fill="hold">
                                          <p:stCondLst>
                                            <p:cond delay="0"/>
                                          </p:stCondLst>
                                        </p:cTn>
                                        <p:tgtEl>
                                          <p:spTgt spid="24580"/>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fill="hold" nodeType="clickEffect">
                                  <p:stCondLst>
                                    <p:cond delay="0"/>
                                  </p:stCondLst>
                                  <p:childTnLst>
                                    <p:set>
                                      <p:cBhvr additive="repl">
                                        <p:cTn id="19" dur="1" fill="hold">
                                          <p:stCondLst>
                                            <p:cond delay="0"/>
                                          </p:stCondLst>
                                        </p:cTn>
                                        <p:tgtEl>
                                          <p:spTgt spid="24581"/>
                                        </p:tgtEl>
                                        <p:attrNameLst>
                                          <p:attrName>style.visibility</p:attrName>
                                        </p:attrNameLst>
                                      </p:cBhvr>
                                      <p:to>
                                        <p:strVal val="visible"/>
                                      </p:to>
                                    </p:set>
                                  </p:childTnLst>
                                </p:cTn>
                              </p:par>
                              <p:par>
                                <p:cTn id="20" presetID="1" presetClass="entr" fill="hold" nodeType="withEffect">
                                  <p:stCondLst>
                                    <p:cond delay="0"/>
                                  </p:stCondLst>
                                  <p:childTnLst>
                                    <p:set>
                                      <p:cBhvr additive="repl">
                                        <p:cTn id="21" dur="1" fill="hold">
                                          <p:stCondLst>
                                            <p:cond delay="0"/>
                                          </p:stCondLst>
                                        </p:cTn>
                                        <p:tgtEl>
                                          <p:spTgt spid="24585"/>
                                        </p:tgtEl>
                                        <p:attrNameLst>
                                          <p:attrName>style.visibility</p:attrName>
                                        </p:attrNameLst>
                                      </p:cBhvr>
                                      <p:to>
                                        <p:strVal val="visible"/>
                                      </p:to>
                                    </p:set>
                                  </p:childTnLst>
                                </p:cTn>
                              </p:par>
                              <p:par>
                                <p:cTn id="22" presetID="1" presetClass="entr" fill="hold" nodeType="withEffect">
                                  <p:stCondLst>
                                    <p:cond delay="0"/>
                                  </p:stCondLst>
                                  <p:childTnLst>
                                    <p:set>
                                      <p:cBhvr additive="repl">
                                        <p:cTn id="23" dur="1" fill="hold">
                                          <p:stCondLst>
                                            <p:cond delay="0"/>
                                          </p:stCondLst>
                                        </p:cTn>
                                        <p:tgtEl>
                                          <p:spTgt spid="24586"/>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xit" fill="hold" nodeType="clickEffect">
                                  <p:stCondLst>
                                    <p:cond delay="0"/>
                                  </p:stCondLst>
                                  <p:childTnLst>
                                    <p:set>
                                      <p:cBhvr additive="repl">
                                        <p:cTn id="27" dur="1" fill="hold">
                                          <p:stCondLst>
                                            <p:cond delay="0"/>
                                          </p:stCondLst>
                                        </p:cTn>
                                        <p:tgtEl>
                                          <p:spTgt spid="24581"/>
                                        </p:tgtEl>
                                        <p:attrNameLst>
                                          <p:attrName>style.visibility</p:attrName>
                                        </p:attrNameLst>
                                      </p:cBhvr>
                                      <p:to>
                                        <p:strVal val="hidden"/>
                                      </p:to>
                                    </p:set>
                                  </p:childTnLst>
                                </p:cTn>
                              </p:par>
                              <p:par>
                                <p:cTn id="28" presetID="1" presetClass="exit" fill="hold" nodeType="withEffect">
                                  <p:stCondLst>
                                    <p:cond delay="0"/>
                                  </p:stCondLst>
                                  <p:childTnLst>
                                    <p:set>
                                      <p:cBhvr additive="repl">
                                        <p:cTn id="29" dur="1" fill="hold">
                                          <p:stCondLst>
                                            <p:cond delay="0"/>
                                          </p:stCondLst>
                                        </p:cTn>
                                        <p:tgtEl>
                                          <p:spTgt spid="24585"/>
                                        </p:tgtEl>
                                        <p:attrNameLst>
                                          <p:attrName>style.visibility</p:attrName>
                                        </p:attrNameLst>
                                      </p:cBhvr>
                                      <p:to>
                                        <p:strVal val="hidden"/>
                                      </p:to>
                                    </p:set>
                                  </p:childTnLst>
                                </p:cTn>
                              </p:par>
                              <p:par>
                                <p:cTn id="30" presetID="1" presetClass="exit" fill="hold" nodeType="withEffect">
                                  <p:stCondLst>
                                    <p:cond delay="0"/>
                                  </p:stCondLst>
                                  <p:childTnLst>
                                    <p:set>
                                      <p:cBhvr additive="repl">
                                        <p:cTn id="31" dur="1" fill="hold">
                                          <p:stCondLst>
                                            <p:cond delay="0"/>
                                          </p:stCondLst>
                                        </p:cTn>
                                        <p:tgtEl>
                                          <p:spTgt spid="24586"/>
                                        </p:tgtEl>
                                        <p:attrNameLst>
                                          <p:attrName>style.visibility</p:attrName>
                                        </p:attrNameLst>
                                      </p:cBhvr>
                                      <p:to>
                                        <p:strVal val="hidden"/>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fill="hold" nodeType="clickEffect">
                                  <p:stCondLst>
                                    <p:cond delay="0"/>
                                  </p:stCondLst>
                                  <p:childTnLst>
                                    <p:set>
                                      <p:cBhvr additive="repl">
                                        <p:cTn id="35" dur="1" fill="hold">
                                          <p:stCondLst>
                                            <p:cond delay="0"/>
                                          </p:stCondLst>
                                        </p:cTn>
                                        <p:tgtEl>
                                          <p:spTgt spid="24582"/>
                                        </p:tgtEl>
                                        <p:attrNameLst>
                                          <p:attrName>style.visibility</p:attrName>
                                        </p:attrNameLst>
                                      </p:cBhvr>
                                      <p:to>
                                        <p:strVal val="visible"/>
                                      </p:to>
                                    </p:set>
                                  </p:childTnLst>
                                </p:cTn>
                              </p:par>
                              <p:par>
                                <p:cTn id="36" presetID="1" presetClass="entr" fill="hold" nodeType="withEffect">
                                  <p:stCondLst>
                                    <p:cond delay="0"/>
                                  </p:stCondLst>
                                  <p:childTnLst>
                                    <p:set>
                                      <p:cBhvr additive="repl">
                                        <p:cTn id="37" dur="1" fill="hold">
                                          <p:stCondLst>
                                            <p:cond delay="0"/>
                                          </p:stCondLst>
                                        </p:cTn>
                                        <p:tgtEl>
                                          <p:spTgt spid="24589"/>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xit" fill="hold" nodeType="clickEffect">
                                  <p:stCondLst>
                                    <p:cond delay="0"/>
                                  </p:stCondLst>
                                  <p:childTnLst>
                                    <p:set>
                                      <p:cBhvr additive="repl">
                                        <p:cTn id="41" dur="1" fill="hold">
                                          <p:stCondLst>
                                            <p:cond delay="0"/>
                                          </p:stCondLst>
                                        </p:cTn>
                                        <p:tgtEl>
                                          <p:spTgt spid="24582"/>
                                        </p:tgtEl>
                                        <p:attrNameLst>
                                          <p:attrName>style.visibility</p:attrName>
                                        </p:attrNameLst>
                                      </p:cBhvr>
                                      <p:to>
                                        <p:strVal val="hidden"/>
                                      </p:to>
                                    </p:set>
                                  </p:childTnLst>
                                </p:cTn>
                              </p:par>
                              <p:par>
                                <p:cTn id="42" presetID="1" presetClass="exit" fill="hold" nodeType="withEffect">
                                  <p:stCondLst>
                                    <p:cond delay="0"/>
                                  </p:stCondLst>
                                  <p:childTnLst>
                                    <p:set>
                                      <p:cBhvr additive="repl">
                                        <p:cTn id="43" dur="1" fill="hold">
                                          <p:stCondLst>
                                            <p:cond delay="0"/>
                                          </p:stCondLst>
                                        </p:cTn>
                                        <p:tgtEl>
                                          <p:spTgt spid="24589"/>
                                        </p:tgtEl>
                                        <p:attrNameLst>
                                          <p:attrName>style.visibility</p:attrName>
                                        </p:attrNameLst>
                                      </p:cBhvr>
                                      <p:to>
                                        <p:strVal val="hidden"/>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fill="hold" nodeType="clickEffect">
                                  <p:stCondLst>
                                    <p:cond delay="0"/>
                                  </p:stCondLst>
                                  <p:childTnLst>
                                    <p:set>
                                      <p:cBhvr additive="repl">
                                        <p:cTn id="47" dur="1" fill="hold">
                                          <p:stCondLst>
                                            <p:cond delay="0"/>
                                          </p:stCondLst>
                                        </p:cTn>
                                        <p:tgtEl>
                                          <p:spTgt spid="24588"/>
                                        </p:tgtEl>
                                        <p:attrNameLst>
                                          <p:attrName>style.visibility</p:attrName>
                                        </p:attrNameLst>
                                      </p:cBhvr>
                                      <p:to>
                                        <p:strVal val="visible"/>
                                      </p:to>
                                    </p:set>
                                  </p:childTnLst>
                                </p:cTn>
                              </p:par>
                              <p:par>
                                <p:cTn id="48" presetID="1" presetClass="entr" fill="hold" nodeType="withEffect">
                                  <p:stCondLst>
                                    <p:cond delay="0"/>
                                  </p:stCondLst>
                                  <p:childTnLst>
                                    <p:set>
                                      <p:cBhvr additive="repl">
                                        <p:cTn id="49" dur="1" fill="hold">
                                          <p:stCondLst>
                                            <p:cond delay="0"/>
                                          </p:stCondLst>
                                        </p:cTn>
                                        <p:tgtEl>
                                          <p:spTgt spid="2458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xit" fill="hold" nodeType="clickEffect">
                                  <p:stCondLst>
                                    <p:cond delay="0"/>
                                  </p:stCondLst>
                                  <p:childTnLst>
                                    <p:set>
                                      <p:cBhvr additive="repl">
                                        <p:cTn id="53" dur="1" fill="hold">
                                          <p:stCondLst>
                                            <p:cond delay="0"/>
                                          </p:stCondLst>
                                        </p:cTn>
                                        <p:tgtEl>
                                          <p:spTgt spid="24588"/>
                                        </p:tgtEl>
                                        <p:attrNameLst>
                                          <p:attrName>style.visibility</p:attrName>
                                        </p:attrNameLst>
                                      </p:cBhvr>
                                      <p:to>
                                        <p:strVal val="hidden"/>
                                      </p:to>
                                    </p:set>
                                  </p:childTnLst>
                                </p:cTn>
                              </p:par>
                              <p:par>
                                <p:cTn id="54" presetID="1" presetClass="exit" fill="hold" nodeType="withEffect">
                                  <p:stCondLst>
                                    <p:cond delay="0"/>
                                  </p:stCondLst>
                                  <p:childTnLst>
                                    <p:set>
                                      <p:cBhvr additive="repl">
                                        <p:cTn id="55" dur="1" fill="hold">
                                          <p:stCondLst>
                                            <p:cond delay="0"/>
                                          </p:stCondLst>
                                        </p:cTn>
                                        <p:tgtEl>
                                          <p:spTgt spid="24583"/>
                                        </p:tgtEl>
                                        <p:attrNameLst>
                                          <p:attrName>style.visibility</p:attrName>
                                        </p:attrNameLst>
                                      </p:cBhvr>
                                      <p:to>
                                        <p:strVal val="hidden"/>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fill="hold" nodeType="clickEffect">
                                  <p:stCondLst>
                                    <p:cond delay="0"/>
                                  </p:stCondLst>
                                  <p:childTnLst>
                                    <p:set>
                                      <p:cBhvr additive="repl">
                                        <p:cTn id="59" dur="1" fill="hold">
                                          <p:stCondLst>
                                            <p:cond delay="0"/>
                                          </p:stCondLst>
                                        </p:cTn>
                                        <p:tgtEl>
                                          <p:spTgt spid="24584"/>
                                        </p:tgtEl>
                                        <p:attrNameLst>
                                          <p:attrName>style.visibility</p:attrName>
                                        </p:attrNameLst>
                                      </p:cBhvr>
                                      <p:to>
                                        <p:strVal val="visible"/>
                                      </p:to>
                                    </p:set>
                                  </p:childTnLst>
                                </p:cTn>
                              </p:par>
                              <p:par>
                                <p:cTn id="60" presetID="1" presetClass="entr" fill="hold" nodeType="withEffect">
                                  <p:stCondLst>
                                    <p:cond delay="0"/>
                                  </p:stCondLst>
                                  <p:childTnLst>
                                    <p:set>
                                      <p:cBhvr additive="repl">
                                        <p:cTn id="61" dur="1" fill="hold">
                                          <p:stCondLst>
                                            <p:cond delay="0"/>
                                          </p:stCondLst>
                                        </p:cTn>
                                        <p:tgtEl>
                                          <p:spTgt spid="24587"/>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xit" fill="hold" nodeType="clickEffect">
                                  <p:stCondLst>
                                    <p:cond delay="0"/>
                                  </p:stCondLst>
                                  <p:childTnLst>
                                    <p:set>
                                      <p:cBhvr additive="repl">
                                        <p:cTn id="65" dur="1" fill="hold">
                                          <p:stCondLst>
                                            <p:cond delay="0"/>
                                          </p:stCondLst>
                                        </p:cTn>
                                        <p:tgtEl>
                                          <p:spTgt spid="24584"/>
                                        </p:tgtEl>
                                        <p:attrNameLst>
                                          <p:attrName>style.visibility</p:attrName>
                                        </p:attrNameLst>
                                      </p:cBhvr>
                                      <p:to>
                                        <p:strVal val="hidden"/>
                                      </p:to>
                                    </p:set>
                                  </p:childTnLst>
                                </p:cTn>
                              </p:par>
                              <p:par>
                                <p:cTn id="66" presetID="1" presetClass="exit" fill="hold" nodeType="withEffect">
                                  <p:stCondLst>
                                    <p:cond delay="0"/>
                                  </p:stCondLst>
                                  <p:childTnLst>
                                    <p:set>
                                      <p:cBhvr additive="repl">
                                        <p:cTn id="67" dur="1" fill="hold">
                                          <p:stCondLst>
                                            <p:cond delay="0"/>
                                          </p:stCondLst>
                                        </p:cTn>
                                        <p:tgtEl>
                                          <p:spTgt spid="24587"/>
                                        </p:tgtEl>
                                        <p:attrNameLst>
                                          <p:attrName>style.visibility</p:attrName>
                                        </p:attrNameLst>
                                      </p:cBhvr>
                                      <p:to>
                                        <p:strVal val="hidden"/>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additive="repl">
                                        <p:cTn id="71" dur="1" fill="hold">
                                          <p:stCondLst>
                                            <p:cond delay="0"/>
                                          </p:stCondLst>
                                        </p:cTn>
                                        <p:tgtEl>
                                          <p:spTgt spid="24590"/>
                                        </p:tgtEl>
                                        <p:attrNameLst>
                                          <p:attrName>style.visibility</p:attrName>
                                        </p:attrNameLst>
                                      </p:cBhvr>
                                      <p:to>
                                        <p:strVal val="visible"/>
                                      </p:to>
                                    </p:set>
                                    <p:animEffect transition="in" filter="wipe(left)">
                                      <p:cBhvr additive="repl">
                                        <p:cTn id="72" dur="3250"/>
                                        <p:tgtEl>
                                          <p:spTgt spid="24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Text Box 1">
            <a:extLst>
              <a:ext uri="{FF2B5EF4-FFF2-40B4-BE49-F238E27FC236}">
                <a16:creationId xmlns:a16="http://schemas.microsoft.com/office/drawing/2014/main" id="{1D86FD62-C34D-72CC-150C-D13284EC3D52}"/>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AA16CDEC-39DC-4B2B-B6F0-A443C2EE432F}" type="slidenum">
              <a:rPr lang="en-US" altLang="en-US" sz="1200" b="0">
                <a:solidFill>
                  <a:srgbClr val="000000"/>
                </a:solidFill>
                <a:latin typeface="Arial" panose="020B0604020202020204" pitchFamily="34" charset="0"/>
              </a:rPr>
              <a:pPr eaLnBrk="1" hangingPunct="1">
                <a:buSzPct val="100000"/>
              </a:pPr>
              <a:t>23</a:t>
            </a:fld>
            <a:endParaRPr lang="en-US" altLang="en-US" sz="1200" b="0">
              <a:solidFill>
                <a:srgbClr val="000000"/>
              </a:solidFill>
              <a:latin typeface="Arial" panose="020B0604020202020204" pitchFamily="34" charset="0"/>
            </a:endParaRPr>
          </a:p>
        </p:txBody>
      </p:sp>
      <p:sp>
        <p:nvSpPr>
          <p:cNvPr id="60419" name="Rectangle 2">
            <a:extLst>
              <a:ext uri="{FF2B5EF4-FFF2-40B4-BE49-F238E27FC236}">
                <a16:creationId xmlns:a16="http://schemas.microsoft.com/office/drawing/2014/main" id="{565A04D3-80EC-BC51-E3CC-3A8050EA01A4}"/>
              </a:ext>
            </a:extLst>
          </p:cNvPr>
          <p:cNvSpPr>
            <a:spLocks noChangeArrowheads="1"/>
          </p:cNvSpPr>
          <p:nvPr/>
        </p:nvSpPr>
        <p:spPr bwMode="auto">
          <a:xfrm>
            <a:off x="495300" y="30480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8.8:  </a:t>
            </a:r>
            <a:r>
              <a:rPr lang="en-US" altLang="en-US" sz="2000" b="0" i="0">
                <a:solidFill>
                  <a:srgbClr val="000000"/>
                </a:solidFill>
                <a:latin typeface="Times-BoldItalic"/>
              </a:rPr>
              <a:t>Routing table in a datagram network</a:t>
            </a:r>
          </a:p>
        </p:txBody>
      </p:sp>
      <p:pic>
        <p:nvPicPr>
          <p:cNvPr id="25603" name="Picture 3">
            <a:extLst>
              <a:ext uri="{FF2B5EF4-FFF2-40B4-BE49-F238E27FC236}">
                <a16:creationId xmlns:a16="http://schemas.microsoft.com/office/drawing/2014/main" id="{7E58A600-1404-5F95-36B0-FC874C59D3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1150" y="1219200"/>
            <a:ext cx="3016250" cy="48498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additive="repl">
                                        <p:cTn id="6" dur="1" fill="hold">
                                          <p:stCondLst>
                                            <p:cond delay="0"/>
                                          </p:stCondLst>
                                        </p:cTn>
                                        <p:tgtEl>
                                          <p:spTgt spid="25603"/>
                                        </p:tgtEl>
                                        <p:attrNameLst>
                                          <p:attrName>style.visibility</p:attrName>
                                        </p:attrNameLst>
                                      </p:cBhvr>
                                      <p:to>
                                        <p:strVal val="visible"/>
                                      </p:to>
                                    </p:set>
                                    <p:anim calcmode="lin" valueType="num">
                                      <p:cBhvr additive="repl">
                                        <p:cTn id="7" dur="1500" fill="hold"/>
                                        <p:tgtEl>
                                          <p:spTgt spid="25603"/>
                                        </p:tgtEl>
                                        <p:attrNameLst>
                                          <p:attrName>ppt_w</p:attrName>
                                        </p:attrNameLst>
                                      </p:cBhvr>
                                      <p:tavLst>
                                        <p:tav tm="100000">
                                          <p:val>
                                            <p:fltVal val="0"/>
                                          </p:val>
                                        </p:tav>
                                        <p:tav>
                                          <p:val>
                                            <p:strVal val="#ppt_w"/>
                                          </p:val>
                                        </p:tav>
                                      </p:tavLst>
                                    </p:anim>
                                    <p:anim calcmode="lin" valueType="num">
                                      <p:cBhvr additive="repl">
                                        <p:cTn id="8" dur="1500" fill="hold"/>
                                        <p:tgtEl>
                                          <p:spTgt spid="25603"/>
                                        </p:tgtEl>
                                        <p:attrNameLst>
                                          <p:attrName>ppt_h</p:attrName>
                                        </p:attrNameLst>
                                      </p:cBhvr>
                                      <p:tavLst>
                                        <p:tav tm="100000">
                                          <p:val>
                                            <p:fltVal val="0"/>
                                          </p:val>
                                        </p:tav>
                                        <p:tav>
                                          <p:val>
                                            <p:strVal val="#ppt_h"/>
                                          </p:val>
                                        </p:tav>
                                      </p:tavLst>
                                    </p:anim>
                                    <p:animEffect transition="in" filter="fade">
                                      <p:cBhvr additive="repl">
                                        <p:cTn id="9" dur="1500"/>
                                        <p:tgtEl>
                                          <p:spTgt spid="25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Text Box 1">
            <a:extLst>
              <a:ext uri="{FF2B5EF4-FFF2-40B4-BE49-F238E27FC236}">
                <a16:creationId xmlns:a16="http://schemas.microsoft.com/office/drawing/2014/main" id="{2E4C320A-8AC6-8C63-6A23-39B9DA5708DB}"/>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3565264F-B0A0-48DD-8AE2-4E0F66403FB4}" type="slidenum">
              <a:rPr lang="en-US" altLang="en-US" sz="1200" b="0">
                <a:solidFill>
                  <a:srgbClr val="000000"/>
                </a:solidFill>
                <a:latin typeface="Arial" panose="020B0604020202020204" pitchFamily="34" charset="0"/>
              </a:rPr>
              <a:pPr eaLnBrk="1" hangingPunct="1">
                <a:buSzPct val="100000"/>
              </a:pPr>
              <a:t>24</a:t>
            </a:fld>
            <a:endParaRPr lang="en-US" altLang="en-US" sz="1200" b="0">
              <a:solidFill>
                <a:srgbClr val="000000"/>
              </a:solidFill>
              <a:latin typeface="Arial" panose="020B0604020202020204" pitchFamily="34" charset="0"/>
            </a:endParaRPr>
          </a:p>
        </p:txBody>
      </p:sp>
      <p:sp>
        <p:nvSpPr>
          <p:cNvPr id="62467" name="Rectangle 2">
            <a:extLst>
              <a:ext uri="{FF2B5EF4-FFF2-40B4-BE49-F238E27FC236}">
                <a16:creationId xmlns:a16="http://schemas.microsoft.com/office/drawing/2014/main" id="{3E4121B3-86E8-0ADF-8F3A-492D365AE817}"/>
              </a:ext>
            </a:extLst>
          </p:cNvPr>
          <p:cNvSpPr>
            <a:spLocks noChangeArrowheads="1"/>
          </p:cNvSpPr>
          <p:nvPr/>
        </p:nvSpPr>
        <p:spPr bwMode="auto">
          <a:xfrm>
            <a:off x="152400" y="13335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IN" altLang="en-US" sz="2000" b="0" i="0">
                <a:solidFill>
                  <a:srgbClr val="FF0000"/>
                </a:solidFill>
                <a:latin typeface="Times-BoldItalic"/>
              </a:rPr>
              <a:t>Figure 8.9:  </a:t>
            </a:r>
            <a:r>
              <a:rPr lang="en-IN" altLang="en-US" sz="2000" b="0" i="0">
                <a:solidFill>
                  <a:srgbClr val="000000"/>
                </a:solidFill>
                <a:latin typeface="Times-BoldItalic"/>
              </a:rPr>
              <a:t>Delays in a datagram network</a:t>
            </a:r>
          </a:p>
        </p:txBody>
      </p:sp>
      <p:pic>
        <p:nvPicPr>
          <p:cNvPr id="26627" name="Picture 3">
            <a:extLst>
              <a:ext uri="{FF2B5EF4-FFF2-40B4-BE49-F238E27FC236}">
                <a16:creationId xmlns:a16="http://schemas.microsoft.com/office/drawing/2014/main" id="{5D89DBC1-980B-3B95-6EF5-64B3A23F66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0350" y="1371600"/>
            <a:ext cx="6623050" cy="34829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28" name="Picture 4">
            <a:extLst>
              <a:ext uri="{FF2B5EF4-FFF2-40B4-BE49-F238E27FC236}">
                <a16:creationId xmlns:a16="http://schemas.microsoft.com/office/drawing/2014/main" id="{CBA62C44-FF2C-11A9-EA4C-7156BED1EF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178050"/>
            <a:ext cx="1905000" cy="5286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29" name="Picture 5">
            <a:extLst>
              <a:ext uri="{FF2B5EF4-FFF2-40B4-BE49-F238E27FC236}">
                <a16:creationId xmlns:a16="http://schemas.microsoft.com/office/drawing/2014/main" id="{7B9B13F7-0AA8-BBDF-6248-8A30218D06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713" y="2103438"/>
            <a:ext cx="1566862" cy="5127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30" name="Picture 6">
            <a:extLst>
              <a:ext uri="{FF2B5EF4-FFF2-40B4-BE49-F238E27FC236}">
                <a16:creationId xmlns:a16="http://schemas.microsoft.com/office/drawing/2014/main" id="{9D586310-82DF-24D3-AA8B-A63FF5608B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613" y="3184525"/>
            <a:ext cx="1905000" cy="5286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31" name="Picture 7">
            <a:extLst>
              <a:ext uri="{FF2B5EF4-FFF2-40B4-BE49-F238E27FC236}">
                <a16:creationId xmlns:a16="http://schemas.microsoft.com/office/drawing/2014/main" id="{9CFEF1DA-5689-9479-75D9-769D872518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8025" y="4076700"/>
            <a:ext cx="1905000" cy="5302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32" name="Picture 8">
            <a:extLst>
              <a:ext uri="{FF2B5EF4-FFF2-40B4-BE49-F238E27FC236}">
                <a16:creationId xmlns:a16="http://schemas.microsoft.com/office/drawing/2014/main" id="{9CFDC0C7-E7BC-99BB-487E-FBB3ECD5A6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2705100"/>
            <a:ext cx="1150938" cy="5715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33" name="Picture 9">
            <a:extLst>
              <a:ext uri="{FF2B5EF4-FFF2-40B4-BE49-F238E27FC236}">
                <a16:creationId xmlns:a16="http://schemas.microsoft.com/office/drawing/2014/main" id="{1A99CB11-D5D9-BF92-6317-1B5E74D4C2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0413" y="3640138"/>
            <a:ext cx="1150937" cy="5715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34" name="Picture 10">
            <a:extLst>
              <a:ext uri="{FF2B5EF4-FFF2-40B4-BE49-F238E27FC236}">
                <a16:creationId xmlns:a16="http://schemas.microsoft.com/office/drawing/2014/main" id="{682E7C2B-C39B-84AE-3B7D-93CEF24A93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35900" y="2133600"/>
            <a:ext cx="533400" cy="24749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2476" name="TextBox 1">
            <a:extLst>
              <a:ext uri="{FF2B5EF4-FFF2-40B4-BE49-F238E27FC236}">
                <a16:creationId xmlns:a16="http://schemas.microsoft.com/office/drawing/2014/main" id="{BAA0ADF9-EF0B-5FE0-08DC-7726A558DF56}"/>
              </a:ext>
            </a:extLst>
          </p:cNvPr>
          <p:cNvSpPr txBox="1">
            <a:spLocks noChangeArrowheads="1"/>
          </p:cNvSpPr>
          <p:nvPr/>
        </p:nvSpPr>
        <p:spPr bwMode="auto">
          <a:xfrm>
            <a:off x="1647825" y="5351463"/>
            <a:ext cx="6435725"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pl-PL" altLang="en-US" sz="1800" b="0" i="0">
                <a:solidFill>
                  <a:srgbClr val="242021"/>
                </a:solidFill>
                <a:latin typeface="Times-Bold"/>
              </a:rPr>
              <a:t>Total delay </a:t>
            </a:r>
            <a:r>
              <a:rPr lang="en-IN" altLang="en-US" sz="1800" b="0" i="0">
                <a:solidFill>
                  <a:srgbClr val="242021"/>
                </a:solidFill>
                <a:latin typeface="Times-Bold"/>
              </a:rPr>
              <a:t>=</a:t>
            </a:r>
            <a:r>
              <a:rPr lang="pl-PL" altLang="en-US" sz="1800" b="0" i="0">
                <a:solidFill>
                  <a:srgbClr val="242021"/>
                </a:solidFill>
                <a:latin typeface="MathematicalPiLTStd-4"/>
              </a:rPr>
              <a:t> </a:t>
            </a:r>
            <a:r>
              <a:rPr lang="pl-PL" altLang="en-US" sz="1800" b="0" i="0">
                <a:solidFill>
                  <a:srgbClr val="242021"/>
                </a:solidFill>
                <a:latin typeface="Times-Bold"/>
              </a:rPr>
              <a:t>3</a:t>
            </a:r>
            <a:r>
              <a:rPr lang="pl-PL" altLang="en-US" sz="1800" b="0">
                <a:solidFill>
                  <a:srgbClr val="242021"/>
                </a:solidFill>
                <a:latin typeface="Times-BoldItalic"/>
              </a:rPr>
              <a:t>T </a:t>
            </a:r>
            <a:r>
              <a:rPr lang="en-IN" altLang="en-US" sz="1800" b="0">
                <a:solidFill>
                  <a:srgbClr val="242021"/>
                </a:solidFill>
                <a:latin typeface="Times-BoldItalic"/>
              </a:rPr>
              <a:t>+</a:t>
            </a:r>
            <a:r>
              <a:rPr lang="pl-PL" altLang="en-US" sz="1800" b="0" i="0">
                <a:solidFill>
                  <a:srgbClr val="242021"/>
                </a:solidFill>
                <a:latin typeface="MathematicalPiLTStd-4"/>
              </a:rPr>
              <a:t> </a:t>
            </a:r>
            <a:r>
              <a:rPr lang="pl-PL" altLang="en-US" sz="1800" b="0" i="0">
                <a:solidFill>
                  <a:srgbClr val="242021"/>
                </a:solidFill>
                <a:latin typeface="Times-Bold"/>
              </a:rPr>
              <a:t>3</a:t>
            </a:r>
            <a:r>
              <a:rPr lang="en-IN" altLang="en-US" sz="1800" b="0" i="0">
                <a:solidFill>
                  <a:srgbClr val="242021"/>
                </a:solidFill>
                <a:latin typeface="Times-Bold"/>
              </a:rPr>
              <a:t>P</a:t>
            </a:r>
            <a:r>
              <a:rPr lang="pl-PL" altLang="en-US" sz="1800" b="0" i="0">
                <a:solidFill>
                  <a:srgbClr val="242021"/>
                </a:solidFill>
                <a:latin typeface="Symbol" panose="05050102010706020507" pitchFamily="18" charset="2"/>
              </a:rPr>
              <a:t> </a:t>
            </a:r>
            <a:r>
              <a:rPr lang="en-IN" altLang="en-US" sz="1800" b="0" i="0">
                <a:solidFill>
                  <a:srgbClr val="242021"/>
                </a:solidFill>
                <a:latin typeface="MathematicalPiLTStd-4"/>
              </a:rPr>
              <a:t>+</a:t>
            </a:r>
            <a:r>
              <a:rPr lang="pl-PL" altLang="en-US" sz="1800" b="0" i="0">
                <a:solidFill>
                  <a:srgbClr val="242021"/>
                </a:solidFill>
                <a:latin typeface="MathematicalPiLTStd-4"/>
              </a:rPr>
              <a:t> </a:t>
            </a:r>
            <a:r>
              <a:rPr lang="pl-PL" altLang="en-US" sz="1800" b="0">
                <a:solidFill>
                  <a:srgbClr val="242021"/>
                </a:solidFill>
                <a:latin typeface="Times-BoldItalic"/>
              </a:rPr>
              <a:t>w</a:t>
            </a:r>
            <a:r>
              <a:rPr lang="pl-PL" altLang="en-US" sz="1800" b="0" i="0">
                <a:solidFill>
                  <a:srgbClr val="242021"/>
                </a:solidFill>
                <a:latin typeface="Times-Bold"/>
              </a:rPr>
              <a:t>1 </a:t>
            </a:r>
            <a:r>
              <a:rPr lang="en-IN" altLang="en-US" sz="1800" b="0" i="0">
                <a:solidFill>
                  <a:srgbClr val="242021"/>
                </a:solidFill>
                <a:latin typeface="MathematicalPiLTStd-4"/>
              </a:rPr>
              <a:t>+</a:t>
            </a:r>
            <a:r>
              <a:rPr lang="pl-PL" altLang="en-US" sz="1800" b="0" i="0">
                <a:solidFill>
                  <a:srgbClr val="242021"/>
                </a:solidFill>
                <a:latin typeface="MathematicalPiLTStd-4"/>
              </a:rPr>
              <a:t> </a:t>
            </a:r>
            <a:r>
              <a:rPr lang="pl-PL" altLang="en-US" sz="1800" b="0">
                <a:solidFill>
                  <a:srgbClr val="242021"/>
                </a:solidFill>
                <a:latin typeface="Times-BoldItalic"/>
              </a:rPr>
              <a:t>w</a:t>
            </a:r>
            <a:r>
              <a:rPr lang="pl-PL" altLang="en-US" sz="1800" b="0" i="0">
                <a:solidFill>
                  <a:srgbClr val="242021"/>
                </a:solidFill>
                <a:latin typeface="Times-Bold"/>
              </a:rPr>
              <a:t>2</a:t>
            </a:r>
            <a:r>
              <a:rPr lang="pl-PL" altLang="en-US" sz="1800" b="0">
                <a:solidFill>
                  <a:schemeClr val="tx1"/>
                </a:solidFill>
              </a:rPr>
              <a:t> </a:t>
            </a:r>
            <a:endParaRPr lang="en-IN" altLang="en-US" sz="1800" b="0">
              <a:solidFill>
                <a:schemeClr val="tx1"/>
              </a:solidFill>
            </a:endParaRPr>
          </a:p>
          <a:p>
            <a:r>
              <a:rPr lang="en-IN" altLang="en-US" sz="1800" b="0">
                <a:solidFill>
                  <a:schemeClr val="tx1"/>
                </a:solidFill>
              </a:rPr>
              <a:t>where T – transmission time, P - propagation time, w - waiting time</a:t>
            </a:r>
            <a:br>
              <a:rPr lang="pl-PL" altLang="en-US" b="0"/>
            </a:br>
            <a:endParaRPr lang="en-IN" altLang="en-US" b="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266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additive="repl">
                                        <p:cTn id="10" dur="1" fill="hold">
                                          <p:stCondLst>
                                            <p:cond delay="0"/>
                                          </p:stCondLst>
                                        </p:cTn>
                                        <p:tgtEl>
                                          <p:spTgt spid="26628"/>
                                        </p:tgtEl>
                                        <p:attrNameLst>
                                          <p:attrName>style.visibility</p:attrName>
                                        </p:attrNameLst>
                                      </p:cBhvr>
                                      <p:to>
                                        <p:strVal val="visible"/>
                                      </p:to>
                                    </p:set>
                                    <p:animEffect transition="in" filter="wipe(left)">
                                      <p:cBhvr additive="repl">
                                        <p:cTn id="11" dur="1250"/>
                                        <p:tgtEl>
                                          <p:spTgt spid="266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fill="hold" nodeType="clickEffect">
                                  <p:stCondLst>
                                    <p:cond delay="0"/>
                                  </p:stCondLst>
                                  <p:childTnLst>
                                    <p:set>
                                      <p:cBhvr additive="repl">
                                        <p:cTn id="15" dur="1" fill="hold">
                                          <p:stCondLst>
                                            <p:cond delay="0"/>
                                          </p:stCondLst>
                                        </p:cTn>
                                        <p:tgtEl>
                                          <p:spTgt spid="2662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additive="repl">
                                        <p:cTn id="19" dur="1" fill="hold">
                                          <p:stCondLst>
                                            <p:cond delay="0"/>
                                          </p:stCondLst>
                                        </p:cTn>
                                        <p:tgtEl>
                                          <p:spTgt spid="26630"/>
                                        </p:tgtEl>
                                        <p:attrNameLst>
                                          <p:attrName>style.visibility</p:attrName>
                                        </p:attrNameLst>
                                      </p:cBhvr>
                                      <p:to>
                                        <p:strVal val="visible"/>
                                      </p:to>
                                    </p:set>
                                    <p:animEffect transition="in" filter="wipe(left)">
                                      <p:cBhvr additive="repl">
                                        <p:cTn id="20" dur="1000"/>
                                        <p:tgtEl>
                                          <p:spTgt spid="2663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fill="hold" nodeType="clickEffect">
                                  <p:stCondLst>
                                    <p:cond delay="0"/>
                                  </p:stCondLst>
                                  <p:childTnLst>
                                    <p:set>
                                      <p:cBhvr additive="repl">
                                        <p:cTn id="24" dur="1" fill="hold">
                                          <p:stCondLst>
                                            <p:cond delay="0"/>
                                          </p:stCondLst>
                                        </p:cTn>
                                        <p:tgtEl>
                                          <p:spTgt spid="2663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additive="repl">
                                        <p:cTn id="28" dur="1" fill="hold">
                                          <p:stCondLst>
                                            <p:cond delay="0"/>
                                          </p:stCondLst>
                                        </p:cTn>
                                        <p:tgtEl>
                                          <p:spTgt spid="26631"/>
                                        </p:tgtEl>
                                        <p:attrNameLst>
                                          <p:attrName>style.visibility</p:attrName>
                                        </p:attrNameLst>
                                      </p:cBhvr>
                                      <p:to>
                                        <p:strVal val="visible"/>
                                      </p:to>
                                    </p:set>
                                    <p:animEffect transition="in" filter="wipe(left)">
                                      <p:cBhvr additive="repl">
                                        <p:cTn id="29" dur="1250"/>
                                        <p:tgtEl>
                                          <p:spTgt spid="2663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fill="hold" nodeType="clickEffect">
                                  <p:stCondLst>
                                    <p:cond delay="0"/>
                                  </p:stCondLst>
                                  <p:childTnLst>
                                    <p:set>
                                      <p:cBhvr additive="repl">
                                        <p:cTn id="33" dur="1" fill="hold">
                                          <p:stCondLst>
                                            <p:cond delay="0"/>
                                          </p:stCondLst>
                                        </p:cTn>
                                        <p:tgtEl>
                                          <p:spTgt spid="26633"/>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fill="hold" nodeType="clickEffect">
                                  <p:stCondLst>
                                    <p:cond delay="0"/>
                                  </p:stCondLst>
                                  <p:childTnLst>
                                    <p:set>
                                      <p:cBhvr additive="repl">
                                        <p:cTn id="37" dur="1" fill="hold">
                                          <p:stCondLst>
                                            <p:cond delay="0"/>
                                          </p:stCondLst>
                                        </p:cTn>
                                        <p:tgtEl>
                                          <p:spTgt spid="266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Text Box 1">
            <a:extLst>
              <a:ext uri="{FF2B5EF4-FFF2-40B4-BE49-F238E27FC236}">
                <a16:creationId xmlns:a16="http://schemas.microsoft.com/office/drawing/2014/main" id="{9CF0E6A0-1D6C-FE76-8417-8BF60D8589DC}"/>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2FD6A57C-5A39-408C-840F-3D200C2A6415}" type="slidenum">
              <a:rPr lang="en-US" altLang="en-US" sz="1200" b="0">
                <a:solidFill>
                  <a:srgbClr val="000000"/>
                </a:solidFill>
                <a:latin typeface="Arial" panose="020B0604020202020204" pitchFamily="34" charset="0"/>
              </a:rPr>
              <a:pPr eaLnBrk="1" hangingPunct="1">
                <a:buSzPct val="100000"/>
              </a:pPr>
              <a:t>25</a:t>
            </a:fld>
            <a:endParaRPr lang="en-US" altLang="en-US" sz="1200" b="0">
              <a:solidFill>
                <a:srgbClr val="000000"/>
              </a:solidFill>
              <a:latin typeface="Arial" panose="020B0604020202020204" pitchFamily="34" charset="0"/>
            </a:endParaRPr>
          </a:p>
        </p:txBody>
      </p:sp>
      <p:sp>
        <p:nvSpPr>
          <p:cNvPr id="64515" name="Rectangle 2">
            <a:extLst>
              <a:ext uri="{FF2B5EF4-FFF2-40B4-BE49-F238E27FC236}">
                <a16:creationId xmlns:a16="http://schemas.microsoft.com/office/drawing/2014/main" id="{BA394A0C-CEF1-E9E8-BB66-09E58602F06A}"/>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4516" name="Rectangle 3">
            <a:extLst>
              <a:ext uri="{FF2B5EF4-FFF2-40B4-BE49-F238E27FC236}">
                <a16:creationId xmlns:a16="http://schemas.microsoft.com/office/drawing/2014/main" id="{D5B49D71-F511-5973-E902-74E1190E68EF}"/>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4517" name="Rectangle 4">
            <a:extLst>
              <a:ext uri="{FF2B5EF4-FFF2-40B4-BE49-F238E27FC236}">
                <a16:creationId xmlns:a16="http://schemas.microsoft.com/office/drawing/2014/main" id="{C4FF248C-59C2-BB7C-1559-E21D898966ED}"/>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4518" name="Rectangle 5">
            <a:extLst>
              <a:ext uri="{FF2B5EF4-FFF2-40B4-BE49-F238E27FC236}">
                <a16:creationId xmlns:a16="http://schemas.microsoft.com/office/drawing/2014/main" id="{23EFF2A2-7EB3-ACAC-8AB9-749E8E5CB23D}"/>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4519" name="Rectangle 6">
            <a:extLst>
              <a:ext uri="{FF2B5EF4-FFF2-40B4-BE49-F238E27FC236}">
                <a16:creationId xmlns:a16="http://schemas.microsoft.com/office/drawing/2014/main" id="{9F59CB10-C2D0-206C-ED1D-52169EA79F87}"/>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4520" name="Rectangle 7">
            <a:extLst>
              <a:ext uri="{FF2B5EF4-FFF2-40B4-BE49-F238E27FC236}">
                <a16:creationId xmlns:a16="http://schemas.microsoft.com/office/drawing/2014/main" id="{2272D837-FB63-F517-16CA-44DEAA527D2D}"/>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4521" name="Rectangle 8">
            <a:extLst>
              <a:ext uri="{FF2B5EF4-FFF2-40B4-BE49-F238E27FC236}">
                <a16:creationId xmlns:a16="http://schemas.microsoft.com/office/drawing/2014/main" id="{B5D3CD11-AE5A-DC13-4B10-FBE6A901F33D}"/>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7" name="Text Box 9">
            <a:extLst>
              <a:ext uri="{FF2B5EF4-FFF2-40B4-BE49-F238E27FC236}">
                <a16:creationId xmlns:a16="http://schemas.microsoft.com/office/drawing/2014/main" id="{F006EB97-855C-552F-F02A-759002585093}"/>
              </a:ext>
            </a:extLst>
          </p:cNvPr>
          <p:cNvSpPr txBox="1">
            <a:spLocks noChangeArrowheads="1"/>
          </p:cNvSpPr>
          <p:nvPr/>
        </p:nvSpPr>
        <p:spPr bwMode="auto">
          <a:xfrm>
            <a:off x="1158875" y="0"/>
            <a:ext cx="6007100" cy="64293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a:solidFill>
                  <a:srgbClr val="FF0000"/>
                </a:solidFill>
                <a:effectLst>
                  <a:outerShdw blurRad="38100" dist="38100" dir="2700000" algn="tl">
                    <a:srgbClr val="C0C0C0"/>
                  </a:outerShdw>
                </a:effectLst>
                <a:latin typeface="Times New Roman" panose="02020603050405020304" pitchFamily="18" charset="0"/>
              </a:rPr>
              <a:t>8.3.2  Virtual-Circuit Networks</a:t>
            </a:r>
          </a:p>
        </p:txBody>
      </p:sp>
      <p:sp>
        <p:nvSpPr>
          <p:cNvPr id="64523" name="Rectangle 10">
            <a:extLst>
              <a:ext uri="{FF2B5EF4-FFF2-40B4-BE49-F238E27FC236}">
                <a16:creationId xmlns:a16="http://schemas.microsoft.com/office/drawing/2014/main" id="{274A20E4-4457-41E0-82F9-F2123E847599}"/>
              </a:ext>
            </a:extLst>
          </p:cNvPr>
          <p:cNvSpPr>
            <a:spLocks noChangeArrowheads="1"/>
          </p:cNvSpPr>
          <p:nvPr/>
        </p:nvSpPr>
        <p:spPr bwMode="auto">
          <a:xfrm>
            <a:off x="381000" y="1293813"/>
            <a:ext cx="7924800" cy="3541712"/>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pPr>
            <a:r>
              <a:rPr lang="en-US" altLang="en-US" sz="2800" b="0" i="0">
                <a:solidFill>
                  <a:srgbClr val="000000"/>
                </a:solidFill>
                <a:latin typeface="Times New Roman" panose="02020603050405020304" pitchFamily="18" charset="0"/>
              </a:rPr>
              <a:t>A virtual-circuit network is a cross between a circuit-switched network and a datagram network. It has some characteristics of both.</a:t>
            </a:r>
          </a:p>
          <a:p>
            <a:pPr algn="just" eaLnBrk="1" hangingPunct="1">
              <a:buSzPct val="100000"/>
            </a:pPr>
            <a:endParaRPr lang="en-US" altLang="en-US" sz="2800" b="0" i="0">
              <a:solidFill>
                <a:srgbClr val="000000"/>
              </a:solidFill>
              <a:latin typeface="Times New Roman" panose="02020603050405020304" pitchFamily="18" charset="0"/>
            </a:endParaRPr>
          </a:p>
          <a:p>
            <a:pPr algn="just" eaLnBrk="1" hangingPunct="1">
              <a:buClr>
                <a:srgbClr val="000000"/>
              </a:buClr>
              <a:buSzPct val="45000"/>
              <a:buFont typeface="Symbol" panose="05050102010706020507" pitchFamily="18" charset="2"/>
              <a:buChar char=""/>
            </a:pPr>
            <a:r>
              <a:rPr lang="en-US" altLang="en-US" sz="2800" b="0" i="0">
                <a:solidFill>
                  <a:srgbClr val="000000"/>
                </a:solidFill>
                <a:latin typeface="Times New Roman" panose="02020603050405020304" pitchFamily="18" charset="0"/>
              </a:rPr>
              <a:t>Setup and Teardown</a:t>
            </a:r>
          </a:p>
          <a:p>
            <a:pPr algn="just" eaLnBrk="1" hangingPunct="1">
              <a:buClr>
                <a:srgbClr val="000000"/>
              </a:buClr>
              <a:buSzPct val="45000"/>
              <a:buFont typeface="Symbol" panose="05050102010706020507" pitchFamily="18" charset="2"/>
              <a:buChar char=""/>
            </a:pPr>
            <a:r>
              <a:rPr lang="en-US" altLang="en-US" sz="2800" b="0" i="0">
                <a:solidFill>
                  <a:srgbClr val="000000"/>
                </a:solidFill>
                <a:latin typeface="Times New Roman" panose="02020603050405020304" pitchFamily="18" charset="0"/>
              </a:rPr>
              <a:t>Resource allocation</a:t>
            </a:r>
          </a:p>
          <a:p>
            <a:pPr algn="just" eaLnBrk="1" hangingPunct="1">
              <a:buClr>
                <a:srgbClr val="000000"/>
              </a:buClr>
              <a:buSzPct val="45000"/>
              <a:buFont typeface="Symbol" panose="05050102010706020507" pitchFamily="18" charset="2"/>
              <a:buChar char=""/>
            </a:pPr>
            <a:r>
              <a:rPr lang="en-US" altLang="en-US" sz="2800" b="0" i="0">
                <a:solidFill>
                  <a:srgbClr val="000000"/>
                </a:solidFill>
                <a:latin typeface="Times New Roman" panose="02020603050405020304" pitchFamily="18" charset="0"/>
              </a:rPr>
              <a:t>Packetization and address in the header</a:t>
            </a:r>
          </a:p>
          <a:p>
            <a:pPr algn="just" eaLnBrk="1" hangingPunct="1">
              <a:buClr>
                <a:srgbClr val="000000"/>
              </a:buClr>
              <a:buSzPct val="45000"/>
              <a:buFont typeface="Symbol" panose="05050102010706020507" pitchFamily="18" charset="2"/>
              <a:buChar char=""/>
            </a:pPr>
            <a:r>
              <a:rPr lang="en-US" altLang="en-US" sz="2800" b="0" i="0">
                <a:solidFill>
                  <a:srgbClr val="000000"/>
                </a:solidFill>
                <a:latin typeface="Times New Roman" panose="02020603050405020304" pitchFamily="18" charset="0"/>
              </a:rPr>
              <a:t>Path followed</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Text Box 1">
            <a:extLst>
              <a:ext uri="{FF2B5EF4-FFF2-40B4-BE49-F238E27FC236}">
                <a16:creationId xmlns:a16="http://schemas.microsoft.com/office/drawing/2014/main" id="{5F1EBF9F-3A40-C2FC-B584-75F341BBBCC8}"/>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8907FFA9-7AFD-45F9-A90B-B3E02920F2B8}" type="slidenum">
              <a:rPr lang="en-US" altLang="en-US" sz="1200" b="0">
                <a:solidFill>
                  <a:srgbClr val="000000"/>
                </a:solidFill>
                <a:latin typeface="Arial" panose="020B0604020202020204" pitchFamily="34" charset="0"/>
              </a:rPr>
              <a:pPr eaLnBrk="1" hangingPunct="1">
                <a:buSzPct val="100000"/>
              </a:pPr>
              <a:t>26</a:t>
            </a:fld>
            <a:endParaRPr lang="en-US" altLang="en-US" sz="1200" b="0">
              <a:solidFill>
                <a:srgbClr val="000000"/>
              </a:solidFill>
              <a:latin typeface="Arial" panose="020B0604020202020204" pitchFamily="34" charset="0"/>
            </a:endParaRPr>
          </a:p>
        </p:txBody>
      </p:sp>
      <p:sp>
        <p:nvSpPr>
          <p:cNvPr id="66563" name="Rectangle 2">
            <a:extLst>
              <a:ext uri="{FF2B5EF4-FFF2-40B4-BE49-F238E27FC236}">
                <a16:creationId xmlns:a16="http://schemas.microsoft.com/office/drawing/2014/main" id="{EF71E8A8-E8B2-48B4-C4BC-86D24884DE71}"/>
              </a:ext>
            </a:extLst>
          </p:cNvPr>
          <p:cNvSpPr>
            <a:spLocks noChangeArrowheads="1"/>
          </p:cNvSpPr>
          <p:nvPr/>
        </p:nvSpPr>
        <p:spPr bwMode="auto">
          <a:xfrm>
            <a:off x="342900" y="76200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ctr" eaLnBrk="1" hangingPunct="1">
              <a:buSzPct val="100000"/>
            </a:pPr>
            <a:r>
              <a:rPr lang="en-US" altLang="en-US" sz="2000" b="0" i="0">
                <a:solidFill>
                  <a:srgbClr val="FF0000"/>
                </a:solidFill>
                <a:latin typeface="Times-BoldItalic"/>
              </a:rPr>
              <a:t>Figure 8.10:  </a:t>
            </a:r>
            <a:r>
              <a:rPr lang="en-US" altLang="en-US" sz="2000" b="0" i="0">
                <a:solidFill>
                  <a:srgbClr val="000000"/>
                </a:solidFill>
                <a:latin typeface="Times-BoldItalic"/>
              </a:rPr>
              <a:t>Virtual-circuit network</a:t>
            </a:r>
          </a:p>
        </p:txBody>
      </p:sp>
      <p:pic>
        <p:nvPicPr>
          <p:cNvPr id="28675" name="Picture 3">
            <a:extLst>
              <a:ext uri="{FF2B5EF4-FFF2-40B4-BE49-F238E27FC236}">
                <a16:creationId xmlns:a16="http://schemas.microsoft.com/office/drawing/2014/main" id="{D3237667-F42B-5D65-B77A-0B14F3E9D7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00200"/>
            <a:ext cx="7962900" cy="38290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additive="repl">
                                        <p:cTn id="6" dur="1" fill="hold">
                                          <p:stCondLst>
                                            <p:cond delay="0"/>
                                          </p:stCondLst>
                                        </p:cTn>
                                        <p:tgtEl>
                                          <p:spTgt spid="28675"/>
                                        </p:tgtEl>
                                        <p:attrNameLst>
                                          <p:attrName>style.visibility</p:attrName>
                                        </p:attrNameLst>
                                      </p:cBhvr>
                                      <p:to>
                                        <p:strVal val="visible"/>
                                      </p:to>
                                    </p:set>
                                    <p:animEffect transition="in" filter="wheel(1)">
                                      <p:cBhvr additive="repl">
                                        <p:cTn id="7" dur="2000"/>
                                        <p:tgtEl>
                                          <p:spTgt spid="2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Text Box 1">
            <a:extLst>
              <a:ext uri="{FF2B5EF4-FFF2-40B4-BE49-F238E27FC236}">
                <a16:creationId xmlns:a16="http://schemas.microsoft.com/office/drawing/2014/main" id="{41051769-A750-C837-FE95-6997A0D2FAE0}"/>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FC2FB05A-2726-434E-BC49-E7487EE0FC1F}" type="slidenum">
              <a:rPr lang="en-US" altLang="en-US" sz="1200" b="0">
                <a:solidFill>
                  <a:srgbClr val="000000"/>
                </a:solidFill>
                <a:latin typeface="Arial" panose="020B0604020202020204" pitchFamily="34" charset="0"/>
              </a:rPr>
              <a:pPr eaLnBrk="1" hangingPunct="1">
                <a:buSzPct val="100000"/>
              </a:pPr>
              <a:t>27</a:t>
            </a:fld>
            <a:endParaRPr lang="en-US" altLang="en-US" sz="1200" b="0">
              <a:solidFill>
                <a:srgbClr val="000000"/>
              </a:solidFill>
              <a:latin typeface="Arial" panose="020B0604020202020204" pitchFamily="34" charset="0"/>
            </a:endParaRPr>
          </a:p>
        </p:txBody>
      </p:sp>
      <p:sp>
        <p:nvSpPr>
          <p:cNvPr id="68611" name="Rectangle 2">
            <a:extLst>
              <a:ext uri="{FF2B5EF4-FFF2-40B4-BE49-F238E27FC236}">
                <a16:creationId xmlns:a16="http://schemas.microsoft.com/office/drawing/2014/main" id="{A4BFBF0F-CC42-9A83-47EF-4CDCBD5BA868}"/>
              </a:ext>
            </a:extLst>
          </p:cNvPr>
          <p:cNvSpPr>
            <a:spLocks noChangeArrowheads="1"/>
          </p:cNvSpPr>
          <p:nvPr/>
        </p:nvSpPr>
        <p:spPr bwMode="auto">
          <a:xfrm>
            <a:off x="152400" y="13335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8.11:  </a:t>
            </a:r>
            <a:r>
              <a:rPr lang="en-US" altLang="en-US" sz="2000" b="0" i="0">
                <a:solidFill>
                  <a:srgbClr val="000000"/>
                </a:solidFill>
                <a:latin typeface="Times-BoldItalic"/>
              </a:rPr>
              <a:t>Virtual-circuit identifier</a:t>
            </a:r>
          </a:p>
        </p:txBody>
      </p:sp>
      <p:pic>
        <p:nvPicPr>
          <p:cNvPr id="29699" name="Picture 3">
            <a:extLst>
              <a:ext uri="{FF2B5EF4-FFF2-40B4-BE49-F238E27FC236}">
                <a16:creationId xmlns:a16="http://schemas.microsoft.com/office/drawing/2014/main" id="{275FEC75-D142-C666-8511-D7EAE2B138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300" y="2859088"/>
            <a:ext cx="6718300" cy="17891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additive="repl">
                                        <p:cTn id="6" dur="1" fill="hold">
                                          <p:stCondLst>
                                            <p:cond delay="0"/>
                                          </p:stCondLst>
                                        </p:cTn>
                                        <p:tgtEl>
                                          <p:spTgt spid="29699"/>
                                        </p:tgtEl>
                                        <p:attrNameLst>
                                          <p:attrName>style.visibility</p:attrName>
                                        </p:attrNameLst>
                                      </p:cBhvr>
                                      <p:to>
                                        <p:strVal val="visible"/>
                                      </p:to>
                                    </p:set>
                                    <p:animEffect transition="in" filter="wipe(left)">
                                      <p:cBhvr additive="repl">
                                        <p:cTn id="7" dur="3000"/>
                                        <p:tgtEl>
                                          <p:spTgt spid="296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Text Box 1">
            <a:extLst>
              <a:ext uri="{FF2B5EF4-FFF2-40B4-BE49-F238E27FC236}">
                <a16:creationId xmlns:a16="http://schemas.microsoft.com/office/drawing/2014/main" id="{FEC83A48-3391-BCFE-9ADB-B0C8070738E5}"/>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48CDD9B5-D38F-46B7-8499-5F7526744205}" type="slidenum">
              <a:rPr lang="en-US" altLang="en-US" sz="1200" b="0">
                <a:solidFill>
                  <a:srgbClr val="000000"/>
                </a:solidFill>
                <a:latin typeface="Arial" panose="020B0604020202020204" pitchFamily="34" charset="0"/>
              </a:rPr>
              <a:pPr eaLnBrk="1" hangingPunct="1">
                <a:buSzPct val="100000"/>
              </a:pPr>
              <a:t>28</a:t>
            </a:fld>
            <a:endParaRPr lang="en-US" altLang="en-US" sz="1200" b="0">
              <a:solidFill>
                <a:srgbClr val="000000"/>
              </a:solidFill>
              <a:latin typeface="Arial" panose="020B0604020202020204" pitchFamily="34" charset="0"/>
            </a:endParaRPr>
          </a:p>
        </p:txBody>
      </p:sp>
      <p:sp>
        <p:nvSpPr>
          <p:cNvPr id="70659" name="Rectangle 2">
            <a:extLst>
              <a:ext uri="{FF2B5EF4-FFF2-40B4-BE49-F238E27FC236}">
                <a16:creationId xmlns:a16="http://schemas.microsoft.com/office/drawing/2014/main" id="{AEA74D58-4744-38FE-2C0C-A26A809BD864}"/>
              </a:ext>
            </a:extLst>
          </p:cNvPr>
          <p:cNvSpPr>
            <a:spLocks noChangeArrowheads="1"/>
          </p:cNvSpPr>
          <p:nvPr/>
        </p:nvSpPr>
        <p:spPr bwMode="auto">
          <a:xfrm>
            <a:off x="152400" y="-19050"/>
            <a:ext cx="8153400" cy="7032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8.12:  </a:t>
            </a:r>
            <a:r>
              <a:rPr lang="en-US" altLang="en-US" sz="2000" b="0" i="0">
                <a:solidFill>
                  <a:srgbClr val="000000"/>
                </a:solidFill>
                <a:latin typeface="Times-BoldItalic"/>
              </a:rPr>
              <a:t>Switch and table for a virtual-circuit network</a:t>
            </a:r>
          </a:p>
        </p:txBody>
      </p:sp>
      <p:pic>
        <p:nvPicPr>
          <p:cNvPr id="30723" name="Picture 3">
            <a:extLst>
              <a:ext uri="{FF2B5EF4-FFF2-40B4-BE49-F238E27FC236}">
                <a16:creationId xmlns:a16="http://schemas.microsoft.com/office/drawing/2014/main" id="{0CAF25DF-7FAA-1965-083B-E9A6D2D782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275" y="995363"/>
            <a:ext cx="7985125" cy="54054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24" name="Picture 4">
            <a:extLst>
              <a:ext uri="{FF2B5EF4-FFF2-40B4-BE49-F238E27FC236}">
                <a16:creationId xmlns:a16="http://schemas.microsoft.com/office/drawing/2014/main" id="{A9819ADC-7ABE-83AD-391F-E648B0B6DC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863" y="2882900"/>
            <a:ext cx="3411537" cy="3492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25" name="Picture 5">
            <a:extLst>
              <a:ext uri="{FF2B5EF4-FFF2-40B4-BE49-F238E27FC236}">
                <a16:creationId xmlns:a16="http://schemas.microsoft.com/office/drawing/2014/main" id="{8CDF306F-0391-7931-D6DB-5918B6D514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4138" y="2882900"/>
            <a:ext cx="1943100" cy="3492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726" name="Picture 6">
            <a:extLst>
              <a:ext uri="{FF2B5EF4-FFF2-40B4-BE49-F238E27FC236}">
                <a16:creationId xmlns:a16="http://schemas.microsoft.com/office/drawing/2014/main" id="{0B885B0A-C2BD-9E57-977E-547DC1B104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62600" y="4267200"/>
            <a:ext cx="350838" cy="19383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307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3072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3072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307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Text Box 1">
            <a:extLst>
              <a:ext uri="{FF2B5EF4-FFF2-40B4-BE49-F238E27FC236}">
                <a16:creationId xmlns:a16="http://schemas.microsoft.com/office/drawing/2014/main" id="{5B476C42-A764-59A4-AC2F-A749C4B54EC4}"/>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299BB43C-C68A-4E98-BB19-070BD2D97E3F}" type="slidenum">
              <a:rPr lang="en-US" altLang="en-US" sz="1200" b="0">
                <a:solidFill>
                  <a:srgbClr val="000000"/>
                </a:solidFill>
                <a:latin typeface="Arial" panose="020B0604020202020204" pitchFamily="34" charset="0"/>
              </a:rPr>
              <a:pPr eaLnBrk="1" hangingPunct="1">
                <a:buSzPct val="100000"/>
              </a:pPr>
              <a:t>29</a:t>
            </a:fld>
            <a:endParaRPr lang="en-US" altLang="en-US" sz="1200" b="0">
              <a:solidFill>
                <a:srgbClr val="000000"/>
              </a:solidFill>
              <a:latin typeface="Arial" panose="020B0604020202020204" pitchFamily="34" charset="0"/>
            </a:endParaRPr>
          </a:p>
        </p:txBody>
      </p:sp>
      <p:sp>
        <p:nvSpPr>
          <p:cNvPr id="72707" name="Rectangle 2">
            <a:extLst>
              <a:ext uri="{FF2B5EF4-FFF2-40B4-BE49-F238E27FC236}">
                <a16:creationId xmlns:a16="http://schemas.microsoft.com/office/drawing/2014/main" id="{94378494-6EFA-6DEC-F7BE-57904EE80C7D}"/>
              </a:ext>
            </a:extLst>
          </p:cNvPr>
          <p:cNvSpPr>
            <a:spLocks noChangeArrowheads="1"/>
          </p:cNvSpPr>
          <p:nvPr/>
        </p:nvSpPr>
        <p:spPr bwMode="auto">
          <a:xfrm>
            <a:off x="152400" y="131763"/>
            <a:ext cx="8686800" cy="401637"/>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8.13:  </a:t>
            </a:r>
            <a:r>
              <a:rPr lang="en-US" altLang="en-US" sz="2000" b="0" i="0">
                <a:solidFill>
                  <a:srgbClr val="000000"/>
                </a:solidFill>
                <a:latin typeface="Times-BoldItalic"/>
              </a:rPr>
              <a:t>Source-to-destination data transfer in a virtual circuit network</a:t>
            </a:r>
          </a:p>
        </p:txBody>
      </p:sp>
      <p:pic>
        <p:nvPicPr>
          <p:cNvPr id="31747" name="Picture 3">
            <a:extLst>
              <a:ext uri="{FF2B5EF4-FFF2-40B4-BE49-F238E27FC236}">
                <a16:creationId xmlns:a16="http://schemas.microsoft.com/office/drawing/2014/main" id="{42B89E2B-0E6B-E6C6-BC10-72480CBC2B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825" y="990600"/>
            <a:ext cx="8235950" cy="5588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additive="repl">
                                        <p:cTn id="6" dur="1" fill="hold">
                                          <p:stCondLst>
                                            <p:cond delay="0"/>
                                          </p:stCondLst>
                                        </p:cTn>
                                        <p:tgtEl>
                                          <p:spTgt spid="31747"/>
                                        </p:tgtEl>
                                        <p:attrNameLst>
                                          <p:attrName>style.visibility</p:attrName>
                                        </p:attrNameLst>
                                      </p:cBhvr>
                                      <p:to>
                                        <p:strVal val="visible"/>
                                      </p:to>
                                    </p:set>
                                    <p:animEffect transition="in" filter="wipe(left)">
                                      <p:cBhvr additive="repl">
                                        <p:cTn id="7" dur="4000"/>
                                        <p:tgtEl>
                                          <p:spTgt spid="31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Text Box 1">
            <a:extLst>
              <a:ext uri="{FF2B5EF4-FFF2-40B4-BE49-F238E27FC236}">
                <a16:creationId xmlns:a16="http://schemas.microsoft.com/office/drawing/2014/main" id="{9804A270-DDB2-AAF2-6444-CA6E4D4F70BB}"/>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F49C6B82-AB91-41B4-AE80-48910673C0A6}" type="slidenum">
              <a:rPr lang="en-US" altLang="en-US" sz="1200" b="0">
                <a:solidFill>
                  <a:srgbClr val="000000"/>
                </a:solidFill>
                <a:latin typeface="Arial" panose="020B0604020202020204" pitchFamily="34" charset="0"/>
              </a:rPr>
              <a:pPr eaLnBrk="1" hangingPunct="1">
                <a:buSzPct val="100000"/>
              </a:pPr>
              <a:t>30</a:t>
            </a:fld>
            <a:endParaRPr lang="en-US" altLang="en-US" sz="1200" b="0">
              <a:solidFill>
                <a:srgbClr val="000000"/>
              </a:solidFill>
              <a:latin typeface="Arial" panose="020B0604020202020204" pitchFamily="34" charset="0"/>
            </a:endParaRPr>
          </a:p>
        </p:txBody>
      </p:sp>
      <p:sp>
        <p:nvSpPr>
          <p:cNvPr id="74755" name="Rectangle 2">
            <a:extLst>
              <a:ext uri="{FF2B5EF4-FFF2-40B4-BE49-F238E27FC236}">
                <a16:creationId xmlns:a16="http://schemas.microsoft.com/office/drawing/2014/main" id="{1CC15054-EA58-8707-2821-96AC8E0AF2E2}"/>
              </a:ext>
            </a:extLst>
          </p:cNvPr>
          <p:cNvSpPr>
            <a:spLocks noChangeArrowheads="1"/>
          </p:cNvSpPr>
          <p:nvPr/>
        </p:nvSpPr>
        <p:spPr bwMode="auto">
          <a:xfrm>
            <a:off x="152400" y="13335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8.14:  </a:t>
            </a:r>
            <a:r>
              <a:rPr lang="en-US" altLang="en-US" sz="2000" b="0" i="0">
                <a:solidFill>
                  <a:srgbClr val="000000"/>
                </a:solidFill>
                <a:latin typeface="Times-BoldItalic"/>
              </a:rPr>
              <a:t>Setup request in a virtual-circuit network</a:t>
            </a:r>
          </a:p>
        </p:txBody>
      </p:sp>
      <p:pic>
        <p:nvPicPr>
          <p:cNvPr id="32771" name="Picture 3">
            <a:extLst>
              <a:ext uri="{FF2B5EF4-FFF2-40B4-BE49-F238E27FC236}">
                <a16:creationId xmlns:a16="http://schemas.microsoft.com/office/drawing/2014/main" id="{72E074D1-AA03-B157-8A17-EDFF31D7B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1524000"/>
            <a:ext cx="8491537" cy="43402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additive="repl">
                                        <p:cTn id="6" dur="1" fill="hold">
                                          <p:stCondLst>
                                            <p:cond delay="0"/>
                                          </p:stCondLst>
                                        </p:cTn>
                                        <p:tgtEl>
                                          <p:spTgt spid="32771"/>
                                        </p:tgtEl>
                                        <p:attrNameLst>
                                          <p:attrName>style.visibility</p:attrName>
                                        </p:attrNameLst>
                                      </p:cBhvr>
                                      <p:to>
                                        <p:strVal val="visible"/>
                                      </p:to>
                                    </p:set>
                                    <p:animEffect transition="in" filter="wipe(left)">
                                      <p:cBhvr additive="repl">
                                        <p:cTn id="7" dur="4000"/>
                                        <p:tgtEl>
                                          <p:spTgt spid="32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Text Box 1">
            <a:extLst>
              <a:ext uri="{FF2B5EF4-FFF2-40B4-BE49-F238E27FC236}">
                <a16:creationId xmlns:a16="http://schemas.microsoft.com/office/drawing/2014/main" id="{108EE6B5-A6FD-8565-C2FB-C2B3803F2537}"/>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31DEC660-893B-4602-9DD3-D422D10BD746}" type="slidenum">
              <a:rPr lang="en-US" altLang="en-US" sz="1200" b="0">
                <a:solidFill>
                  <a:srgbClr val="000000"/>
                </a:solidFill>
                <a:latin typeface="Arial" panose="020B0604020202020204" pitchFamily="34" charset="0"/>
              </a:rPr>
              <a:pPr eaLnBrk="1" hangingPunct="1">
                <a:buSzPct val="100000"/>
              </a:pPr>
              <a:t>31</a:t>
            </a:fld>
            <a:endParaRPr lang="en-US" altLang="en-US" sz="1200" b="0">
              <a:solidFill>
                <a:srgbClr val="000000"/>
              </a:solidFill>
              <a:latin typeface="Arial" panose="020B0604020202020204" pitchFamily="34" charset="0"/>
            </a:endParaRPr>
          </a:p>
        </p:txBody>
      </p:sp>
      <p:sp>
        <p:nvSpPr>
          <p:cNvPr id="76803" name="Rectangle 2">
            <a:extLst>
              <a:ext uri="{FF2B5EF4-FFF2-40B4-BE49-F238E27FC236}">
                <a16:creationId xmlns:a16="http://schemas.microsoft.com/office/drawing/2014/main" id="{3AB392CB-1EC1-F1A3-558D-28657179E284}"/>
              </a:ext>
            </a:extLst>
          </p:cNvPr>
          <p:cNvSpPr>
            <a:spLocks noChangeArrowheads="1"/>
          </p:cNvSpPr>
          <p:nvPr/>
        </p:nvSpPr>
        <p:spPr bwMode="auto">
          <a:xfrm>
            <a:off x="152400" y="-19050"/>
            <a:ext cx="8153400" cy="7032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8.15:  </a:t>
            </a:r>
            <a:r>
              <a:rPr lang="en-US" altLang="en-US" sz="2000" b="0" i="0">
                <a:solidFill>
                  <a:srgbClr val="000000"/>
                </a:solidFill>
                <a:latin typeface="Times-BoldItalic"/>
              </a:rPr>
              <a:t>Setup acknowledgment in a virtual-circuit network</a:t>
            </a:r>
          </a:p>
        </p:txBody>
      </p:sp>
      <p:pic>
        <p:nvPicPr>
          <p:cNvPr id="33795" name="Picture 3">
            <a:extLst>
              <a:ext uri="{FF2B5EF4-FFF2-40B4-BE49-F238E27FC236}">
                <a16:creationId xmlns:a16="http://schemas.microsoft.com/office/drawing/2014/main" id="{E8288310-AA5C-AA7D-17E9-9D4BC1BFFD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1654175"/>
            <a:ext cx="7972425" cy="38195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additive="repl">
                                        <p:cTn id="6" dur="1" fill="hold">
                                          <p:stCondLst>
                                            <p:cond delay="0"/>
                                          </p:stCondLst>
                                        </p:cTn>
                                        <p:tgtEl>
                                          <p:spTgt spid="33795"/>
                                        </p:tgtEl>
                                        <p:attrNameLst>
                                          <p:attrName>style.visibility</p:attrName>
                                        </p:attrNameLst>
                                      </p:cBhvr>
                                      <p:to>
                                        <p:strVal val="visible"/>
                                      </p:to>
                                    </p:set>
                                    <p:animEffect transition="in" filter="wipe(right)">
                                      <p:cBhvr additive="repl">
                                        <p:cTn id="7" dur="30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Text Box 1">
            <a:extLst>
              <a:ext uri="{FF2B5EF4-FFF2-40B4-BE49-F238E27FC236}">
                <a16:creationId xmlns:a16="http://schemas.microsoft.com/office/drawing/2014/main" id="{E0DA216C-043F-3BC2-C0EF-CA3F44514369}"/>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0972B2A3-A482-4A9E-A47A-5E64920999DE}" type="slidenum">
              <a:rPr lang="en-US" altLang="en-US" sz="1200" b="0">
                <a:solidFill>
                  <a:srgbClr val="000000"/>
                </a:solidFill>
                <a:latin typeface="Arial" panose="020B0604020202020204" pitchFamily="34" charset="0"/>
              </a:rPr>
              <a:pPr eaLnBrk="1" hangingPunct="1">
                <a:buSzPct val="100000"/>
              </a:pPr>
              <a:t>32</a:t>
            </a:fld>
            <a:endParaRPr lang="en-US" altLang="en-US" sz="1200" b="0">
              <a:solidFill>
                <a:srgbClr val="000000"/>
              </a:solidFill>
              <a:latin typeface="Arial" panose="020B0604020202020204" pitchFamily="34" charset="0"/>
            </a:endParaRPr>
          </a:p>
        </p:txBody>
      </p:sp>
      <p:sp>
        <p:nvSpPr>
          <p:cNvPr id="78851" name="Rectangle 2">
            <a:extLst>
              <a:ext uri="{FF2B5EF4-FFF2-40B4-BE49-F238E27FC236}">
                <a16:creationId xmlns:a16="http://schemas.microsoft.com/office/drawing/2014/main" id="{EF0EDE4E-5200-690B-6D4D-152D36C7B5D7}"/>
              </a:ext>
            </a:extLst>
          </p:cNvPr>
          <p:cNvSpPr>
            <a:spLocks noChangeArrowheads="1"/>
          </p:cNvSpPr>
          <p:nvPr/>
        </p:nvSpPr>
        <p:spPr bwMode="auto">
          <a:xfrm>
            <a:off x="152400" y="133350"/>
            <a:ext cx="8153400" cy="39846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2000" b="0" i="0">
                <a:solidFill>
                  <a:srgbClr val="FF0000"/>
                </a:solidFill>
                <a:latin typeface="Times-BoldItalic"/>
              </a:rPr>
              <a:t>Figure 8.16:  </a:t>
            </a:r>
            <a:r>
              <a:rPr lang="en-US" altLang="en-US" sz="2000" b="0" i="0">
                <a:solidFill>
                  <a:srgbClr val="000000"/>
                </a:solidFill>
                <a:latin typeface="Times-BoldItalic"/>
              </a:rPr>
              <a:t>Delay in a virtual-circuit network</a:t>
            </a:r>
          </a:p>
        </p:txBody>
      </p:sp>
      <p:pic>
        <p:nvPicPr>
          <p:cNvPr id="34819" name="Picture 3">
            <a:extLst>
              <a:ext uri="{FF2B5EF4-FFF2-40B4-BE49-F238E27FC236}">
                <a16:creationId xmlns:a16="http://schemas.microsoft.com/office/drawing/2014/main" id="{7827F36A-7BA8-B32F-50A4-41A3538B38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9700" y="1295400"/>
            <a:ext cx="6286500" cy="42449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0" name="Picture 4">
            <a:extLst>
              <a:ext uri="{FF2B5EF4-FFF2-40B4-BE49-F238E27FC236}">
                <a16:creationId xmlns:a16="http://schemas.microsoft.com/office/drawing/2014/main" id="{999EA3C0-10FE-DDF8-C8E0-912494928B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6713" y="2928938"/>
            <a:ext cx="1905000" cy="5286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1" name="Picture 5">
            <a:extLst>
              <a:ext uri="{FF2B5EF4-FFF2-40B4-BE49-F238E27FC236}">
                <a16:creationId xmlns:a16="http://schemas.microsoft.com/office/drawing/2014/main" id="{533E3058-B9B6-E72A-F611-4FD4C1B688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1713" y="3482975"/>
            <a:ext cx="1905000" cy="5286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2" name="Picture 6">
            <a:extLst>
              <a:ext uri="{FF2B5EF4-FFF2-40B4-BE49-F238E27FC236}">
                <a16:creationId xmlns:a16="http://schemas.microsoft.com/office/drawing/2014/main" id="{4B03D55B-B558-4CD1-5388-02801D9EFA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4650" y="4016375"/>
            <a:ext cx="1905000" cy="5286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3" name="Picture 7">
            <a:extLst>
              <a:ext uri="{FF2B5EF4-FFF2-40B4-BE49-F238E27FC236}">
                <a16:creationId xmlns:a16="http://schemas.microsoft.com/office/drawing/2014/main" id="{2D44F388-7F8A-0C11-77DF-93E9F7EB10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5125" y="2119313"/>
            <a:ext cx="5724525" cy="3730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4" name="Picture 8">
            <a:extLst>
              <a:ext uri="{FF2B5EF4-FFF2-40B4-BE49-F238E27FC236}">
                <a16:creationId xmlns:a16="http://schemas.microsoft.com/office/drawing/2014/main" id="{A738563D-898C-A671-5C99-72E72F5C28B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5125" y="2500313"/>
            <a:ext cx="5729288" cy="3730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5" name="Picture 9">
            <a:extLst>
              <a:ext uri="{FF2B5EF4-FFF2-40B4-BE49-F238E27FC236}">
                <a16:creationId xmlns:a16="http://schemas.microsoft.com/office/drawing/2014/main" id="{2D618EB3-BB4F-BB5D-BE20-1A0F7FF868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35125" y="4568825"/>
            <a:ext cx="5729288" cy="3730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6" name="Picture 10">
            <a:extLst>
              <a:ext uri="{FF2B5EF4-FFF2-40B4-BE49-F238E27FC236}">
                <a16:creationId xmlns:a16="http://schemas.microsoft.com/office/drawing/2014/main" id="{C50E7F6E-DE83-BB06-AF4F-6F6A16EA92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4738" y="2111375"/>
            <a:ext cx="411162" cy="762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7" name="Picture 11">
            <a:extLst>
              <a:ext uri="{FF2B5EF4-FFF2-40B4-BE49-F238E27FC236}">
                <a16:creationId xmlns:a16="http://schemas.microsoft.com/office/drawing/2014/main" id="{9053224C-A31C-976F-C523-29357CF155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8400" y="4321175"/>
            <a:ext cx="411163" cy="8778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4828" name="Picture 12">
            <a:extLst>
              <a:ext uri="{FF2B5EF4-FFF2-40B4-BE49-F238E27FC236}">
                <a16:creationId xmlns:a16="http://schemas.microsoft.com/office/drawing/2014/main" id="{5E5ED757-5891-6571-02E9-FB4D98D13A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1025" y="2095500"/>
            <a:ext cx="412750" cy="28463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3481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additive="repl">
                                        <p:cTn id="10" dur="1" fill="hold">
                                          <p:stCondLst>
                                            <p:cond delay="0"/>
                                          </p:stCondLst>
                                        </p:cTn>
                                        <p:tgtEl>
                                          <p:spTgt spid="34823"/>
                                        </p:tgtEl>
                                        <p:attrNameLst>
                                          <p:attrName>style.visibility</p:attrName>
                                        </p:attrNameLst>
                                      </p:cBhvr>
                                      <p:to>
                                        <p:strVal val="visible"/>
                                      </p:to>
                                    </p:set>
                                    <p:animEffect transition="in" filter="wipe(left)">
                                      <p:cBhvr additive="repl">
                                        <p:cTn id="11" dur="2000"/>
                                        <p:tgtEl>
                                          <p:spTgt spid="3482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additive="repl">
                                        <p:cTn id="15" dur="1" fill="hold">
                                          <p:stCondLst>
                                            <p:cond delay="0"/>
                                          </p:stCondLst>
                                        </p:cTn>
                                        <p:tgtEl>
                                          <p:spTgt spid="34824"/>
                                        </p:tgtEl>
                                        <p:attrNameLst>
                                          <p:attrName>style.visibility</p:attrName>
                                        </p:attrNameLst>
                                      </p:cBhvr>
                                      <p:to>
                                        <p:strVal val="visible"/>
                                      </p:to>
                                    </p:set>
                                    <p:animEffect transition="in" filter="wipe(right)">
                                      <p:cBhvr additive="repl">
                                        <p:cTn id="16" dur="2000"/>
                                        <p:tgtEl>
                                          <p:spTgt spid="348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fill="hold" nodeType="clickEffect">
                                  <p:stCondLst>
                                    <p:cond delay="0"/>
                                  </p:stCondLst>
                                  <p:childTnLst>
                                    <p:set>
                                      <p:cBhvr additive="repl">
                                        <p:cTn id="20" dur="1" fill="hold">
                                          <p:stCondLst>
                                            <p:cond delay="0"/>
                                          </p:stCondLst>
                                        </p:cTn>
                                        <p:tgtEl>
                                          <p:spTgt spid="3482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additive="repl">
                                        <p:cTn id="24" dur="1" fill="hold">
                                          <p:stCondLst>
                                            <p:cond delay="0"/>
                                          </p:stCondLst>
                                        </p:cTn>
                                        <p:tgtEl>
                                          <p:spTgt spid="34820"/>
                                        </p:tgtEl>
                                        <p:attrNameLst>
                                          <p:attrName>style.visibility</p:attrName>
                                        </p:attrNameLst>
                                      </p:cBhvr>
                                      <p:to>
                                        <p:strVal val="visible"/>
                                      </p:to>
                                    </p:set>
                                    <p:animEffect transition="in" filter="wipe(left)">
                                      <p:cBhvr additive="repl">
                                        <p:cTn id="25" dur="2000"/>
                                        <p:tgtEl>
                                          <p:spTgt spid="348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additive="repl">
                                        <p:cTn id="29" dur="1" fill="hold">
                                          <p:stCondLst>
                                            <p:cond delay="0"/>
                                          </p:stCondLst>
                                        </p:cTn>
                                        <p:tgtEl>
                                          <p:spTgt spid="34821"/>
                                        </p:tgtEl>
                                        <p:attrNameLst>
                                          <p:attrName>style.visibility</p:attrName>
                                        </p:attrNameLst>
                                      </p:cBhvr>
                                      <p:to>
                                        <p:strVal val="visible"/>
                                      </p:to>
                                    </p:set>
                                    <p:animEffect transition="in" filter="wipe(left)">
                                      <p:cBhvr additive="repl">
                                        <p:cTn id="30" dur="2000"/>
                                        <p:tgtEl>
                                          <p:spTgt spid="3482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additive="repl">
                                        <p:cTn id="34" dur="1" fill="hold">
                                          <p:stCondLst>
                                            <p:cond delay="0"/>
                                          </p:stCondLst>
                                        </p:cTn>
                                        <p:tgtEl>
                                          <p:spTgt spid="34822"/>
                                        </p:tgtEl>
                                        <p:attrNameLst>
                                          <p:attrName>style.visibility</p:attrName>
                                        </p:attrNameLst>
                                      </p:cBhvr>
                                      <p:to>
                                        <p:strVal val="visible"/>
                                      </p:to>
                                    </p:set>
                                    <p:animEffect transition="in" filter="wipe(left)">
                                      <p:cBhvr additive="repl">
                                        <p:cTn id="35" dur="2000"/>
                                        <p:tgtEl>
                                          <p:spTgt spid="3482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nodeType="clickEffect">
                                  <p:stCondLst>
                                    <p:cond delay="0"/>
                                  </p:stCondLst>
                                  <p:childTnLst>
                                    <p:set>
                                      <p:cBhvr additive="repl">
                                        <p:cTn id="39" dur="1" fill="hold">
                                          <p:stCondLst>
                                            <p:cond delay="0"/>
                                          </p:stCondLst>
                                        </p:cTn>
                                        <p:tgtEl>
                                          <p:spTgt spid="34825"/>
                                        </p:tgtEl>
                                        <p:attrNameLst>
                                          <p:attrName>style.visibility</p:attrName>
                                        </p:attrNameLst>
                                      </p:cBhvr>
                                      <p:to>
                                        <p:strVal val="visible"/>
                                      </p:to>
                                    </p:set>
                                    <p:animEffect transition="in" filter="wipe(right)">
                                      <p:cBhvr additive="repl">
                                        <p:cTn id="40" dur="2250"/>
                                        <p:tgtEl>
                                          <p:spTgt spid="3482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fill="hold" nodeType="clickEffect">
                                  <p:stCondLst>
                                    <p:cond delay="0"/>
                                  </p:stCondLst>
                                  <p:childTnLst>
                                    <p:set>
                                      <p:cBhvr additive="repl">
                                        <p:cTn id="44" dur="1" fill="hold">
                                          <p:stCondLst>
                                            <p:cond delay="0"/>
                                          </p:stCondLst>
                                        </p:cTn>
                                        <p:tgtEl>
                                          <p:spTgt spid="34827"/>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fill="hold" nodeType="clickEffect">
                                  <p:stCondLst>
                                    <p:cond delay="0"/>
                                  </p:stCondLst>
                                  <p:childTnLst>
                                    <p:set>
                                      <p:cBhvr additive="repl">
                                        <p:cTn id="48" dur="1" fill="hold">
                                          <p:stCondLst>
                                            <p:cond delay="0"/>
                                          </p:stCondLst>
                                        </p:cTn>
                                        <p:tgtEl>
                                          <p:spTgt spid="348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1">
            <a:extLst>
              <a:ext uri="{FF2B5EF4-FFF2-40B4-BE49-F238E27FC236}">
                <a16:creationId xmlns:a16="http://schemas.microsoft.com/office/drawing/2014/main" id="{B00CE9C7-D3EF-BE14-365C-9AE8D3ADB83D}"/>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ECA5FD64-EEC7-47EC-8081-F1DE59EBD494}" type="slidenum">
              <a:rPr lang="en-US" altLang="en-US" sz="1200" b="0">
                <a:solidFill>
                  <a:srgbClr val="000000"/>
                </a:solidFill>
                <a:latin typeface="Arial" panose="020B0604020202020204" pitchFamily="34" charset="0"/>
              </a:rPr>
              <a:pPr eaLnBrk="1" hangingPunct="1">
                <a:buSzPct val="100000"/>
              </a:pPr>
              <a:t>33</a:t>
            </a:fld>
            <a:endParaRPr lang="en-US" altLang="en-US" sz="1200" b="0">
              <a:solidFill>
                <a:srgbClr val="000000"/>
              </a:solidFill>
              <a:latin typeface="Arial" panose="020B0604020202020204" pitchFamily="34" charset="0"/>
            </a:endParaRPr>
          </a:p>
        </p:txBody>
      </p:sp>
      <p:sp>
        <p:nvSpPr>
          <p:cNvPr id="80899" name="Rectangle 2">
            <a:extLst>
              <a:ext uri="{FF2B5EF4-FFF2-40B4-BE49-F238E27FC236}">
                <a16:creationId xmlns:a16="http://schemas.microsoft.com/office/drawing/2014/main" id="{39FCB10F-AFFC-3FB4-E3EC-EE3CF7F64E8A}"/>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0900" name="Rectangle 3">
            <a:extLst>
              <a:ext uri="{FF2B5EF4-FFF2-40B4-BE49-F238E27FC236}">
                <a16:creationId xmlns:a16="http://schemas.microsoft.com/office/drawing/2014/main" id="{3FFCB897-0CEA-A3A7-C592-E35861C215A3}"/>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0901" name="Rectangle 4">
            <a:extLst>
              <a:ext uri="{FF2B5EF4-FFF2-40B4-BE49-F238E27FC236}">
                <a16:creationId xmlns:a16="http://schemas.microsoft.com/office/drawing/2014/main" id="{80A1ECA8-CB26-E2D2-D8C3-A406825F1326}"/>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0902" name="Rectangle 5">
            <a:extLst>
              <a:ext uri="{FF2B5EF4-FFF2-40B4-BE49-F238E27FC236}">
                <a16:creationId xmlns:a16="http://schemas.microsoft.com/office/drawing/2014/main" id="{30469746-B0A9-4912-FB21-5E9AE90C62FF}"/>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0903" name="Rectangle 6">
            <a:extLst>
              <a:ext uri="{FF2B5EF4-FFF2-40B4-BE49-F238E27FC236}">
                <a16:creationId xmlns:a16="http://schemas.microsoft.com/office/drawing/2014/main" id="{347DC50A-0E31-B80A-657D-F8DA12EAF1F9}"/>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0904" name="Rectangle 7">
            <a:extLst>
              <a:ext uri="{FF2B5EF4-FFF2-40B4-BE49-F238E27FC236}">
                <a16:creationId xmlns:a16="http://schemas.microsoft.com/office/drawing/2014/main" id="{20C53648-3CCA-B1C7-9047-C32C78524DD6}"/>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0905" name="Rectangle 8">
            <a:extLst>
              <a:ext uri="{FF2B5EF4-FFF2-40B4-BE49-F238E27FC236}">
                <a16:creationId xmlns:a16="http://schemas.microsoft.com/office/drawing/2014/main" id="{A92667FE-5841-45A2-FF3A-AF13AA149AAB}"/>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7" name="Text Box 9">
            <a:extLst>
              <a:ext uri="{FF2B5EF4-FFF2-40B4-BE49-F238E27FC236}">
                <a16:creationId xmlns:a16="http://schemas.microsoft.com/office/drawing/2014/main" id="{70835FA7-3DF9-4502-AD7C-C2A969C23129}"/>
              </a:ext>
            </a:extLst>
          </p:cNvPr>
          <p:cNvSpPr txBox="1">
            <a:spLocks noChangeArrowheads="1"/>
          </p:cNvSpPr>
          <p:nvPr/>
        </p:nvSpPr>
        <p:spPr bwMode="auto">
          <a:xfrm>
            <a:off x="1158875" y="0"/>
            <a:ext cx="4092575" cy="6492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dirty="0">
                <a:solidFill>
                  <a:srgbClr val="FF0000"/>
                </a:solidFill>
                <a:effectLst>
                  <a:outerShdw blurRad="38100" dist="38100" dir="2700000" algn="tl">
                    <a:srgbClr val="C0C0C0"/>
                  </a:outerShdw>
                </a:effectLst>
                <a:latin typeface="Times New Roman" panose="02020603050405020304" pitchFamily="18" charset="0"/>
              </a:rPr>
              <a:t>Structure of a Switch</a:t>
            </a:r>
          </a:p>
        </p:txBody>
      </p:sp>
      <p:sp>
        <p:nvSpPr>
          <p:cNvPr id="64523" name="Rectangle 10">
            <a:extLst>
              <a:ext uri="{FF2B5EF4-FFF2-40B4-BE49-F238E27FC236}">
                <a16:creationId xmlns:a16="http://schemas.microsoft.com/office/drawing/2014/main" id="{84953B53-7926-0842-F2BC-08A164755BC3}"/>
              </a:ext>
            </a:extLst>
          </p:cNvPr>
          <p:cNvSpPr>
            <a:spLocks noChangeArrowheads="1"/>
          </p:cNvSpPr>
          <p:nvPr/>
        </p:nvSpPr>
        <p:spPr bwMode="auto">
          <a:xfrm>
            <a:off x="381000" y="1293813"/>
            <a:ext cx="7924800" cy="2495550"/>
          </a:xfrm>
          <a:prstGeom prst="rect">
            <a:avLst/>
          </a:prstGeom>
          <a:solidFill>
            <a:srgbClr val="FFFFFF"/>
          </a:solidFill>
          <a:ln>
            <a:noFill/>
          </a:ln>
          <a:effec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marL="457200" indent="-457200" algn="just" eaLnBrk="1" hangingPunct="1">
              <a:buSzPct val="100000"/>
              <a:buFont typeface="Arial" panose="020B0604020202020204" pitchFamily="34" charset="0"/>
              <a:buChar char="•"/>
              <a:defRPr/>
            </a:pPr>
            <a:r>
              <a:rPr lang="en-US" altLang="en-US" sz="2800" b="0" i="0" dirty="0">
                <a:solidFill>
                  <a:srgbClr val="000000"/>
                </a:solidFill>
                <a:latin typeface="Times New Roman" panose="02020603050405020304" pitchFamily="18" charset="0"/>
              </a:rPr>
              <a:t>Structure of Circuit Switches</a:t>
            </a:r>
          </a:p>
          <a:p>
            <a:pPr marL="457200" indent="-457200" algn="just" eaLnBrk="1" hangingPunct="1">
              <a:buSzPct val="100000"/>
              <a:buFont typeface="Arial" panose="020B0604020202020204" pitchFamily="34" charset="0"/>
              <a:buChar char="•"/>
              <a:defRPr/>
            </a:pPr>
            <a:r>
              <a:rPr lang="en-US" altLang="en-US" sz="2800" b="0" i="0" dirty="0">
                <a:solidFill>
                  <a:srgbClr val="000000"/>
                </a:solidFill>
                <a:latin typeface="Times New Roman" panose="02020603050405020304" pitchFamily="18" charset="0"/>
              </a:rPr>
              <a:t>Primarily based on two technologies</a:t>
            </a:r>
          </a:p>
          <a:p>
            <a:pPr marL="1200150" lvl="1" indent="-457200" algn="just" eaLnBrk="1" hangingPunct="1">
              <a:buSzPct val="100000"/>
              <a:buFont typeface="Arial" panose="020B0604020202020204" pitchFamily="34" charset="0"/>
              <a:buChar char="•"/>
              <a:defRPr/>
            </a:pPr>
            <a:r>
              <a:rPr lang="en-US" altLang="en-US" sz="2400" b="0" i="0" dirty="0">
                <a:solidFill>
                  <a:srgbClr val="000000"/>
                </a:solidFill>
                <a:latin typeface="Times New Roman" panose="02020603050405020304" pitchFamily="18" charset="0"/>
              </a:rPr>
              <a:t>Space-Division Switch</a:t>
            </a:r>
          </a:p>
          <a:p>
            <a:pPr marL="1200150" lvl="1" indent="-457200" algn="just" eaLnBrk="1" hangingPunct="1">
              <a:buSzPct val="100000"/>
              <a:buFont typeface="Arial" panose="020B0604020202020204" pitchFamily="34" charset="0"/>
              <a:buChar char="•"/>
              <a:defRPr/>
            </a:pPr>
            <a:r>
              <a:rPr lang="en-US" altLang="en-US" sz="2400" b="0" i="0" dirty="0">
                <a:solidFill>
                  <a:srgbClr val="000000"/>
                </a:solidFill>
                <a:latin typeface="Times New Roman" panose="02020603050405020304" pitchFamily="18" charset="0"/>
              </a:rPr>
              <a:t>Time-Division Switch</a:t>
            </a:r>
          </a:p>
          <a:p>
            <a:pPr marL="457200" indent="-457200" algn="just" eaLnBrk="1" hangingPunct="1">
              <a:buSzPct val="100000"/>
              <a:buFont typeface="Arial" panose="020B0604020202020204" pitchFamily="34" charset="0"/>
              <a:buChar char="•"/>
              <a:defRPr/>
            </a:pPr>
            <a:endParaRPr lang="en-US" altLang="en-US" sz="2400" b="0" i="0" dirty="0">
              <a:solidFill>
                <a:srgbClr val="000000"/>
              </a:solidFill>
              <a:latin typeface="Times New Roman" panose="02020603050405020304" pitchFamily="18" charset="0"/>
            </a:endParaRPr>
          </a:p>
          <a:p>
            <a:pPr algn="just" eaLnBrk="1" hangingPunct="1">
              <a:buSzPct val="100000"/>
              <a:defRPr/>
            </a:pPr>
            <a:endParaRPr lang="en-US" altLang="en-US" sz="2800" b="0" i="0" dirty="0">
              <a:solidFill>
                <a:srgbClr val="000000"/>
              </a:solidFill>
              <a:latin typeface="Times New Roman" panose="02020603050405020304" pitchFamily="18" charset="0"/>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1">
            <a:extLst>
              <a:ext uri="{FF2B5EF4-FFF2-40B4-BE49-F238E27FC236}">
                <a16:creationId xmlns:a16="http://schemas.microsoft.com/office/drawing/2014/main" id="{A97E3DC4-A0CA-6AE6-304A-F11AF5FA6C1A}"/>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2E7E3280-A014-4160-A548-9E808B69289D}" type="slidenum">
              <a:rPr lang="en-US" altLang="en-US" sz="1200" b="0">
                <a:solidFill>
                  <a:srgbClr val="000000"/>
                </a:solidFill>
                <a:latin typeface="Arial" panose="020B0604020202020204" pitchFamily="34" charset="0"/>
              </a:rPr>
              <a:pPr eaLnBrk="1" hangingPunct="1">
                <a:buSzPct val="100000"/>
              </a:pPr>
              <a:t>34</a:t>
            </a:fld>
            <a:endParaRPr lang="en-US" altLang="en-US" sz="1200" b="0">
              <a:solidFill>
                <a:srgbClr val="000000"/>
              </a:solidFill>
              <a:latin typeface="Arial" panose="020B0604020202020204" pitchFamily="34" charset="0"/>
            </a:endParaRPr>
          </a:p>
        </p:txBody>
      </p:sp>
      <p:sp>
        <p:nvSpPr>
          <p:cNvPr id="82947" name="Rectangle 2">
            <a:extLst>
              <a:ext uri="{FF2B5EF4-FFF2-40B4-BE49-F238E27FC236}">
                <a16:creationId xmlns:a16="http://schemas.microsoft.com/office/drawing/2014/main" id="{B11C0227-5FBA-1B80-E685-D247F98949AC}"/>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948" name="Rectangle 3">
            <a:extLst>
              <a:ext uri="{FF2B5EF4-FFF2-40B4-BE49-F238E27FC236}">
                <a16:creationId xmlns:a16="http://schemas.microsoft.com/office/drawing/2014/main" id="{B64F9204-FD2A-901D-7027-FBF2633B6DEF}"/>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949" name="Rectangle 4">
            <a:extLst>
              <a:ext uri="{FF2B5EF4-FFF2-40B4-BE49-F238E27FC236}">
                <a16:creationId xmlns:a16="http://schemas.microsoft.com/office/drawing/2014/main" id="{A9F03F77-4EEA-6894-2A9B-D7E3146D28CA}"/>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950" name="Rectangle 5">
            <a:extLst>
              <a:ext uri="{FF2B5EF4-FFF2-40B4-BE49-F238E27FC236}">
                <a16:creationId xmlns:a16="http://schemas.microsoft.com/office/drawing/2014/main" id="{181D84BF-B6DD-739A-F2EB-00C040D5C223}"/>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951" name="Rectangle 6">
            <a:extLst>
              <a:ext uri="{FF2B5EF4-FFF2-40B4-BE49-F238E27FC236}">
                <a16:creationId xmlns:a16="http://schemas.microsoft.com/office/drawing/2014/main" id="{B547069D-4947-BA0C-15E8-7960C57CFC6B}"/>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952" name="Rectangle 7">
            <a:extLst>
              <a:ext uri="{FF2B5EF4-FFF2-40B4-BE49-F238E27FC236}">
                <a16:creationId xmlns:a16="http://schemas.microsoft.com/office/drawing/2014/main" id="{B052CAE5-9755-F1E8-0536-4F9F1174503C}"/>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953" name="Rectangle 8">
            <a:extLst>
              <a:ext uri="{FF2B5EF4-FFF2-40B4-BE49-F238E27FC236}">
                <a16:creationId xmlns:a16="http://schemas.microsoft.com/office/drawing/2014/main" id="{0AD057E8-C152-6411-3465-B1E37257A119}"/>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7" name="Text Box 9">
            <a:extLst>
              <a:ext uri="{FF2B5EF4-FFF2-40B4-BE49-F238E27FC236}">
                <a16:creationId xmlns:a16="http://schemas.microsoft.com/office/drawing/2014/main" id="{64C38022-1DEE-0FEC-86B6-81109AE91E31}"/>
              </a:ext>
            </a:extLst>
          </p:cNvPr>
          <p:cNvSpPr txBox="1">
            <a:spLocks noChangeArrowheads="1"/>
          </p:cNvSpPr>
          <p:nvPr/>
        </p:nvSpPr>
        <p:spPr bwMode="auto">
          <a:xfrm>
            <a:off x="1158875" y="0"/>
            <a:ext cx="4541838" cy="6492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dirty="0">
                <a:solidFill>
                  <a:srgbClr val="FF0000"/>
                </a:solidFill>
                <a:effectLst>
                  <a:outerShdw blurRad="38100" dist="38100" dir="2700000" algn="tl">
                    <a:srgbClr val="C0C0C0"/>
                  </a:outerShdw>
                </a:effectLst>
                <a:latin typeface="Times New Roman" panose="02020603050405020304" pitchFamily="18" charset="0"/>
              </a:rPr>
              <a:t>Space-Division Switch</a:t>
            </a:r>
          </a:p>
        </p:txBody>
      </p:sp>
      <p:sp>
        <p:nvSpPr>
          <p:cNvPr id="82955" name="Rectangle 10">
            <a:extLst>
              <a:ext uri="{FF2B5EF4-FFF2-40B4-BE49-F238E27FC236}">
                <a16:creationId xmlns:a16="http://schemas.microsoft.com/office/drawing/2014/main" id="{0934DDDF-1EFE-999F-7897-245DDD2BEEC0}"/>
              </a:ext>
            </a:extLst>
          </p:cNvPr>
          <p:cNvSpPr>
            <a:spLocks noChangeArrowheads="1"/>
          </p:cNvSpPr>
          <p:nvPr/>
        </p:nvSpPr>
        <p:spPr bwMode="auto">
          <a:xfrm>
            <a:off x="0" y="987425"/>
            <a:ext cx="9144000" cy="2063750"/>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The paths in the circuit are separated from one another spatially</a:t>
            </a:r>
          </a:p>
          <a:p>
            <a:pPr algn="just" eaLnBrk="1" hangingPunct="1">
              <a:buSzPct val="100000"/>
              <a:buFont typeface="Arial" panose="020B0604020202020204" pitchFamily="34" charset="0"/>
              <a:buChar char="•"/>
            </a:pPr>
            <a:r>
              <a:rPr lang="en-US" altLang="en-US" sz="2400" i="0">
                <a:solidFill>
                  <a:srgbClr val="000000"/>
                </a:solidFill>
                <a:latin typeface="Times New Roman" panose="02020603050405020304" pitchFamily="18" charset="0"/>
              </a:rPr>
              <a:t>Crossbar Switch</a:t>
            </a:r>
            <a:endParaRPr lang="en-US" altLang="en-US" sz="2400" b="0" i="0">
              <a:solidFill>
                <a:srgbClr val="000000"/>
              </a:solidFill>
              <a:latin typeface="Times New Roman" panose="02020603050405020304" pitchFamily="18" charset="0"/>
            </a:endParaRPr>
          </a:p>
          <a:p>
            <a:pPr algn="just" eaLnBrk="1" hangingPunct="1">
              <a:buSzPct val="100000"/>
              <a:buFont typeface="Arial" panose="020B0604020202020204" pitchFamily="34" charset="0"/>
              <a:buChar char="•"/>
            </a:pPr>
            <a:r>
              <a:rPr lang="en-US" altLang="en-US" sz="2000" b="0" i="0">
                <a:solidFill>
                  <a:srgbClr val="000000"/>
                </a:solidFill>
                <a:latin typeface="Times New Roman" panose="02020603050405020304" pitchFamily="18" charset="0"/>
              </a:rPr>
              <a:t>A crossbar switch connects n inputs to m outputs in a grid, using electronic microswitches (transistors) at each crosspoint</a:t>
            </a:r>
          </a:p>
          <a:p>
            <a:pPr algn="just" eaLnBrk="1" hangingPunct="1">
              <a:buSzPct val="100000"/>
              <a:buFont typeface="Arial" panose="020B0604020202020204" pitchFamily="34" charset="0"/>
              <a:buChar char="•"/>
            </a:pPr>
            <a:r>
              <a:rPr lang="en-US" altLang="en-US" sz="2000" b="0" i="0">
                <a:solidFill>
                  <a:srgbClr val="000000"/>
                </a:solidFill>
                <a:latin typeface="Times New Roman" panose="02020603050405020304" pitchFamily="18" charset="0"/>
              </a:rPr>
              <a:t>To connect n inputs to m outputs using a crossbar switch requires n × m crosspoints which is impractical.</a:t>
            </a:r>
          </a:p>
        </p:txBody>
      </p:sp>
      <p:pic>
        <p:nvPicPr>
          <p:cNvPr id="82956" name="Picture 2">
            <a:extLst>
              <a:ext uri="{FF2B5EF4-FFF2-40B4-BE49-F238E27FC236}">
                <a16:creationId xmlns:a16="http://schemas.microsoft.com/office/drawing/2014/main" id="{913D57B6-A08F-EFC6-288D-624BECD5E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360738"/>
            <a:ext cx="5280025"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7" name="TextBox 3">
            <a:extLst>
              <a:ext uri="{FF2B5EF4-FFF2-40B4-BE49-F238E27FC236}">
                <a16:creationId xmlns:a16="http://schemas.microsoft.com/office/drawing/2014/main" id="{602E3CC6-CC36-44EC-3D35-D6D68F6A1162}"/>
              </a:ext>
            </a:extLst>
          </p:cNvPr>
          <p:cNvSpPr txBox="1">
            <a:spLocks noChangeArrowheads="1"/>
          </p:cNvSpPr>
          <p:nvPr/>
        </p:nvSpPr>
        <p:spPr bwMode="auto">
          <a:xfrm>
            <a:off x="1905000" y="5924550"/>
            <a:ext cx="49672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IN" altLang="en-US" sz="2000" b="0" i="0">
                <a:solidFill>
                  <a:srgbClr val="00B050"/>
                </a:solidFill>
              </a:rPr>
              <a:t>A Crossbar Switch with 3 inputs and 4 outputs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1">
            <a:extLst>
              <a:ext uri="{FF2B5EF4-FFF2-40B4-BE49-F238E27FC236}">
                <a16:creationId xmlns:a16="http://schemas.microsoft.com/office/drawing/2014/main" id="{21DCFA7C-8FC8-6A25-EBF7-584D4EAA5E76}"/>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68EC1F87-7F5D-4BD1-A8B2-98F880228DA7}" type="slidenum">
              <a:rPr lang="en-US" altLang="en-US" sz="1200" b="0">
                <a:solidFill>
                  <a:srgbClr val="000000"/>
                </a:solidFill>
                <a:latin typeface="Arial" panose="020B0604020202020204" pitchFamily="34" charset="0"/>
              </a:rPr>
              <a:pPr eaLnBrk="1" hangingPunct="1">
                <a:buSzPct val="100000"/>
              </a:pPr>
              <a:t>35</a:t>
            </a:fld>
            <a:endParaRPr lang="en-US" altLang="en-US" sz="1200" b="0">
              <a:solidFill>
                <a:srgbClr val="000000"/>
              </a:solidFill>
              <a:latin typeface="Arial" panose="020B0604020202020204" pitchFamily="34" charset="0"/>
            </a:endParaRPr>
          </a:p>
        </p:txBody>
      </p:sp>
      <p:sp>
        <p:nvSpPr>
          <p:cNvPr id="84995" name="Rectangle 2">
            <a:extLst>
              <a:ext uri="{FF2B5EF4-FFF2-40B4-BE49-F238E27FC236}">
                <a16:creationId xmlns:a16="http://schemas.microsoft.com/office/drawing/2014/main" id="{CA28EAD1-6140-C1D5-339E-240F3C730919}"/>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4996" name="Rectangle 3">
            <a:extLst>
              <a:ext uri="{FF2B5EF4-FFF2-40B4-BE49-F238E27FC236}">
                <a16:creationId xmlns:a16="http://schemas.microsoft.com/office/drawing/2014/main" id="{21F0CD67-2830-8272-00CE-142DB08D65BC}"/>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4997" name="Rectangle 4">
            <a:extLst>
              <a:ext uri="{FF2B5EF4-FFF2-40B4-BE49-F238E27FC236}">
                <a16:creationId xmlns:a16="http://schemas.microsoft.com/office/drawing/2014/main" id="{0AC33EF9-F0C4-86A6-D316-3E71A2F38F3F}"/>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4998" name="Rectangle 5">
            <a:extLst>
              <a:ext uri="{FF2B5EF4-FFF2-40B4-BE49-F238E27FC236}">
                <a16:creationId xmlns:a16="http://schemas.microsoft.com/office/drawing/2014/main" id="{DC09E7EF-3916-559D-B2B4-98DCD2DFCECA}"/>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4999" name="Rectangle 6">
            <a:extLst>
              <a:ext uri="{FF2B5EF4-FFF2-40B4-BE49-F238E27FC236}">
                <a16:creationId xmlns:a16="http://schemas.microsoft.com/office/drawing/2014/main" id="{9497C588-32D4-268B-4EF6-A128E94B58DD}"/>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5000" name="Rectangle 7">
            <a:extLst>
              <a:ext uri="{FF2B5EF4-FFF2-40B4-BE49-F238E27FC236}">
                <a16:creationId xmlns:a16="http://schemas.microsoft.com/office/drawing/2014/main" id="{D8CD9C76-6DAE-D297-F772-B387547A5B9B}"/>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5001" name="Rectangle 8">
            <a:extLst>
              <a:ext uri="{FF2B5EF4-FFF2-40B4-BE49-F238E27FC236}">
                <a16:creationId xmlns:a16="http://schemas.microsoft.com/office/drawing/2014/main" id="{9E443F59-834A-0A1C-C47F-6F617D090C0E}"/>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7" name="Text Box 9">
            <a:extLst>
              <a:ext uri="{FF2B5EF4-FFF2-40B4-BE49-F238E27FC236}">
                <a16:creationId xmlns:a16="http://schemas.microsoft.com/office/drawing/2014/main" id="{C222F18A-60D4-7BF2-9CC0-51D4713141C8}"/>
              </a:ext>
            </a:extLst>
          </p:cNvPr>
          <p:cNvSpPr txBox="1">
            <a:spLocks noChangeArrowheads="1"/>
          </p:cNvSpPr>
          <p:nvPr/>
        </p:nvSpPr>
        <p:spPr bwMode="auto">
          <a:xfrm>
            <a:off x="1158875" y="0"/>
            <a:ext cx="4541838" cy="6492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dirty="0">
                <a:solidFill>
                  <a:srgbClr val="FF0000"/>
                </a:solidFill>
                <a:effectLst>
                  <a:outerShdw blurRad="38100" dist="38100" dir="2700000" algn="tl">
                    <a:srgbClr val="C0C0C0"/>
                  </a:outerShdw>
                </a:effectLst>
                <a:latin typeface="Times New Roman" panose="02020603050405020304" pitchFamily="18" charset="0"/>
              </a:rPr>
              <a:t>Space-Division Switch</a:t>
            </a:r>
          </a:p>
        </p:txBody>
      </p:sp>
      <p:sp>
        <p:nvSpPr>
          <p:cNvPr id="64523" name="Rectangle 10">
            <a:extLst>
              <a:ext uri="{FF2B5EF4-FFF2-40B4-BE49-F238E27FC236}">
                <a16:creationId xmlns:a16="http://schemas.microsoft.com/office/drawing/2014/main" id="{B98B050C-34EE-B38F-C909-E9CE5B9CA046}"/>
              </a:ext>
            </a:extLst>
          </p:cNvPr>
          <p:cNvSpPr>
            <a:spLocks noRot="1" noChangeAspect="1" noMove="1" noResize="1" noEditPoints="1" noAdjustHandles="1" noChangeArrowheads="1" noChangeShapeType="1" noTextEdit="1"/>
          </p:cNvSpPr>
          <p:nvPr/>
        </p:nvSpPr>
        <p:spPr bwMode="auto">
          <a:xfrm>
            <a:off x="0" y="987135"/>
            <a:ext cx="9144000" cy="1540038"/>
          </a:xfrm>
          <a:prstGeom prst="rect">
            <a:avLst/>
          </a:prstGeom>
          <a:blipFill>
            <a:blip r:embed="rId3"/>
            <a:stretch>
              <a:fillRect l="-933" t="-3162" b="-5929"/>
            </a:stretch>
          </a:blipFill>
          <a:ln>
            <a:noFill/>
          </a:ln>
          <a:effectLst/>
        </p:spPr>
        <p:txBody>
          <a:bodyPr/>
          <a:lstStyle/>
          <a:p>
            <a:pPr>
              <a:defRPr/>
            </a:pPr>
            <a:r>
              <a:rPr lang="en-IN" dirty="0">
                <a:noFill/>
              </a:rPr>
              <a:t> </a:t>
            </a:r>
          </a:p>
        </p:txBody>
      </p:sp>
      <p:sp>
        <p:nvSpPr>
          <p:cNvPr id="85004" name="TextBox 3">
            <a:extLst>
              <a:ext uri="{FF2B5EF4-FFF2-40B4-BE49-F238E27FC236}">
                <a16:creationId xmlns:a16="http://schemas.microsoft.com/office/drawing/2014/main" id="{7BF9EAD7-24ED-6A8C-C769-E88172272020}"/>
              </a:ext>
            </a:extLst>
          </p:cNvPr>
          <p:cNvSpPr txBox="1">
            <a:spLocks noChangeArrowheads="1"/>
          </p:cNvSpPr>
          <p:nvPr/>
        </p:nvSpPr>
        <p:spPr bwMode="auto">
          <a:xfrm>
            <a:off x="3276600" y="5924550"/>
            <a:ext cx="3048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IN" altLang="en-US" sz="2000" b="0" i="0">
                <a:solidFill>
                  <a:srgbClr val="00B050"/>
                </a:solidFill>
              </a:rPr>
              <a:t>A 3-stage multistage Switch</a:t>
            </a:r>
          </a:p>
        </p:txBody>
      </p:sp>
      <p:pic>
        <p:nvPicPr>
          <p:cNvPr id="85005" name="Picture 4">
            <a:extLst>
              <a:ext uri="{FF2B5EF4-FFF2-40B4-BE49-F238E27FC236}">
                <a16:creationId xmlns:a16="http://schemas.microsoft.com/office/drawing/2014/main" id="{53409DC8-A44B-BC9A-EC88-E984D98F8E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981325"/>
            <a:ext cx="7458075"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a:extLst>
              <a:ext uri="{FF2B5EF4-FFF2-40B4-BE49-F238E27FC236}">
                <a16:creationId xmlns:a16="http://schemas.microsoft.com/office/drawing/2014/main" id="{747108AB-7634-5D05-ACC4-CC26A95A9D51}"/>
              </a:ext>
            </a:extLst>
          </p:cNvPr>
          <p:cNvSpPr txBox="1">
            <a:spLocks noChangeArrowheads="1"/>
          </p:cNvSpPr>
          <p:nvPr/>
        </p:nvSpPr>
        <p:spPr bwMode="auto">
          <a:xfrm>
            <a:off x="76200" y="696913"/>
            <a:ext cx="8839200" cy="397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pPr>
            <a:r>
              <a:rPr lang="en-US" altLang="en-US" sz="2800">
                <a:solidFill>
                  <a:srgbClr val="000000"/>
                </a:solidFill>
                <a:latin typeface="Times New Roman" panose="02020603050405020304" pitchFamily="18" charset="0"/>
                <a:cs typeface="Times New Roman" panose="02020603050405020304" pitchFamily="18" charset="0"/>
              </a:rPr>
              <a:t>Design a three-stage, 200 × 200 switch (N = 200) with k = 4 and n = 20</a:t>
            </a:r>
          </a:p>
          <a:p>
            <a:pPr algn="just" eaLnBrk="1" hangingPunct="1">
              <a:buSzPct val="100000"/>
            </a:pPr>
            <a:r>
              <a:rPr lang="en-US" altLang="en-US" sz="2800" b="0" i="0">
                <a:solidFill>
                  <a:srgbClr val="000000"/>
                </a:solidFill>
                <a:latin typeface="Times New Roman" panose="02020603050405020304" pitchFamily="18" charset="0"/>
                <a:cs typeface="Times New Roman" panose="02020603050405020304" pitchFamily="18" charset="0"/>
              </a:rPr>
              <a:t>Ans: The first stage will have N/n or 10 crossbars, each of size 20 × 4. The second stage, will have 4 crossbars, each of size 10 × 10. In the third stage, 10 crossbars, each of size 4 × 20.</a:t>
            </a:r>
          </a:p>
          <a:p>
            <a:pPr algn="just" eaLnBrk="1" hangingPunct="1">
              <a:buSzPct val="100000"/>
            </a:pPr>
            <a:r>
              <a:rPr lang="en-US" altLang="en-US" sz="2800" b="0" i="0">
                <a:solidFill>
                  <a:srgbClr val="000000"/>
                </a:solidFill>
                <a:latin typeface="Times New Roman" panose="02020603050405020304" pitchFamily="18" charset="0"/>
                <a:cs typeface="Times New Roman" panose="02020603050405020304" pitchFamily="18" charset="0"/>
              </a:rPr>
              <a:t>The total number of crosspoints is 2kN + k(N/n)</a:t>
            </a:r>
            <a:r>
              <a:rPr lang="en-US" altLang="en-US" sz="2800" b="0" i="0" baseline="30000">
                <a:solidFill>
                  <a:srgbClr val="000000"/>
                </a:solidFill>
                <a:latin typeface="Times New Roman" panose="02020603050405020304" pitchFamily="18" charset="0"/>
                <a:cs typeface="Times New Roman" panose="02020603050405020304" pitchFamily="18" charset="0"/>
              </a:rPr>
              <a:t>2</a:t>
            </a:r>
            <a:r>
              <a:rPr lang="en-US" altLang="en-US" sz="2800" b="0" i="0">
                <a:solidFill>
                  <a:srgbClr val="000000"/>
                </a:solidFill>
                <a:latin typeface="Times New Roman" panose="02020603050405020304" pitchFamily="18" charset="0"/>
                <a:cs typeface="Times New Roman" panose="02020603050405020304" pitchFamily="18" charset="0"/>
              </a:rPr>
              <a:t>, or 2000 crosspoints. This is 5 percent of the number of crosspoints in a single-stage switch (200 × 200 = 40,000).</a:t>
            </a:r>
            <a:endParaRPr lang="en-IN" altLang="en-US" sz="2800" b="0" i="0">
              <a:solidFill>
                <a:srgbClr val="000000"/>
              </a:solidFill>
              <a:latin typeface="Times New Roman" panose="02020603050405020304" pitchFamily="18" charset="0"/>
              <a:cs typeface="Times New Roman" panose="02020603050405020304" pitchFamily="18" charset="0"/>
            </a:endParaRPr>
          </a:p>
        </p:txBody>
      </p:sp>
      <p:grpSp>
        <p:nvGrpSpPr>
          <p:cNvPr id="87043" name="Group 2">
            <a:extLst>
              <a:ext uri="{FF2B5EF4-FFF2-40B4-BE49-F238E27FC236}">
                <a16:creationId xmlns:a16="http://schemas.microsoft.com/office/drawing/2014/main" id="{42CE5E96-0707-3D63-0D72-6D0CF8D9CB8F}"/>
              </a:ext>
            </a:extLst>
          </p:cNvPr>
          <p:cNvGrpSpPr>
            <a:grpSpLocks/>
          </p:cNvGrpSpPr>
          <p:nvPr/>
        </p:nvGrpSpPr>
        <p:grpSpPr bwMode="auto">
          <a:xfrm>
            <a:off x="-142875" y="0"/>
            <a:ext cx="9285288" cy="608013"/>
            <a:chOff x="-90" y="0"/>
            <a:chExt cx="5849" cy="383"/>
          </a:xfrm>
        </p:grpSpPr>
        <p:sp>
          <p:nvSpPr>
            <p:cNvPr id="87045" name="Rectangle 3">
              <a:extLst>
                <a:ext uri="{FF2B5EF4-FFF2-40B4-BE49-F238E27FC236}">
                  <a16:creationId xmlns:a16="http://schemas.microsoft.com/office/drawing/2014/main" id="{15548773-D6BC-DEAD-0852-8CB1D5381D38}"/>
                </a:ext>
              </a:extLst>
            </p:cNvPr>
            <p:cNvSpPr>
              <a:spLocks noChangeArrowheads="1"/>
            </p:cNvSpPr>
            <p:nvPr/>
          </p:nvSpPr>
          <p:spPr bwMode="auto">
            <a:xfrm>
              <a:off x="0" y="0"/>
              <a:ext cx="5759" cy="383"/>
            </a:xfrm>
            <a:prstGeom prst="rect">
              <a:avLst/>
            </a:prstGeom>
            <a:solidFill>
              <a:srgbClr val="2CB843"/>
            </a:solidFill>
            <a:ln w="9360" cap="sq">
              <a:solidFill>
                <a:srgbClr val="00C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7046" name="Text Box 4">
              <a:extLst>
                <a:ext uri="{FF2B5EF4-FFF2-40B4-BE49-F238E27FC236}">
                  <a16:creationId xmlns:a16="http://schemas.microsoft.com/office/drawing/2014/main" id="{347213E5-CDFF-7820-69CC-E1CE4329873A}"/>
                </a:ext>
              </a:extLst>
            </p:cNvPr>
            <p:cNvSpPr txBox="1">
              <a:spLocks noChangeArrowheads="1"/>
            </p:cNvSpPr>
            <p:nvPr/>
          </p:nvSpPr>
          <p:spPr bwMode="auto">
            <a:xfrm>
              <a:off x="-90" y="0"/>
              <a:ext cx="1522" cy="370"/>
            </a:xfrm>
            <a:prstGeom prst="rect">
              <a:avLst/>
            </a:prstGeom>
            <a:solidFill>
              <a:srgbClr val="2CB843"/>
            </a:solidFill>
            <a:ln w="9360" cap="sq">
              <a:solidFill>
                <a:srgbClr val="00C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IN" altLang="en-US" b="0" i="0">
                  <a:solidFill>
                    <a:srgbClr val="FFFFFF"/>
                  </a:solidFill>
                  <a:latin typeface="Tahoma" panose="020B0604030504040204" pitchFamily="34" charset="0"/>
                  <a:ea typeface="Adobe Gothic Std B"/>
                  <a:cs typeface="Adobe Gothic Std B"/>
                </a:rPr>
                <a:t>Example 8.3</a:t>
              </a:r>
            </a:p>
          </p:txBody>
        </p:sp>
      </p:grpSp>
      <p:sp>
        <p:nvSpPr>
          <p:cNvPr id="87044" name="Text Box 5">
            <a:extLst>
              <a:ext uri="{FF2B5EF4-FFF2-40B4-BE49-F238E27FC236}">
                <a16:creationId xmlns:a16="http://schemas.microsoft.com/office/drawing/2014/main" id="{655A6B4D-D1B5-1577-9EE8-71625DABDEDF}"/>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473F04DE-1563-40A3-AABF-284570C86043}" type="slidenum">
              <a:rPr lang="en-US" altLang="en-US" sz="1200" b="0">
                <a:solidFill>
                  <a:srgbClr val="000000"/>
                </a:solidFill>
                <a:latin typeface="Arial" panose="020B0604020202020204" pitchFamily="34" charset="0"/>
              </a:rPr>
              <a:pPr eaLnBrk="1" hangingPunct="1">
                <a:buSzPct val="100000"/>
              </a:pPr>
              <a:t>36</a:t>
            </a:fld>
            <a:endParaRPr lang="en-US" altLang="en-US" sz="1200" b="0">
              <a:solidFill>
                <a:srgbClr val="000000"/>
              </a:solidFill>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1">
            <a:extLst>
              <a:ext uri="{FF2B5EF4-FFF2-40B4-BE49-F238E27FC236}">
                <a16:creationId xmlns:a16="http://schemas.microsoft.com/office/drawing/2014/main" id="{BD6C6BBE-7CA7-F1CF-1A52-069902F46B61}"/>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97B00D5B-E8B6-4279-A9A5-DBF62E49CA02}" type="slidenum">
              <a:rPr lang="en-US" altLang="en-US" sz="1200" b="0">
                <a:solidFill>
                  <a:srgbClr val="000000"/>
                </a:solidFill>
                <a:latin typeface="Arial" panose="020B0604020202020204" pitchFamily="34" charset="0"/>
              </a:rPr>
              <a:pPr eaLnBrk="1" hangingPunct="1">
                <a:buSzPct val="100000"/>
              </a:pPr>
              <a:t>37</a:t>
            </a:fld>
            <a:endParaRPr lang="en-US" altLang="en-US" sz="1200" b="0">
              <a:solidFill>
                <a:srgbClr val="000000"/>
              </a:solidFill>
              <a:latin typeface="Arial" panose="020B0604020202020204" pitchFamily="34" charset="0"/>
            </a:endParaRPr>
          </a:p>
        </p:txBody>
      </p:sp>
      <p:sp>
        <p:nvSpPr>
          <p:cNvPr id="89091" name="Rectangle 2">
            <a:extLst>
              <a:ext uri="{FF2B5EF4-FFF2-40B4-BE49-F238E27FC236}">
                <a16:creationId xmlns:a16="http://schemas.microsoft.com/office/drawing/2014/main" id="{4B5BDF52-139A-633E-90C3-67CB6A8F91ED}"/>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9092" name="Rectangle 3">
            <a:extLst>
              <a:ext uri="{FF2B5EF4-FFF2-40B4-BE49-F238E27FC236}">
                <a16:creationId xmlns:a16="http://schemas.microsoft.com/office/drawing/2014/main" id="{1CBDACE1-0FC3-155E-A4C7-0C364EC30421}"/>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9093" name="Rectangle 4">
            <a:extLst>
              <a:ext uri="{FF2B5EF4-FFF2-40B4-BE49-F238E27FC236}">
                <a16:creationId xmlns:a16="http://schemas.microsoft.com/office/drawing/2014/main" id="{D6EA4B56-08CB-B43E-7E5D-BA1CFFC5DD2D}"/>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9094" name="Rectangle 5">
            <a:extLst>
              <a:ext uri="{FF2B5EF4-FFF2-40B4-BE49-F238E27FC236}">
                <a16:creationId xmlns:a16="http://schemas.microsoft.com/office/drawing/2014/main" id="{99C02C2C-08BE-327C-BD8E-9C4A9C5E4F6E}"/>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9095" name="Rectangle 6">
            <a:extLst>
              <a:ext uri="{FF2B5EF4-FFF2-40B4-BE49-F238E27FC236}">
                <a16:creationId xmlns:a16="http://schemas.microsoft.com/office/drawing/2014/main" id="{BAD0607C-BEA3-50A9-0202-859DD6F5C7F0}"/>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9096" name="Rectangle 7">
            <a:extLst>
              <a:ext uri="{FF2B5EF4-FFF2-40B4-BE49-F238E27FC236}">
                <a16:creationId xmlns:a16="http://schemas.microsoft.com/office/drawing/2014/main" id="{FD844985-792C-93E5-A8EE-ADE33528BC98}"/>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9097" name="Rectangle 8">
            <a:extLst>
              <a:ext uri="{FF2B5EF4-FFF2-40B4-BE49-F238E27FC236}">
                <a16:creationId xmlns:a16="http://schemas.microsoft.com/office/drawing/2014/main" id="{F4C3A6B7-C9CD-1D8E-BB9B-2D87FEF66327}"/>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7" name="Text Box 9">
            <a:extLst>
              <a:ext uri="{FF2B5EF4-FFF2-40B4-BE49-F238E27FC236}">
                <a16:creationId xmlns:a16="http://schemas.microsoft.com/office/drawing/2014/main" id="{B47D4CD4-FF78-0C3E-0CC5-37A402011133}"/>
              </a:ext>
            </a:extLst>
          </p:cNvPr>
          <p:cNvSpPr txBox="1">
            <a:spLocks noChangeArrowheads="1"/>
          </p:cNvSpPr>
          <p:nvPr/>
        </p:nvSpPr>
        <p:spPr bwMode="auto">
          <a:xfrm>
            <a:off x="1158875" y="0"/>
            <a:ext cx="1874838" cy="6492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dirty="0">
                <a:solidFill>
                  <a:srgbClr val="FF0000"/>
                </a:solidFill>
                <a:effectLst>
                  <a:outerShdw blurRad="38100" dist="38100" dir="2700000" algn="tl">
                    <a:srgbClr val="C0C0C0"/>
                  </a:outerShdw>
                </a:effectLst>
                <a:latin typeface="Times New Roman" panose="02020603050405020304" pitchFamily="18" charset="0"/>
              </a:rPr>
              <a:t>Blocking</a:t>
            </a:r>
          </a:p>
        </p:txBody>
      </p:sp>
      <p:sp>
        <p:nvSpPr>
          <p:cNvPr id="64523" name="Rectangle 10">
            <a:extLst>
              <a:ext uri="{FF2B5EF4-FFF2-40B4-BE49-F238E27FC236}">
                <a16:creationId xmlns:a16="http://schemas.microsoft.com/office/drawing/2014/main" id="{88346C45-1C52-6739-5BA1-7AD75ED106C6}"/>
              </a:ext>
            </a:extLst>
          </p:cNvPr>
          <p:cNvSpPr>
            <a:spLocks noRot="1" noChangeAspect="1" noMove="1" noResize="1" noEditPoints="1" noAdjustHandles="1" noChangeArrowheads="1" noChangeShapeType="1" noTextEdit="1"/>
          </p:cNvSpPr>
          <p:nvPr/>
        </p:nvSpPr>
        <p:spPr bwMode="auto">
          <a:xfrm>
            <a:off x="0" y="987135"/>
            <a:ext cx="9144000" cy="3280899"/>
          </a:xfrm>
          <a:prstGeom prst="rect">
            <a:avLst/>
          </a:prstGeom>
          <a:blipFill>
            <a:blip r:embed="rId3"/>
            <a:stretch>
              <a:fillRect l="-600" t="-929" r="-667" b="-10223"/>
            </a:stretch>
          </a:blipFill>
          <a:ln>
            <a:noFill/>
          </a:ln>
          <a:effectLst/>
        </p:spPr>
        <p:txBody>
          <a:bodyPr/>
          <a:lstStyle/>
          <a:p>
            <a:pPr>
              <a:defRPr/>
            </a:pPr>
            <a:r>
              <a:rPr lang="en-IN" dirty="0">
                <a:noFill/>
              </a:rPr>
              <a:t>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a:extLst>
              <a:ext uri="{FF2B5EF4-FFF2-40B4-BE49-F238E27FC236}">
                <a16:creationId xmlns:a16="http://schemas.microsoft.com/office/drawing/2014/main" id="{765A6BBF-97C9-AA16-E531-1685719891A1}"/>
              </a:ext>
            </a:extLst>
          </p:cNvPr>
          <p:cNvSpPr txBox="1">
            <a:spLocks noRot="1" noChangeAspect="1" noMove="1" noResize="1" noEditPoints="1" noAdjustHandles="1" noChangeArrowheads="1" noChangeShapeType="1" noTextEdit="1"/>
          </p:cNvSpPr>
          <p:nvPr/>
        </p:nvSpPr>
        <p:spPr bwMode="auto">
          <a:xfrm>
            <a:off x="76200" y="696913"/>
            <a:ext cx="8839200" cy="5356083"/>
          </a:xfrm>
          <a:prstGeom prst="rect">
            <a:avLst/>
          </a:prstGeom>
          <a:blipFill>
            <a:blip r:embed="rId3"/>
            <a:stretch>
              <a:fillRect l="-1448" t="-1138" r="-1379" b="-2162"/>
            </a:stretch>
          </a:blipFill>
          <a:ln>
            <a:noFill/>
          </a:ln>
          <a:effectLst/>
        </p:spPr>
        <p:txBody>
          <a:bodyPr/>
          <a:lstStyle/>
          <a:p>
            <a:pPr>
              <a:defRPr/>
            </a:pPr>
            <a:r>
              <a:rPr lang="en-IN">
                <a:noFill/>
              </a:rPr>
              <a:t> </a:t>
            </a:r>
          </a:p>
        </p:txBody>
      </p:sp>
      <p:grpSp>
        <p:nvGrpSpPr>
          <p:cNvPr id="91139" name="Group 2">
            <a:extLst>
              <a:ext uri="{FF2B5EF4-FFF2-40B4-BE49-F238E27FC236}">
                <a16:creationId xmlns:a16="http://schemas.microsoft.com/office/drawing/2014/main" id="{5A427005-60D5-8A40-F8E0-23412A633B6C}"/>
              </a:ext>
            </a:extLst>
          </p:cNvPr>
          <p:cNvGrpSpPr>
            <a:grpSpLocks/>
          </p:cNvGrpSpPr>
          <p:nvPr/>
        </p:nvGrpSpPr>
        <p:grpSpPr bwMode="auto">
          <a:xfrm>
            <a:off x="-142875" y="0"/>
            <a:ext cx="9285288" cy="608013"/>
            <a:chOff x="-90" y="0"/>
            <a:chExt cx="5849" cy="383"/>
          </a:xfrm>
        </p:grpSpPr>
        <p:sp>
          <p:nvSpPr>
            <p:cNvPr id="91141" name="Rectangle 3">
              <a:extLst>
                <a:ext uri="{FF2B5EF4-FFF2-40B4-BE49-F238E27FC236}">
                  <a16:creationId xmlns:a16="http://schemas.microsoft.com/office/drawing/2014/main" id="{4473B6AA-FC75-C6D9-7B9D-7E2D82D9022C}"/>
                </a:ext>
              </a:extLst>
            </p:cNvPr>
            <p:cNvSpPr>
              <a:spLocks noChangeArrowheads="1"/>
            </p:cNvSpPr>
            <p:nvPr/>
          </p:nvSpPr>
          <p:spPr bwMode="auto">
            <a:xfrm>
              <a:off x="0" y="0"/>
              <a:ext cx="5759" cy="383"/>
            </a:xfrm>
            <a:prstGeom prst="rect">
              <a:avLst/>
            </a:prstGeom>
            <a:solidFill>
              <a:srgbClr val="2CB843"/>
            </a:solidFill>
            <a:ln w="9360" cap="sq">
              <a:solidFill>
                <a:srgbClr val="00C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1142" name="Text Box 4">
              <a:extLst>
                <a:ext uri="{FF2B5EF4-FFF2-40B4-BE49-F238E27FC236}">
                  <a16:creationId xmlns:a16="http://schemas.microsoft.com/office/drawing/2014/main" id="{C49E38CA-8767-22B6-81FD-BE83D39A0876}"/>
                </a:ext>
              </a:extLst>
            </p:cNvPr>
            <p:cNvSpPr txBox="1">
              <a:spLocks noChangeArrowheads="1"/>
            </p:cNvSpPr>
            <p:nvPr/>
          </p:nvSpPr>
          <p:spPr bwMode="auto">
            <a:xfrm>
              <a:off x="-90" y="0"/>
              <a:ext cx="1522" cy="370"/>
            </a:xfrm>
            <a:prstGeom prst="rect">
              <a:avLst/>
            </a:prstGeom>
            <a:solidFill>
              <a:srgbClr val="2CB843"/>
            </a:solidFill>
            <a:ln w="9360" cap="sq">
              <a:solidFill>
                <a:srgbClr val="00CC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IN" altLang="en-US" b="0" i="0">
                  <a:solidFill>
                    <a:srgbClr val="FFFFFF"/>
                  </a:solidFill>
                  <a:latin typeface="Tahoma" panose="020B0604030504040204" pitchFamily="34" charset="0"/>
                  <a:ea typeface="Adobe Gothic Std B"/>
                  <a:cs typeface="Adobe Gothic Std B"/>
                </a:rPr>
                <a:t>Example 8.4</a:t>
              </a:r>
            </a:p>
          </p:txBody>
        </p:sp>
      </p:grpSp>
      <p:sp>
        <p:nvSpPr>
          <p:cNvPr id="91140" name="Text Box 5">
            <a:extLst>
              <a:ext uri="{FF2B5EF4-FFF2-40B4-BE49-F238E27FC236}">
                <a16:creationId xmlns:a16="http://schemas.microsoft.com/office/drawing/2014/main" id="{4BE98AE1-B6BD-392A-82A8-9BA99683EE7A}"/>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C914E511-390D-49C9-9540-23549DEE18E0}" type="slidenum">
              <a:rPr lang="en-US" altLang="en-US" sz="1200" b="0">
                <a:solidFill>
                  <a:srgbClr val="000000"/>
                </a:solidFill>
                <a:latin typeface="Arial" panose="020B0604020202020204" pitchFamily="34" charset="0"/>
              </a:rPr>
              <a:pPr eaLnBrk="1" hangingPunct="1">
                <a:buSzPct val="100000"/>
              </a:pPr>
              <a:t>38</a:t>
            </a:fld>
            <a:endParaRPr lang="en-US" altLang="en-US" sz="1200" b="0">
              <a:solidFill>
                <a:srgbClr val="000000"/>
              </a:solidFill>
              <a:latin typeface="Arial" panose="020B06040202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1">
                                            <p:txEl>
                                              <p:char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1">
                                            <p:txEl>
                                              <p:char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61">
                                            <p:txEl>
                                              <p:char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361">
                                            <p:txEl>
                                              <p:char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361">
                                            <p:txEl>
                                              <p:char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1">
            <a:extLst>
              <a:ext uri="{FF2B5EF4-FFF2-40B4-BE49-F238E27FC236}">
                <a16:creationId xmlns:a16="http://schemas.microsoft.com/office/drawing/2014/main" id="{02B3514E-5ED0-BBE5-9A61-4283A4B31D1D}"/>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274F1BCB-0E08-47BD-8266-FC50CFAC202A}" type="slidenum">
              <a:rPr lang="en-US" altLang="en-US" sz="1200" b="0">
                <a:solidFill>
                  <a:srgbClr val="000000"/>
                </a:solidFill>
                <a:latin typeface="Arial" panose="020B0604020202020204" pitchFamily="34" charset="0"/>
              </a:rPr>
              <a:pPr eaLnBrk="1" hangingPunct="1">
                <a:buSzPct val="100000"/>
              </a:pPr>
              <a:t>39</a:t>
            </a:fld>
            <a:endParaRPr lang="en-US" altLang="en-US" sz="1200" b="0">
              <a:solidFill>
                <a:srgbClr val="000000"/>
              </a:solidFill>
              <a:latin typeface="Arial" panose="020B0604020202020204" pitchFamily="34" charset="0"/>
            </a:endParaRPr>
          </a:p>
        </p:txBody>
      </p:sp>
      <p:sp>
        <p:nvSpPr>
          <p:cNvPr id="93187" name="Rectangle 2">
            <a:extLst>
              <a:ext uri="{FF2B5EF4-FFF2-40B4-BE49-F238E27FC236}">
                <a16:creationId xmlns:a16="http://schemas.microsoft.com/office/drawing/2014/main" id="{30D18995-9374-81F7-8855-18D8C8AA08AD}"/>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3188" name="Rectangle 3">
            <a:extLst>
              <a:ext uri="{FF2B5EF4-FFF2-40B4-BE49-F238E27FC236}">
                <a16:creationId xmlns:a16="http://schemas.microsoft.com/office/drawing/2014/main" id="{8EC18A0F-F515-AD00-6C62-82D2B9AA1E74}"/>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3189" name="Rectangle 4">
            <a:extLst>
              <a:ext uri="{FF2B5EF4-FFF2-40B4-BE49-F238E27FC236}">
                <a16:creationId xmlns:a16="http://schemas.microsoft.com/office/drawing/2014/main" id="{9355EC95-63EB-F138-8530-25111DF4A902}"/>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3190" name="Rectangle 5">
            <a:extLst>
              <a:ext uri="{FF2B5EF4-FFF2-40B4-BE49-F238E27FC236}">
                <a16:creationId xmlns:a16="http://schemas.microsoft.com/office/drawing/2014/main" id="{8673F93E-C049-96F6-A0C6-4129AD658439}"/>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3191" name="Rectangle 6">
            <a:extLst>
              <a:ext uri="{FF2B5EF4-FFF2-40B4-BE49-F238E27FC236}">
                <a16:creationId xmlns:a16="http://schemas.microsoft.com/office/drawing/2014/main" id="{55AE06C4-35DB-483F-7EF1-E6E0EB74A5DB}"/>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3192" name="Rectangle 7">
            <a:extLst>
              <a:ext uri="{FF2B5EF4-FFF2-40B4-BE49-F238E27FC236}">
                <a16:creationId xmlns:a16="http://schemas.microsoft.com/office/drawing/2014/main" id="{521DFB11-E409-C26C-D7D5-DD1577AC130D}"/>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3193" name="Rectangle 8">
            <a:extLst>
              <a:ext uri="{FF2B5EF4-FFF2-40B4-BE49-F238E27FC236}">
                <a16:creationId xmlns:a16="http://schemas.microsoft.com/office/drawing/2014/main" id="{C01D66DB-B017-62B1-D2F0-4F5FA2C87B33}"/>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7" name="Text Box 9">
            <a:extLst>
              <a:ext uri="{FF2B5EF4-FFF2-40B4-BE49-F238E27FC236}">
                <a16:creationId xmlns:a16="http://schemas.microsoft.com/office/drawing/2014/main" id="{6D2B3D2C-D90D-0C77-EFE9-9AEEC3304051}"/>
              </a:ext>
            </a:extLst>
          </p:cNvPr>
          <p:cNvSpPr txBox="1">
            <a:spLocks noChangeArrowheads="1"/>
          </p:cNvSpPr>
          <p:nvPr/>
        </p:nvSpPr>
        <p:spPr bwMode="auto">
          <a:xfrm>
            <a:off x="1158875" y="0"/>
            <a:ext cx="4281488" cy="649288"/>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sz="3600" b="0" i="0" dirty="0">
                <a:solidFill>
                  <a:srgbClr val="FF0000"/>
                </a:solidFill>
                <a:effectLst>
                  <a:outerShdw blurRad="38100" dist="38100" dir="2700000" algn="tl">
                    <a:srgbClr val="C0C0C0"/>
                  </a:outerShdw>
                </a:effectLst>
                <a:latin typeface="Times New Roman" panose="02020603050405020304" pitchFamily="18" charset="0"/>
              </a:rPr>
              <a:t>Time-Division Switch</a:t>
            </a:r>
          </a:p>
        </p:txBody>
      </p:sp>
      <p:sp>
        <p:nvSpPr>
          <p:cNvPr id="93195" name="Rectangle 10">
            <a:extLst>
              <a:ext uri="{FF2B5EF4-FFF2-40B4-BE49-F238E27FC236}">
                <a16:creationId xmlns:a16="http://schemas.microsoft.com/office/drawing/2014/main" id="{FB64E361-A046-36FC-AEBB-F99C240CC173}"/>
              </a:ext>
            </a:extLst>
          </p:cNvPr>
          <p:cNvSpPr>
            <a:spLocks noChangeArrowheads="1"/>
          </p:cNvSpPr>
          <p:nvPr/>
        </p:nvSpPr>
        <p:spPr bwMode="auto">
          <a:xfrm>
            <a:off x="0" y="987425"/>
            <a:ext cx="9144000" cy="194151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Time-division switching uses TDM inside a switch. The most popular technology is called the time-slot interchange (TSI)</a:t>
            </a:r>
          </a:p>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It has TDM MUX, DEMUX, and TSI</a:t>
            </a:r>
          </a:p>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The slots are filled with incoming data from time slots in the order received. Slots are sent out in an order decided by the control unit.</a:t>
            </a:r>
          </a:p>
        </p:txBody>
      </p:sp>
      <p:pic>
        <p:nvPicPr>
          <p:cNvPr id="93196" name="Picture 2">
            <a:extLst>
              <a:ext uri="{FF2B5EF4-FFF2-40B4-BE49-F238E27FC236}">
                <a16:creationId xmlns:a16="http://schemas.microsoft.com/office/drawing/2014/main" id="{239BB68E-EBE8-7EB3-0D71-66E27AF1A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100" y="3143250"/>
            <a:ext cx="802005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44052A1F-7A2C-3D34-A046-590060A8B104}"/>
              </a:ext>
            </a:extLst>
          </p:cNvPr>
          <p:cNvSpPr txBox="1">
            <a:spLocks noChangeArrowheads="1"/>
          </p:cNvSpPr>
          <p:nvPr/>
        </p:nvSpPr>
        <p:spPr bwMode="auto">
          <a:xfrm>
            <a:off x="457200" y="19050"/>
            <a:ext cx="8004175" cy="587375"/>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b="0" i="0" dirty="0">
                <a:solidFill>
                  <a:srgbClr val="FF0000"/>
                </a:solidFill>
                <a:effectLst>
                  <a:outerShdw blurRad="38100" dist="38100" dir="2700000" algn="tl">
                    <a:srgbClr val="C0C0C0"/>
                  </a:outerShdw>
                </a:effectLst>
                <a:latin typeface="Times New Roman" panose="02020603050405020304" pitchFamily="18" charset="0"/>
              </a:rPr>
              <a:t>Space and Time-Division Switch Combinations</a:t>
            </a:r>
          </a:p>
        </p:txBody>
      </p:sp>
      <p:sp>
        <p:nvSpPr>
          <p:cNvPr id="95235" name="Rectangle 10">
            <a:extLst>
              <a:ext uri="{FF2B5EF4-FFF2-40B4-BE49-F238E27FC236}">
                <a16:creationId xmlns:a16="http://schemas.microsoft.com/office/drawing/2014/main" id="{36764406-DDAE-E5AF-F833-EB9B9FCCB3CA}"/>
              </a:ext>
            </a:extLst>
          </p:cNvPr>
          <p:cNvSpPr>
            <a:spLocks noChangeArrowheads="1"/>
          </p:cNvSpPr>
          <p:nvPr/>
        </p:nvSpPr>
        <p:spPr bwMode="auto">
          <a:xfrm>
            <a:off x="301625" y="762000"/>
            <a:ext cx="8613775" cy="4403725"/>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The advantage of space-division switching is that it is instantaneous. Its disadvantage is the number of crosspoints required to make space-division switching acceptable in terms of blocking.</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The advantage of time-division switching is that it needs no crosspoints. Its disadvantage, in the case of TSI, is that processing each connection creates delays.</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Combine space-division and time-division technologies to take advantage of the best of both.</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Designed as time-space-time (TST) switches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1">
            <a:extLst>
              <a:ext uri="{FF2B5EF4-FFF2-40B4-BE49-F238E27FC236}">
                <a16:creationId xmlns:a16="http://schemas.microsoft.com/office/drawing/2014/main" id="{6ED4A3A5-2027-DEAB-FC1B-77B3E3BDB7F4}"/>
              </a:ext>
            </a:extLst>
          </p:cNvPr>
          <p:cNvSpPr txBox="1">
            <a:spLocks noChangeArrowheads="1"/>
          </p:cNvSpPr>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eaLnBrk="1" hangingPunct="1">
              <a:buSzPct val="100000"/>
            </a:pPr>
            <a:r>
              <a:rPr lang="en-US" altLang="en-US" sz="1200" b="0">
                <a:solidFill>
                  <a:srgbClr val="000000"/>
                </a:solidFill>
                <a:latin typeface="Arial" panose="020B0604020202020204" pitchFamily="34" charset="0"/>
              </a:rPr>
              <a:t>8.</a:t>
            </a:r>
            <a:fld id="{D13BBE52-4712-4B5D-81EA-CF2A38D46142}" type="slidenum">
              <a:rPr lang="en-US" altLang="en-US" sz="1200" b="0">
                <a:solidFill>
                  <a:srgbClr val="000000"/>
                </a:solidFill>
                <a:latin typeface="Arial" panose="020B0604020202020204" pitchFamily="34" charset="0"/>
              </a:rPr>
              <a:pPr eaLnBrk="1" hangingPunct="1">
                <a:buSzPct val="100000"/>
              </a:pPr>
              <a:t>41</a:t>
            </a:fld>
            <a:endParaRPr lang="en-US" altLang="en-US" sz="1200" b="0">
              <a:solidFill>
                <a:srgbClr val="000000"/>
              </a:solidFill>
              <a:latin typeface="Arial" panose="020B0604020202020204" pitchFamily="34" charset="0"/>
            </a:endParaRPr>
          </a:p>
        </p:txBody>
      </p:sp>
      <p:sp>
        <p:nvSpPr>
          <p:cNvPr id="96259" name="Rectangle 2">
            <a:extLst>
              <a:ext uri="{FF2B5EF4-FFF2-40B4-BE49-F238E27FC236}">
                <a16:creationId xmlns:a16="http://schemas.microsoft.com/office/drawing/2014/main" id="{A81F16D3-182B-5AA0-4E1A-A42C41F0DC42}"/>
              </a:ext>
            </a:extLst>
          </p:cNvPr>
          <p:cNvSpPr>
            <a:spLocks noChangeArrowheads="1"/>
          </p:cNvSpPr>
          <p:nvPr/>
        </p:nvSpPr>
        <p:spPr bwMode="auto">
          <a:xfrm>
            <a:off x="366713" y="107950"/>
            <a:ext cx="438150" cy="474663"/>
          </a:xfrm>
          <a:prstGeom prst="rect">
            <a:avLst/>
          </a:prstGeom>
          <a:solidFill>
            <a:srgbClr val="FFCF01"/>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6260" name="Rectangle 3">
            <a:extLst>
              <a:ext uri="{FF2B5EF4-FFF2-40B4-BE49-F238E27FC236}">
                <a16:creationId xmlns:a16="http://schemas.microsoft.com/office/drawing/2014/main" id="{642C734B-2AE8-50AC-FA36-8BF5B5D51F9F}"/>
              </a:ext>
            </a:extLst>
          </p:cNvPr>
          <p:cNvSpPr>
            <a:spLocks noChangeArrowheads="1"/>
          </p:cNvSpPr>
          <p:nvPr/>
        </p:nvSpPr>
        <p:spPr bwMode="auto">
          <a:xfrm>
            <a:off x="749300" y="107950"/>
            <a:ext cx="328613" cy="474663"/>
          </a:xfrm>
          <a:prstGeom prst="rect">
            <a:avLst/>
          </a:prstGeom>
          <a:gradFill rotWithShape="0">
            <a:gsLst>
              <a:gs pos="0">
                <a:srgbClr val="FFFFFF"/>
              </a:gs>
              <a:gs pos="100000">
                <a:srgbClr val="FFCF01"/>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6261" name="Rectangle 4">
            <a:extLst>
              <a:ext uri="{FF2B5EF4-FFF2-40B4-BE49-F238E27FC236}">
                <a16:creationId xmlns:a16="http://schemas.microsoft.com/office/drawing/2014/main" id="{FC5BF408-F7A5-11E4-0801-CFD541725AC8}"/>
              </a:ext>
            </a:extLst>
          </p:cNvPr>
          <p:cNvSpPr>
            <a:spLocks noChangeArrowheads="1"/>
          </p:cNvSpPr>
          <p:nvPr/>
        </p:nvSpPr>
        <p:spPr bwMode="auto">
          <a:xfrm>
            <a:off x="490538" y="530225"/>
            <a:ext cx="422275" cy="474663"/>
          </a:xfrm>
          <a:prstGeom prst="rect">
            <a:avLst/>
          </a:prstGeom>
          <a:solidFill>
            <a:srgbClr val="3333C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6262" name="Rectangle 5">
            <a:extLst>
              <a:ext uri="{FF2B5EF4-FFF2-40B4-BE49-F238E27FC236}">
                <a16:creationId xmlns:a16="http://schemas.microsoft.com/office/drawing/2014/main" id="{724314E0-2022-0DEB-5D19-B12B183DC4EB}"/>
              </a:ext>
            </a:extLst>
          </p:cNvPr>
          <p:cNvSpPr>
            <a:spLocks noChangeArrowheads="1"/>
          </p:cNvSpPr>
          <p:nvPr/>
        </p:nvSpPr>
        <p:spPr bwMode="auto">
          <a:xfrm>
            <a:off x="860425" y="530225"/>
            <a:ext cx="368300" cy="474663"/>
          </a:xfrm>
          <a:prstGeom prst="rect">
            <a:avLst/>
          </a:prstGeom>
          <a:gradFill rotWithShape="0">
            <a:gsLst>
              <a:gs pos="0">
                <a:srgbClr val="FFFFFF"/>
              </a:gs>
              <a:gs pos="100000">
                <a:srgbClr val="3333C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6263" name="Rectangle 6">
            <a:extLst>
              <a:ext uri="{FF2B5EF4-FFF2-40B4-BE49-F238E27FC236}">
                <a16:creationId xmlns:a16="http://schemas.microsoft.com/office/drawing/2014/main" id="{378F3806-4508-923B-C085-DC3C024DD1A3}"/>
              </a:ext>
            </a:extLst>
          </p:cNvPr>
          <p:cNvSpPr>
            <a:spLocks noChangeArrowheads="1"/>
          </p:cNvSpPr>
          <p:nvPr/>
        </p:nvSpPr>
        <p:spPr bwMode="auto">
          <a:xfrm>
            <a:off x="76200" y="457200"/>
            <a:ext cx="560388" cy="422275"/>
          </a:xfrm>
          <a:prstGeom prst="rect">
            <a:avLst/>
          </a:prstGeom>
          <a:gradFill rotWithShape="0">
            <a:gsLst>
              <a:gs pos="0">
                <a:srgbClr val="FF0000"/>
              </a:gs>
              <a:gs pos="100000">
                <a:srgbClr val="FFFFFF"/>
              </a:gs>
            </a:gsLst>
            <a:lin ang="81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6264" name="Rectangle 7">
            <a:extLst>
              <a:ext uri="{FF2B5EF4-FFF2-40B4-BE49-F238E27FC236}">
                <a16:creationId xmlns:a16="http://schemas.microsoft.com/office/drawing/2014/main" id="{E6A633C1-70A8-5D47-DBD9-2B25F9AFE7F6}"/>
              </a:ext>
            </a:extLst>
          </p:cNvPr>
          <p:cNvSpPr>
            <a:spLocks noChangeArrowheads="1"/>
          </p:cNvSpPr>
          <p:nvPr/>
        </p:nvSpPr>
        <p:spPr bwMode="auto">
          <a:xfrm>
            <a:off x="711200" y="0"/>
            <a:ext cx="31750" cy="1052513"/>
          </a:xfrm>
          <a:prstGeom prst="rect">
            <a:avLst/>
          </a:prstGeom>
          <a:solidFill>
            <a:srgbClr val="1C1C1C"/>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6265" name="Rectangle 8">
            <a:extLst>
              <a:ext uri="{FF2B5EF4-FFF2-40B4-BE49-F238E27FC236}">
                <a16:creationId xmlns:a16="http://schemas.microsoft.com/office/drawing/2014/main" id="{CBF875A3-2DE9-D91B-54DD-7DA9BBFB4DDF}"/>
              </a:ext>
            </a:extLst>
          </p:cNvPr>
          <p:cNvSpPr>
            <a:spLocks noChangeArrowheads="1"/>
          </p:cNvSpPr>
          <p:nvPr/>
        </p:nvSpPr>
        <p:spPr bwMode="auto">
          <a:xfrm>
            <a:off x="442913" y="533400"/>
            <a:ext cx="8226425" cy="31750"/>
          </a:xfrm>
          <a:prstGeom prst="rect">
            <a:avLst/>
          </a:prstGeom>
          <a:gradFill rotWithShape="0">
            <a:gsLst>
              <a:gs pos="0">
                <a:srgbClr val="FFFFFF"/>
              </a:gs>
              <a:gs pos="100000">
                <a:srgbClr val="1C1C1C"/>
              </a:gs>
            </a:gsLst>
            <a:lin ang="10800000" scaled="1"/>
          </a:gra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7657" name="Text Box 9">
            <a:extLst>
              <a:ext uri="{FF2B5EF4-FFF2-40B4-BE49-F238E27FC236}">
                <a16:creationId xmlns:a16="http://schemas.microsoft.com/office/drawing/2014/main" id="{9CC11BEE-432A-09C9-FD32-9A72C761C558}"/>
              </a:ext>
            </a:extLst>
          </p:cNvPr>
          <p:cNvSpPr txBox="1">
            <a:spLocks noChangeArrowheads="1"/>
          </p:cNvSpPr>
          <p:nvPr/>
        </p:nvSpPr>
        <p:spPr bwMode="auto">
          <a:xfrm>
            <a:off x="1158875" y="0"/>
            <a:ext cx="8004175" cy="587375"/>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b="0" i="0" dirty="0">
                <a:solidFill>
                  <a:srgbClr val="FF0000"/>
                </a:solidFill>
                <a:effectLst>
                  <a:outerShdw blurRad="38100" dist="38100" dir="2700000" algn="tl">
                    <a:srgbClr val="C0C0C0"/>
                  </a:outerShdw>
                </a:effectLst>
                <a:latin typeface="Times New Roman" panose="02020603050405020304" pitchFamily="18" charset="0"/>
              </a:rPr>
              <a:t>Space and Time-Division Switch Combinations</a:t>
            </a:r>
          </a:p>
        </p:txBody>
      </p:sp>
      <p:pic>
        <p:nvPicPr>
          <p:cNvPr id="96267" name="Picture 2">
            <a:extLst>
              <a:ext uri="{FF2B5EF4-FFF2-40B4-BE49-F238E27FC236}">
                <a16:creationId xmlns:a16="http://schemas.microsoft.com/office/drawing/2014/main" id="{F6A02CEF-1CC7-C9A1-30AB-38A902AC5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3" y="1657350"/>
            <a:ext cx="8296275"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8" name="Rectangle 10">
            <a:extLst>
              <a:ext uri="{FF2B5EF4-FFF2-40B4-BE49-F238E27FC236}">
                <a16:creationId xmlns:a16="http://schemas.microsoft.com/office/drawing/2014/main" id="{B5CACCCF-6AF7-CAC3-5FC9-3EEB63825C27}"/>
              </a:ext>
            </a:extLst>
          </p:cNvPr>
          <p:cNvSpPr>
            <a:spLocks noChangeArrowheads="1"/>
          </p:cNvSpPr>
          <p:nvPr/>
        </p:nvSpPr>
        <p:spPr bwMode="auto">
          <a:xfrm>
            <a:off x="301625" y="762000"/>
            <a:ext cx="8613775" cy="955675"/>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A simple TST switch with two time stages and one space stage and has 12 inputs and 12 outputs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FCA46C64-B6CC-7ACB-E999-34175A75E28D}"/>
              </a:ext>
            </a:extLst>
          </p:cNvPr>
          <p:cNvSpPr txBox="1">
            <a:spLocks noChangeArrowheads="1"/>
          </p:cNvSpPr>
          <p:nvPr/>
        </p:nvSpPr>
        <p:spPr bwMode="auto">
          <a:xfrm>
            <a:off x="457200" y="19050"/>
            <a:ext cx="4911725" cy="587375"/>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b="0" i="0" dirty="0">
                <a:solidFill>
                  <a:srgbClr val="FF0000"/>
                </a:solidFill>
                <a:effectLst>
                  <a:outerShdw blurRad="38100" dist="38100" dir="2700000" algn="tl">
                    <a:srgbClr val="C0C0C0"/>
                  </a:outerShdw>
                </a:effectLst>
                <a:latin typeface="Times New Roman" panose="02020603050405020304" pitchFamily="18" charset="0"/>
              </a:rPr>
              <a:t>Structure of Packet Switches</a:t>
            </a:r>
          </a:p>
        </p:txBody>
      </p:sp>
      <p:sp>
        <p:nvSpPr>
          <p:cNvPr id="98307" name="Rectangle 10">
            <a:extLst>
              <a:ext uri="{FF2B5EF4-FFF2-40B4-BE49-F238E27FC236}">
                <a16:creationId xmlns:a16="http://schemas.microsoft.com/office/drawing/2014/main" id="{7B1EE4EC-714D-AA74-AF9D-C79FE75A81F5}"/>
              </a:ext>
            </a:extLst>
          </p:cNvPr>
          <p:cNvSpPr>
            <a:spLocks noChangeArrowheads="1"/>
          </p:cNvSpPr>
          <p:nvPr/>
        </p:nvSpPr>
        <p:spPr bwMode="auto">
          <a:xfrm>
            <a:off x="301625" y="762000"/>
            <a:ext cx="8613775" cy="1387475"/>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A packet switch has four components: input ports, output ports, the routing processor, and the switching fabric</a:t>
            </a:r>
          </a:p>
        </p:txBody>
      </p:sp>
      <p:pic>
        <p:nvPicPr>
          <p:cNvPr id="98308" name="Picture 4">
            <a:extLst>
              <a:ext uri="{FF2B5EF4-FFF2-40B4-BE49-F238E27FC236}">
                <a16:creationId xmlns:a16="http://schemas.microsoft.com/office/drawing/2014/main" id="{6A9A5C97-8D50-04FA-5B90-4B880EF341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75" y="2667000"/>
            <a:ext cx="811530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C6A47FC7-D317-F09D-038C-AE7194EEE586}"/>
              </a:ext>
            </a:extLst>
          </p:cNvPr>
          <p:cNvSpPr txBox="1">
            <a:spLocks noChangeArrowheads="1"/>
          </p:cNvSpPr>
          <p:nvPr/>
        </p:nvSpPr>
        <p:spPr bwMode="auto">
          <a:xfrm>
            <a:off x="457200" y="19050"/>
            <a:ext cx="4911725" cy="587375"/>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b="0" i="0" dirty="0">
                <a:solidFill>
                  <a:srgbClr val="FF0000"/>
                </a:solidFill>
                <a:effectLst>
                  <a:outerShdw blurRad="38100" dist="38100" dir="2700000" algn="tl">
                    <a:srgbClr val="C0C0C0"/>
                  </a:outerShdw>
                </a:effectLst>
                <a:latin typeface="Times New Roman" panose="02020603050405020304" pitchFamily="18" charset="0"/>
              </a:rPr>
              <a:t>Structure of Packet Switches</a:t>
            </a:r>
          </a:p>
        </p:txBody>
      </p:sp>
      <p:sp>
        <p:nvSpPr>
          <p:cNvPr id="99331" name="Rectangle 10">
            <a:extLst>
              <a:ext uri="{FF2B5EF4-FFF2-40B4-BE49-F238E27FC236}">
                <a16:creationId xmlns:a16="http://schemas.microsoft.com/office/drawing/2014/main" id="{C5A8C933-31A5-9082-2BB4-7AAAE9D9DB04}"/>
              </a:ext>
            </a:extLst>
          </p:cNvPr>
          <p:cNvSpPr>
            <a:spLocks noChangeArrowheads="1"/>
          </p:cNvSpPr>
          <p:nvPr/>
        </p:nvSpPr>
        <p:spPr bwMode="auto">
          <a:xfrm>
            <a:off x="301625" y="762000"/>
            <a:ext cx="8613775" cy="2679700"/>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Input port</a:t>
            </a:r>
          </a:p>
          <a:p>
            <a:pPr algn="just" eaLnBrk="1" hangingPunct="1">
              <a:buSzPct val="100000"/>
              <a:buFont typeface="Arial" panose="020B0604020202020204" pitchFamily="34" charset="0"/>
              <a:buChar char="•"/>
            </a:pPr>
            <a:endParaRPr lang="en-US" altLang="en-US" sz="2800" b="0" i="0">
              <a:solidFill>
                <a:srgbClr val="000000"/>
              </a:solidFill>
              <a:latin typeface="Times New Roman" panose="02020603050405020304" pitchFamily="18" charset="0"/>
            </a:endParaRPr>
          </a:p>
          <a:p>
            <a:pPr algn="just" eaLnBrk="1" hangingPunct="1">
              <a:buSzPct val="100000"/>
              <a:buFont typeface="Arial" panose="020B0604020202020204" pitchFamily="34" charset="0"/>
              <a:buChar char="•"/>
            </a:pPr>
            <a:endParaRPr lang="en-US" altLang="en-US" sz="2800" b="0" i="0">
              <a:solidFill>
                <a:srgbClr val="000000"/>
              </a:solidFill>
              <a:latin typeface="Times New Roman" panose="02020603050405020304" pitchFamily="18" charset="0"/>
            </a:endParaRPr>
          </a:p>
          <a:p>
            <a:pPr algn="just" eaLnBrk="1" hangingPunct="1">
              <a:buSzPct val="100000"/>
              <a:buFont typeface="Arial" panose="020B0604020202020204" pitchFamily="34" charset="0"/>
              <a:buChar char="•"/>
            </a:pPr>
            <a:endParaRPr lang="en-US" altLang="en-US" sz="2800" b="0" i="0">
              <a:solidFill>
                <a:srgbClr val="000000"/>
              </a:solidFill>
              <a:latin typeface="Times New Roman" panose="02020603050405020304" pitchFamily="18" charset="0"/>
            </a:endParaRPr>
          </a:p>
          <a:p>
            <a:pPr algn="just" eaLnBrk="1" hangingPunct="1">
              <a:buSzPct val="100000"/>
              <a:buFont typeface="Arial" panose="020B0604020202020204" pitchFamily="34" charset="0"/>
              <a:buChar char="•"/>
            </a:pPr>
            <a:endParaRPr lang="en-US" altLang="en-US" sz="2800" b="0" i="0">
              <a:solidFill>
                <a:srgbClr val="000000"/>
              </a:solidFill>
              <a:latin typeface="Times New Roman" panose="02020603050405020304" pitchFamily="18" charset="0"/>
            </a:endParaRP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Output port</a:t>
            </a:r>
          </a:p>
        </p:txBody>
      </p:sp>
      <p:pic>
        <p:nvPicPr>
          <p:cNvPr id="99332" name="Picture 5">
            <a:extLst>
              <a:ext uri="{FF2B5EF4-FFF2-40B4-BE49-F238E27FC236}">
                <a16:creationId xmlns:a16="http://schemas.microsoft.com/office/drawing/2014/main" id="{FC55475B-486C-0B0D-3B71-569CB96310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150" y="1387475"/>
            <a:ext cx="75819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3" name="Picture 7">
            <a:extLst>
              <a:ext uri="{FF2B5EF4-FFF2-40B4-BE49-F238E27FC236}">
                <a16:creationId xmlns:a16="http://schemas.microsoft.com/office/drawing/2014/main" id="{64CD7C2C-9065-7C37-E2DA-6526FE15F4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578225"/>
            <a:ext cx="743585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A771A099-E812-E23F-8C7C-98AA3CA29BAD}"/>
              </a:ext>
            </a:extLst>
          </p:cNvPr>
          <p:cNvSpPr txBox="1">
            <a:spLocks noChangeArrowheads="1"/>
          </p:cNvSpPr>
          <p:nvPr/>
        </p:nvSpPr>
        <p:spPr bwMode="auto">
          <a:xfrm>
            <a:off x="457200" y="19050"/>
            <a:ext cx="4911725" cy="587375"/>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b="0" i="0" dirty="0">
                <a:solidFill>
                  <a:srgbClr val="FF0000"/>
                </a:solidFill>
                <a:effectLst>
                  <a:outerShdw blurRad="38100" dist="38100" dir="2700000" algn="tl">
                    <a:srgbClr val="C0C0C0"/>
                  </a:outerShdw>
                </a:effectLst>
                <a:latin typeface="Times New Roman" panose="02020603050405020304" pitchFamily="18" charset="0"/>
              </a:rPr>
              <a:t>Structure of Packet Switches</a:t>
            </a:r>
          </a:p>
        </p:txBody>
      </p:sp>
      <p:sp>
        <p:nvSpPr>
          <p:cNvPr id="100355" name="Rectangle 10">
            <a:extLst>
              <a:ext uri="{FF2B5EF4-FFF2-40B4-BE49-F238E27FC236}">
                <a16:creationId xmlns:a16="http://schemas.microsoft.com/office/drawing/2014/main" id="{856B9E51-3A32-B3B1-C856-EFC6CC44FB39}"/>
              </a:ext>
            </a:extLst>
          </p:cNvPr>
          <p:cNvSpPr>
            <a:spLocks noChangeArrowheads="1"/>
          </p:cNvSpPr>
          <p:nvPr/>
        </p:nvSpPr>
        <p:spPr bwMode="auto">
          <a:xfrm>
            <a:off x="0" y="762000"/>
            <a:ext cx="9144000" cy="5019675"/>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Routing Processor</a:t>
            </a:r>
          </a:p>
          <a:p>
            <a:pPr lvl="1"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It uses destination address from the packet to determine address of the next hop and the output port </a:t>
            </a:r>
          </a:p>
          <a:p>
            <a:pPr algn="just" eaLnBrk="1" hangingPunct="1">
              <a:buSzPct val="100000"/>
              <a:buFont typeface="Arial" panose="020B0604020202020204" pitchFamily="34" charset="0"/>
              <a:buChar char="•"/>
            </a:pPr>
            <a:r>
              <a:rPr lang="en-US" altLang="en-US" sz="2800" b="0" i="0">
                <a:solidFill>
                  <a:srgbClr val="000000"/>
                </a:solidFill>
                <a:latin typeface="Times New Roman" panose="02020603050405020304" pitchFamily="18" charset="0"/>
              </a:rPr>
              <a:t>Switching Fabric</a:t>
            </a:r>
          </a:p>
          <a:p>
            <a:pPr lvl="1"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Responsible for moving the packet from the input queue to the output queue</a:t>
            </a:r>
          </a:p>
          <a:p>
            <a:pPr lvl="1"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The speed with which this is done affects the size of the input/output queue and the overall delay in packet delivery</a:t>
            </a:r>
          </a:p>
          <a:p>
            <a:pPr lvl="1"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Some of the fabrics are:</a:t>
            </a:r>
          </a:p>
          <a:p>
            <a:pPr lvl="2" algn="just" eaLnBrk="1" hangingPunct="1">
              <a:buSzPct val="100000"/>
              <a:buFont typeface="Arial" panose="020B0604020202020204" pitchFamily="34" charset="0"/>
              <a:buChar char="•"/>
            </a:pPr>
            <a:r>
              <a:rPr lang="en-US" altLang="en-US" sz="2000" b="0" i="0">
                <a:solidFill>
                  <a:srgbClr val="000000"/>
                </a:solidFill>
                <a:latin typeface="Times New Roman" panose="02020603050405020304" pitchFamily="18" charset="0"/>
              </a:rPr>
              <a:t>Crossbar switch</a:t>
            </a:r>
          </a:p>
          <a:p>
            <a:pPr lvl="2" algn="just" eaLnBrk="1" hangingPunct="1">
              <a:buSzPct val="100000"/>
              <a:buFont typeface="Arial" panose="020B0604020202020204" pitchFamily="34" charset="0"/>
              <a:buChar char="•"/>
            </a:pPr>
            <a:r>
              <a:rPr lang="en-US" altLang="en-US" sz="2000" b="0" i="0">
                <a:solidFill>
                  <a:srgbClr val="000000"/>
                </a:solidFill>
                <a:latin typeface="Times New Roman" panose="02020603050405020304" pitchFamily="18" charset="0"/>
              </a:rPr>
              <a:t>Banyan switch</a:t>
            </a:r>
          </a:p>
          <a:p>
            <a:pPr lvl="2" algn="just" eaLnBrk="1" hangingPunct="1">
              <a:buSzPct val="100000"/>
              <a:buFont typeface="Arial" panose="020B0604020202020204" pitchFamily="34" charset="0"/>
              <a:buChar char="•"/>
            </a:pPr>
            <a:r>
              <a:rPr lang="en-US" altLang="en-US" sz="2000" b="0" i="0">
                <a:solidFill>
                  <a:srgbClr val="000000"/>
                </a:solidFill>
                <a:latin typeface="Times New Roman" panose="02020603050405020304" pitchFamily="18" charset="0"/>
              </a:rPr>
              <a:t>Batcher-Banyan switch</a:t>
            </a:r>
          </a:p>
          <a:p>
            <a:pPr lvl="2" algn="just" eaLnBrk="1" hangingPunct="1">
              <a:buSzPct val="100000"/>
              <a:buFont typeface="Arial" panose="020B0604020202020204" pitchFamily="34" charset="0"/>
              <a:buChar char="•"/>
            </a:pPr>
            <a:endParaRPr lang="en-US" altLang="en-US" sz="2400" b="0" i="0">
              <a:solidFill>
                <a:srgbClr val="000000"/>
              </a:solidFill>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BDEFC046-F11D-FE2D-2B6B-42CF741C3C8D}"/>
              </a:ext>
            </a:extLst>
          </p:cNvPr>
          <p:cNvSpPr txBox="1">
            <a:spLocks noChangeArrowheads="1"/>
          </p:cNvSpPr>
          <p:nvPr/>
        </p:nvSpPr>
        <p:spPr bwMode="auto">
          <a:xfrm>
            <a:off x="457200" y="19050"/>
            <a:ext cx="2679700" cy="587375"/>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b="0" i="0" dirty="0">
                <a:solidFill>
                  <a:srgbClr val="FF0000"/>
                </a:solidFill>
                <a:effectLst>
                  <a:outerShdw blurRad="38100" dist="38100" dir="2700000" algn="tl">
                    <a:srgbClr val="C0C0C0"/>
                  </a:outerShdw>
                </a:effectLst>
                <a:latin typeface="Times New Roman" panose="02020603050405020304" pitchFamily="18" charset="0"/>
              </a:rPr>
              <a:t>Banyan Switch</a:t>
            </a:r>
          </a:p>
        </p:txBody>
      </p:sp>
      <p:sp>
        <p:nvSpPr>
          <p:cNvPr id="101379" name="Rectangle 10">
            <a:extLst>
              <a:ext uri="{FF2B5EF4-FFF2-40B4-BE49-F238E27FC236}">
                <a16:creationId xmlns:a16="http://schemas.microsoft.com/office/drawing/2014/main" id="{D07DA72A-E983-79BD-730F-77F2C540387B}"/>
              </a:ext>
            </a:extLst>
          </p:cNvPr>
          <p:cNvSpPr>
            <a:spLocks noChangeArrowheads="1"/>
          </p:cNvSpPr>
          <p:nvPr/>
        </p:nvSpPr>
        <p:spPr bwMode="auto">
          <a:xfrm>
            <a:off x="0" y="762000"/>
            <a:ext cx="9144000" cy="3049588"/>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A banyan switch is a multistage switch with microswitches at each stage that route the packets based on the output port represented as a binary string.</a:t>
            </a:r>
          </a:p>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For n inputs and n outputs, we have log</a:t>
            </a:r>
            <a:r>
              <a:rPr lang="en-US" altLang="en-US" sz="2400" b="0" i="0" baseline="-25000">
                <a:solidFill>
                  <a:srgbClr val="000000"/>
                </a:solidFill>
                <a:latin typeface="Times New Roman" panose="02020603050405020304" pitchFamily="18" charset="0"/>
              </a:rPr>
              <a:t>2</a:t>
            </a:r>
            <a:r>
              <a:rPr lang="en-US" altLang="en-US" sz="2400" b="0" i="0">
                <a:solidFill>
                  <a:srgbClr val="000000"/>
                </a:solidFill>
                <a:latin typeface="Times New Roman" panose="02020603050405020304" pitchFamily="18" charset="0"/>
              </a:rPr>
              <a:t> n stages with n/2 microswitches at each stage. </a:t>
            </a:r>
          </a:p>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The first stage routes the packet based on the high-order bit of the binary string. The second stage routes the packet based on the second high-order bit, and so on. </a:t>
            </a:r>
          </a:p>
        </p:txBody>
      </p:sp>
      <p:pic>
        <p:nvPicPr>
          <p:cNvPr id="101380" name="Picture 4">
            <a:extLst>
              <a:ext uri="{FF2B5EF4-FFF2-40B4-BE49-F238E27FC236}">
                <a16:creationId xmlns:a16="http://schemas.microsoft.com/office/drawing/2014/main" id="{E6F1983C-F1AE-A15A-0A09-3899728093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7625" y="3429000"/>
            <a:ext cx="4524375"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899C9E72-CB77-9EA9-6323-3A4C411B5FB5}"/>
              </a:ext>
            </a:extLst>
          </p:cNvPr>
          <p:cNvSpPr txBox="1">
            <a:spLocks noChangeArrowheads="1"/>
          </p:cNvSpPr>
          <p:nvPr/>
        </p:nvSpPr>
        <p:spPr bwMode="auto">
          <a:xfrm>
            <a:off x="457200" y="19050"/>
            <a:ext cx="4084638" cy="587375"/>
          </a:xfrm>
          <a:prstGeom prst="rect">
            <a:avLst/>
          </a:prstGeom>
          <a:noFill/>
          <a:ln>
            <a:noFill/>
          </a:ln>
          <a:effec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5pPr>
            <a:lvl6pPr marL="25146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6pPr>
            <a:lvl7pPr marL="29718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7pPr>
            <a:lvl8pPr marL="34290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8pPr>
            <a:lvl9pPr marL="3886200" indent="-228600" defTabSz="449263" fontAlgn="base">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rgbClr val="000000"/>
                </a:solidFill>
                <a:latin typeface="Baby Kruffy" charset="0"/>
                <a:ea typeface="WenQuanYi Micro Hei" charset="0"/>
                <a:cs typeface="WenQuanYi Micro Hei" charset="0"/>
              </a:defRPr>
            </a:lvl9pPr>
          </a:lstStyle>
          <a:p>
            <a:pPr eaLnBrk="1" hangingPunct="1">
              <a:buSzPct val="100000"/>
              <a:defRPr/>
            </a:pPr>
            <a:r>
              <a:rPr lang="en-US" b="0" i="0" dirty="0">
                <a:solidFill>
                  <a:srgbClr val="FF0000"/>
                </a:solidFill>
                <a:effectLst>
                  <a:outerShdw blurRad="38100" dist="38100" dir="2700000" algn="tl">
                    <a:srgbClr val="C0C0C0"/>
                  </a:outerShdw>
                </a:effectLst>
                <a:latin typeface="Times New Roman" panose="02020603050405020304" pitchFamily="18" charset="0"/>
              </a:rPr>
              <a:t>Batcher-Banyan Switch</a:t>
            </a:r>
          </a:p>
        </p:txBody>
      </p:sp>
      <p:sp>
        <p:nvSpPr>
          <p:cNvPr id="102403" name="Rectangle 10">
            <a:extLst>
              <a:ext uri="{FF2B5EF4-FFF2-40B4-BE49-F238E27FC236}">
                <a16:creationId xmlns:a16="http://schemas.microsoft.com/office/drawing/2014/main" id="{43EF4A4B-D98A-4734-DC52-D90EFD1F25C4}"/>
              </a:ext>
            </a:extLst>
          </p:cNvPr>
          <p:cNvSpPr>
            <a:spLocks noChangeArrowheads="1"/>
          </p:cNvSpPr>
          <p:nvPr/>
        </p:nvSpPr>
        <p:spPr bwMode="auto">
          <a:xfrm>
            <a:off x="0" y="762000"/>
            <a:ext cx="9144000" cy="2309813"/>
          </a:xfrm>
          <a:prstGeom prst="rect">
            <a:avLst/>
          </a:prstGeom>
          <a:solidFill>
            <a:srgbClr val="FFFFFF"/>
          </a:solidFill>
          <a:ln>
            <a:noFill/>
          </a:ln>
          <a:effectLst/>
          <a:extLs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marL="457200" indent="-4572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5pPr>
            <a:lvl6pPr marL="25146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6pPr>
            <a:lvl7pPr marL="29718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7pPr>
            <a:lvl8pPr marL="34290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8pPr>
            <a:lvl9pPr marL="3886200" indent="-228600" defTabSz="449263"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b="1" i="1">
                <a:solidFill>
                  <a:schemeClr val="bg1"/>
                </a:solidFill>
                <a:latin typeface="Baby Kruffy"/>
                <a:cs typeface="WenQuanYi Micro Hei" charset="0"/>
              </a:defRPr>
            </a:lvl9pPr>
          </a:lstStyle>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Problem with the banyan switch is possibility of internal collision even when two packets are not heading for the same output port</a:t>
            </a:r>
          </a:p>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K. E. Batcher designed a switch that comes before the banyan switch and sorts the incoming packets according to their final destinations.</a:t>
            </a:r>
          </a:p>
          <a:p>
            <a:pPr algn="just" eaLnBrk="1" hangingPunct="1">
              <a:buSzPct val="100000"/>
              <a:buFont typeface="Arial" panose="020B0604020202020204" pitchFamily="34" charset="0"/>
              <a:buChar char="•"/>
            </a:pPr>
            <a:r>
              <a:rPr lang="en-US" altLang="en-US" sz="2400" b="0" i="0">
                <a:solidFill>
                  <a:srgbClr val="000000"/>
                </a:solidFill>
                <a:latin typeface="Times New Roman" panose="02020603050405020304" pitchFamily="18" charset="0"/>
              </a:rPr>
              <a:t>Trap module prevents duplicate packets (the packets with the same output destination) from passing to the banyan switch simultaneously</a:t>
            </a:r>
          </a:p>
        </p:txBody>
      </p:sp>
      <p:pic>
        <p:nvPicPr>
          <p:cNvPr id="102404" name="Picture 5">
            <a:extLst>
              <a:ext uri="{FF2B5EF4-FFF2-40B4-BE49-F238E27FC236}">
                <a16:creationId xmlns:a16="http://schemas.microsoft.com/office/drawing/2014/main" id="{8F709EE1-D980-C9B6-26FE-8BA6002C5A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71800"/>
            <a:ext cx="9144000" cy="3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ahoma"/>
        <a:ea typeface="WenQuanYi Micro Hei"/>
        <a:cs typeface="WenQuanYi Micro Hei"/>
      </a:majorFont>
      <a:minorFont>
        <a:latin typeface="Tahoma"/>
        <a:ea typeface="WenQuanYi Micro Hei"/>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sz="3200" b="1" i="1" u="none" strike="noStrike" cap="none" normalizeH="0" baseline="0" smtClean="0">
            <a:ln>
              <a:noFill/>
            </a:ln>
            <a:solidFill>
              <a:schemeClr val="bg1"/>
            </a:solidFill>
            <a:effectLst/>
            <a:latin typeface="Baby Kruffy"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sz="3200" b="1" i="1" u="none" strike="noStrike" cap="none" normalizeH="0" baseline="0" smtClean="0">
            <a:ln>
              <a:noFill/>
            </a:ln>
            <a:solidFill>
              <a:schemeClr val="bg1"/>
            </a:solidFill>
            <a:effectLst/>
            <a:latin typeface="Baby Kruffy"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7743</TotalTime>
  <Words>1939</Words>
  <Application>Microsoft Office PowerPoint</Application>
  <PresentationFormat>On-screen Show (4:3)</PresentationFormat>
  <Paragraphs>291</Paragraphs>
  <Slides>46</Slides>
  <Notes>40</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46</vt:i4>
      </vt:variant>
    </vt:vector>
  </HeadingPairs>
  <TitlesOfParts>
    <vt:vector size="63" baseType="lpstr">
      <vt:lpstr>Baby Kruffy</vt:lpstr>
      <vt:lpstr>WenQuanYi Micro Hei</vt:lpstr>
      <vt:lpstr>Arial</vt:lpstr>
      <vt:lpstr>Tahoma</vt:lpstr>
      <vt:lpstr>Times New Roman</vt:lpstr>
      <vt:lpstr>Calibri Light</vt:lpstr>
      <vt:lpstr>Calibri</vt:lpstr>
      <vt:lpstr>McGrawHill-Italic</vt:lpstr>
      <vt:lpstr>DejaVu Sans</vt:lpstr>
      <vt:lpstr>Times-BoldItalic</vt:lpstr>
      <vt:lpstr>Times-Roman</vt:lpstr>
      <vt:lpstr>Times-Bold</vt:lpstr>
      <vt:lpstr>Adobe Gothic Std B</vt:lpstr>
      <vt:lpstr>MathematicalPiLTStd-4</vt:lpstr>
      <vt:lpstr>Symbol</vt:lpstr>
      <vt:lpstr>Office Theme</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Valued Gateway Client</dc:creator>
  <cp:keywords/>
  <dc:description/>
  <cp:lastModifiedBy>Deep Joshi</cp:lastModifiedBy>
  <cp:revision>512</cp:revision>
  <cp:lastPrinted>1601-01-01T00:00:00Z</cp:lastPrinted>
  <dcterms:created xsi:type="dcterms:W3CDTF">2000-01-15T04:50:39Z</dcterms:created>
  <dcterms:modified xsi:type="dcterms:W3CDTF">2026-08-10T04:43:11Z</dcterms:modified>
</cp:coreProperties>
</file>